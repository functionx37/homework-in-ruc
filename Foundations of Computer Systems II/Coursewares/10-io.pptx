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Slides/notesSlide44.xml" ContentType="application/vnd.openxmlformats-officedocument.presentationml.notesSlide+xml"/>
  <Override PartName="/ppt/slideLayouts/slideLayout1.xml" ContentType="application/vnd.openxmlformats-officedocument.presentationml.slideLayout+xml"/>
  <Override PartName="/ppt/notesSlides/notesSlide67.xml" ContentType="application/vnd.openxmlformats-officedocument.presentationml.notesSlide+xml"/>
  <Override PartName="/ppt/notesSlides/notesSlide55.xml" ContentType="application/vnd.openxmlformats-officedocument.presentationml.notesSlide+xml"/>
  <Override PartName="/ppt/notesSlides/notesSlide32.xml" ContentType="application/vnd.openxmlformats-officedocument.presentationml.notesSlide+xml"/>
  <Override PartName="/ppt/notesSlides/notesSlide27.xml" ContentType="application/vnd.openxmlformats-officedocument.presentationml.notesSlide+xml"/>
  <Override PartName="/ppt/notesSlides/notesSlide43.xml" ContentType="application/vnd.openxmlformats-officedocument.presentationml.notesSlide+xml"/>
  <Override PartName="/ppt/notesSlides/notesSlide35.xml" ContentType="application/vnd.openxmlformats-officedocument.presentationml.notesSlide+xml"/>
  <Override PartName="/ppt/notesSlides/notesSlide75.xml" ContentType="application/vnd.openxmlformats-officedocument.presentationml.notesSlide+xml"/>
  <Override PartName="/ppt/notesSlides/notesSlide11.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73.xml" ContentType="application/vnd.openxmlformats-officedocument.presentationml.notesSlide+xml"/>
  <Override PartName="/ppt/notesSlides/notesSlide26.xml" ContentType="application/vnd.openxmlformats-officedocument.presentationml.notesSlide+xml"/>
  <Override PartName="/ppt/notesSlides/notesSlide56.xml" ContentType="application/vnd.openxmlformats-officedocument.presentationml.notesSlid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slideLayouts/slideLayout5.xml" ContentType="application/vnd.openxmlformats-officedocument.presentationml.slideLayou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slides/slide2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viewProps.xml" ContentType="application/vnd.openxmlformats-officedocument.presentationml.viewProps+xml"/>
  <Override PartName="/ppt/slides/slide116.xml" ContentType="application/vnd.openxmlformats-officedocument.presentationml.slide+xml"/>
  <Override PartName="/ppt/slides/slide87.xml" ContentType="application/vnd.openxmlformats-officedocument.presentationml.slide+xml"/>
  <Override PartName="/ppt/slides/slide122.xml" ContentType="application/vnd.openxmlformats-officedocument.presentationml.slide+xml"/>
  <Override PartName="/ppt/slides/slide51.xml" ContentType="application/vnd.openxmlformats-officedocument.presentationml.slide+xml"/>
  <Override PartName="/ppt/theme/theme1.xml" ContentType="application/vnd.openxmlformats-officedocument.theme+xml"/>
  <Override PartName="/ppt/slides/slide49.xml" ContentType="application/vnd.openxmlformats-officedocument.presentationml.slide+xml"/>
  <Override PartName="/ppt/slides/slide136.xml" ContentType="application/vnd.openxmlformats-officedocument.presentationml.slide+xml"/>
  <Override PartName="/ppt/slideLayouts/slideLayout4.xml" ContentType="application/vnd.openxmlformats-officedocument.presentationml.slideLayout+xml"/>
  <Override PartName="/ppt/slides/slide13.xml" ContentType="application/vnd.openxmlformats-officedocument.presentationml.slide+xml"/>
  <Override PartName="/ppt/slides/slide55.xml" ContentType="application/vnd.openxmlformats-officedocument.presentationml.slide+xml"/>
  <Override PartName="/ppt/slides/slide19.xml" ContentType="application/vnd.openxmlformats-officedocument.presentationml.slide+xml"/>
  <Override PartName="/ppt/notesSlides/notesSlide39.xml" ContentType="application/vnd.openxmlformats-officedocument.presentationml.notesSlide+xml"/>
  <Override PartName="/ppt/slides/slide62.xml" ContentType="application/vnd.openxmlformats-officedocument.presentationml.slide+xml"/>
  <Override PartName="/ppt/slides/slide11.xml" ContentType="application/vnd.openxmlformats-officedocument.presentationml.slide+xml"/>
  <Override PartName="/ppt/slides/slide74.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32.xml" ContentType="application/vnd.openxmlformats-officedocument.presentationml.slide+xml"/>
  <Override PartName="/ppt/slides/slide141.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99.xml" ContentType="application/vnd.openxmlformats-officedocument.presentationml.slide+xml"/>
  <Override PartName="/ppt/slides/slide111.xml" ContentType="application/vnd.openxmlformats-officedocument.presentationml.slide+xml"/>
  <Override PartName="/ppt/slides/slide56.xml" ContentType="application/vnd.openxmlformats-officedocument.presentationml.slide+xml"/>
  <Override PartName="/ppt/slides/slide71.xml" ContentType="application/vnd.openxmlformats-officedocument.presentationml.slide+xml"/>
  <Override PartName="/ppt/notesSlides/notesSlide42.xml" ContentType="application/vnd.openxmlformats-officedocument.presentationml.notesSlide+xml"/>
  <Override PartName="/ppt/slides/slide39.xml" ContentType="application/vnd.openxmlformats-officedocument.presentationml.slide+xml"/>
  <Override PartName="/ppt/slideLayouts/slideLayout6.xml" ContentType="application/vnd.openxmlformats-officedocument.presentationml.slideLayout+xml"/>
  <Override PartName="/ppt/slides/slide110.xml" ContentType="application/vnd.openxmlformats-officedocument.presentationml.slide+xml"/>
  <Override PartName="/ppt/notesSlides/notesSlide29.xml" ContentType="application/vnd.openxmlformats-officedocument.presentationml.notesSlide+xml"/>
  <Override PartName="/ppt/notesSlides/notesSlide1.xml" ContentType="application/vnd.openxmlformats-officedocument.presentationml.notesSlide+xml"/>
  <Override PartName="/ppt/slides/slide38.xml" ContentType="application/vnd.openxmlformats-officedocument.presentationml.slide+xml"/>
  <Override PartName="/ppt/slides/slide147.xml" ContentType="application/vnd.openxmlformats-officedocument.presentationml.slide+xml"/>
  <Override PartName="/ppt/notesSlides/notesSlide74.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slides/slide127.xml" ContentType="application/vnd.openxmlformats-officedocument.presentationml.slide+xml"/>
  <Override PartName="/ppt/slides/slide45.xml" ContentType="application/vnd.openxmlformats-officedocument.presentationml.slide+xml"/>
  <Override PartName="/ppt/slides/slide128.xml" ContentType="application/vnd.openxmlformats-officedocument.presentationml.slide+xml"/>
  <Override PartName="/ppt/slides/slide57.xml" ContentType="application/vnd.openxmlformats-officedocument.presentationml.slide+xml"/>
  <Override PartName="/ppt/notesSlides/notesSlide45.xml" ContentType="application/vnd.openxmlformats-officedocument.presentationml.notesSlide+xml"/>
  <Override PartName="/ppt/slides/slide95.xml" ContentType="application/vnd.openxmlformats-officedocument.presentationml.slide+xml"/>
  <Override PartName="/ppt/slides/slide1.xml" ContentType="application/vnd.openxmlformats-officedocument.presentationml.slide+xml"/>
  <Override PartName="/ppt/slides/slide90.xml" ContentType="application/vnd.openxmlformats-officedocument.presentationml.slide+xml"/>
  <Override PartName="/ppt/notesSlides/notesSlide61.xml" ContentType="application/vnd.openxmlformats-officedocument.presentationml.notesSlide+xml"/>
  <Override PartName="/ppt/notesSlides/notesSlide31.xml" ContentType="application/vnd.openxmlformats-officedocument.presentationml.notesSlide+xml"/>
  <Override PartName="/ppt/notesSlides/notesSlide65.xml" ContentType="application/vnd.openxmlformats-officedocument.presentationml.notesSlide+xml"/>
  <Override PartName="/ppt/slides/slide103.xml" ContentType="application/vnd.openxmlformats-officedocument.presentationml.slide+xml"/>
  <Override PartName="/ppt/slides/slide86.xml" ContentType="application/vnd.openxmlformats-officedocument.presentationml.slide+xml"/>
  <Override PartName="/ppt/slides/slide24.xml" ContentType="application/vnd.openxmlformats-officedocument.presentationml.slide+xml"/>
  <Override PartName="/ppt/notesSlides/notesSlide52.xml" ContentType="application/vnd.openxmlformats-officedocument.presentationml.notesSlide+xml"/>
  <Override PartName="/ppt/notesSlides/notesSlide50.xml" ContentType="application/vnd.openxmlformats-officedocument.presentationml.notesSlide+xml"/>
  <Override PartName="/ppt/slides/slide78.xml" ContentType="application/vnd.openxmlformats-officedocument.presentationml.slide+xml"/>
  <Override PartName="/ppt/notesSlides/notesSlide25.xml" ContentType="application/vnd.openxmlformats-officedocument.presentationml.notesSlide+xml"/>
  <Override PartName="/ppt/presentation.xml" ContentType="application/vnd.openxmlformats-officedocument.presentationml.presentation.main+xml"/>
  <Override PartName="/ppt/slides/slide139.xml" ContentType="application/vnd.openxmlformats-officedocument.presentationml.slide+xml"/>
  <Override PartName="/ppt/notesSlides/notesSlide54.xml" ContentType="application/vnd.openxmlformats-officedocument.presentationml.notesSlide+xml"/>
  <Override PartName="/ppt/notesSlides/notesSlide64.xml" ContentType="application/vnd.openxmlformats-officedocument.presentationml.notesSlide+xml"/>
  <Override PartName="/ppt/notesSlides/notesSlide8.xml" ContentType="application/vnd.openxmlformats-officedocument.presentationml.notesSlide+xml"/>
  <Override PartName="/ppt/notesSlides/notesSlide68.xml" ContentType="application/vnd.openxmlformats-officedocument.presentationml.notesSlide+xml"/>
  <Override PartName="/ppt/slides/slide66.xml" ContentType="application/vnd.openxmlformats-officedocument.presentationml.slide+xml"/>
  <Override PartName="/ppt/slides/slide105.xml" ContentType="application/vnd.openxmlformats-officedocument.presentationml.slide+xml"/>
  <Override PartName="/ppt/slides/slide52.xml" ContentType="application/vnd.openxmlformats-officedocument.presentationml.slide+xml"/>
  <Override PartName="/ppt/slides/slide143.xml" ContentType="application/vnd.openxmlformats-officedocument.presentationml.slide+xml"/>
  <Override PartName="/ppt/slides/slide88.xml" ContentType="application/vnd.openxmlformats-officedocument.presentationml.slide+xml"/>
  <Override PartName="/ppt/slides/slide63.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slideLayouts/slideLayout3.xml" ContentType="application/vnd.openxmlformats-officedocument.presentationml.slideLayout+xml"/>
  <Override PartName="/ppt/slides/slide67.xml" ContentType="application/vnd.openxmlformats-officedocument.presentationml.slide+xml"/>
  <Override PartName="/ppt/notesSlides/notesSlide72.xml" ContentType="application/vnd.openxmlformats-officedocument.presentationml.notesSlide+xml"/>
  <Override PartName="/ppt/slides/slide97.xml" ContentType="application/vnd.openxmlformats-officedocument.presentationml.slide+xml"/>
  <Override PartName="/ppt/notesSlides/notesSlide70.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s/slide60.xml" ContentType="application/vnd.openxmlformats-officedocument.presentationml.slide+xml"/>
  <Override PartName="/ppt/notesSlides/notesSlide53.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slides/slide91.xml" ContentType="application/vnd.openxmlformats-officedocument.presentationml.slide+xml"/>
  <Override PartName="/ppt/slides/slide89.xml" ContentType="application/vnd.openxmlformats-officedocument.presentationml.slide+xml"/>
  <Override PartName="/ppt/notesSlides/notesSlide57.xml" ContentType="application/vnd.openxmlformats-officedocument.presentationml.notesSlide+xml"/>
  <Override PartName="/ppt/notesSlides/notesSlide69.xml" ContentType="application/vnd.openxmlformats-officedocument.presentationml.notesSlide+xml"/>
  <Override PartName="/ppt/slides/slide18.xml" ContentType="application/vnd.openxmlformats-officedocument.presentationml.slide+xml"/>
  <Override PartName="/ppt/notesSlides/notesSlide48.xml" ContentType="application/vnd.openxmlformats-officedocument.presentationml.notesSlide+xml"/>
  <Override PartName="/ppt/slides/slide72.xml" ContentType="application/vnd.openxmlformats-officedocument.presentationml.slide+xml"/>
  <Override PartName="/ppt/slides/slide28.xml" ContentType="application/vnd.openxmlformats-officedocument.presentationml.slide+xml"/>
  <Override PartName="/ppt/slides/slide107.xml" ContentType="application/vnd.openxmlformats-officedocument.presentationml.slide+xml"/>
  <Override PartName="/ppt/slides/slide123.xml" ContentType="application/vnd.openxmlformats-officedocument.presentationml.slide+xml"/>
  <Override PartName="/ppt/slides/slide75.xml" ContentType="application/vnd.openxmlformats-officedocument.presentationml.slide+xml"/>
  <Override PartName="/ppt/notesSlides/notesSlide71.xml" ContentType="application/vnd.openxmlformats-officedocument.presentationml.notesSlide+xml"/>
  <Override PartName="/ppt/notesSlides/notesSlide51.xml" ContentType="application/vnd.openxmlformats-officedocument.presentationml.notesSlide+xml"/>
  <Override PartName="/ppt/slides/slide36.xml" ContentType="application/vnd.openxmlformats-officedocument.presentationml.slide+xml"/>
  <Override PartName="/ppt/slides/slide48.xml" ContentType="application/vnd.openxmlformats-officedocument.presentationml.slide+xml"/>
  <Override PartName="/ppt/slides/slide23.xml" ContentType="application/vnd.openxmlformats-officedocument.presentationml.slide+xml"/>
  <Override PartName="/ppt/slides/slide85.xml" ContentType="application/vnd.openxmlformats-officedocument.presentationml.slide+xml"/>
  <Override PartName="/ppt/slides/slide53.xml" ContentType="application/vnd.openxmlformats-officedocument.presentationml.slide+xml"/>
  <Override PartName="/ppt/notesSlides/notesSlide28.xml" ContentType="application/vnd.openxmlformats-officedocument.presentationml.notesSlide+xml"/>
  <Override PartName="/ppt/notesSlides/notesSlide7.xml" ContentType="application/vnd.openxmlformats-officedocument.presentationml.notesSlide+xml"/>
  <Override PartName="/ppt/notesSlides/notesSlide58.xml" ContentType="application/vnd.openxmlformats-officedocument.presentationml.notesSlide+xml"/>
  <Override PartName="/ppt/slides/slide61.xml" ContentType="application/vnd.openxmlformats-officedocument.presentationml.slide+xml"/>
  <Override PartName="/ppt/slides/slide83.xml" ContentType="application/vnd.openxmlformats-officedocument.presentationml.slide+xml"/>
  <Override PartName="/ppt/slides/slide5.xml" ContentType="application/vnd.openxmlformats-officedocument.presentationml.slide+xml"/>
  <Override PartName="/ppt/slides/slide126.xml" ContentType="application/vnd.openxmlformats-officedocument.presentationml.slide+xml"/>
  <Override PartName="/ppt/notesSlides/notesSlide3.xml" ContentType="application/vnd.openxmlformats-officedocument.presentationml.notesSlide+xml"/>
  <Override PartName="/ppt/slides/slide138.xml" ContentType="application/vnd.openxmlformats-officedocument.presentationml.slide+xml"/>
  <Override PartName="/docProps/core.xml" ContentType="application/vnd.openxmlformats-package.core-properties+xml"/>
  <Override PartName="/ppt/slides/slide44.xml" ContentType="application/vnd.openxmlformats-officedocument.presentationml.slide+xml"/>
  <Override PartName="/ppt/slides/slide50.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slides/slide34.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115.xml" ContentType="application/vnd.openxmlformats-officedocument.presentationml.slide+xml"/>
  <Override PartName="/ppt/slides/slide3.xml" ContentType="application/vnd.openxmlformats-officedocument.presentationml.slide+xml"/>
  <Override PartName="/ppt/slides/slide82.xml" ContentType="application/vnd.openxmlformats-officedocument.presentationml.slide+xml"/>
  <Override PartName="/ppt/slides/slide37.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slides/slide30.xml" ContentType="application/vnd.openxmlformats-officedocument.presentationml.slide+xml"/>
  <Override PartName="/ppt/notesSlides/notesSlide33.xml" ContentType="application/vnd.openxmlformats-officedocument.presentationml.notesSlide+xml"/>
  <Override PartName="/ppt/slides/slide54.xml" ContentType="application/vnd.openxmlformats-officedocument.presentationml.slide+xml"/>
  <Override PartName="/ppt/slides/slide29.xml" ContentType="application/vnd.openxmlformats-officedocument.presentationml.slide+xml"/>
  <Override PartName="/ppt/slides/slide120.xml" ContentType="application/vnd.openxmlformats-officedocument.presentationml.slide+xml"/>
  <Override PartName="/ppt/slides/slide148.xml" ContentType="application/vnd.openxmlformats-officedocument.presentationml.slide+xml"/>
  <Override PartName="/ppt/slides/slide4.xml" ContentType="application/vnd.openxmlformats-officedocument.presentationml.slide+xml"/>
  <Override PartName="/ppt/slides/slide106.xml" ContentType="application/vnd.openxmlformats-officedocument.presentationml.slide+xml"/>
  <Override PartName="/ppt/slides/slide7.xml" ContentType="application/vnd.openxmlformats-officedocument.presentationml.slide+xml"/>
  <Override PartName="/ppt/slides/slide31.xml" ContentType="application/vnd.openxmlformats-officedocument.presentationml.slide+xml"/>
  <Override PartName="/ppt/slides/slide140.xml" ContentType="application/vnd.openxmlformats-officedocument.presentationml.slide+xml"/>
  <Override PartName="/ppt/slides/slide118.xml" ContentType="application/vnd.openxmlformats-officedocument.presentationml.slide+xml"/>
  <Override PartName="/ppt/notesSlides/notesSlide49.xml" ContentType="application/vnd.openxmlformats-officedocument.presentationml.notesSlide+xml"/>
  <Override PartName="/ppt/slides/slide137.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114.xml" ContentType="application/vnd.openxmlformats-officedocument.presentationml.slide+xml"/>
  <Override PartName="/ppt/notesSlides/notesSlide63.xml" ContentType="application/vnd.openxmlformats-officedocument.presentationml.notesSlide+xml"/>
  <Override PartName="/ppt/slides/slide113.xml" ContentType="application/vnd.openxmlformats-officedocument.presentationml.slide+xml"/>
  <Override PartName="/ppt/slides/slide119.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68.xml" ContentType="application/vnd.openxmlformats-officedocument.presentationml.slide+xml"/>
  <Override PartName="/ppt/slides/slide40.xml" ContentType="application/vnd.openxmlformats-officedocument.presentationml.slide+xml"/>
  <Override PartName="/ppt/slides/slide142.xml" ContentType="application/vnd.openxmlformats-officedocument.presentationml.slide+xml"/>
  <Override PartName="/ppt/notesSlides/notesSlide62.xml" ContentType="application/vnd.openxmlformats-officedocument.presentationml.notesSlide+xml"/>
  <Override PartName="/ppt/slides/slide92.xml" ContentType="application/vnd.openxmlformats-officedocument.presentationml.slide+xml"/>
  <Override PartName="/ppt/slides/slide79.xml" ContentType="application/vnd.openxmlformats-officedocument.presentationml.slide+xml"/>
  <Override PartName="/ppt/slides/slide131.xml" ContentType="application/vnd.openxmlformats-officedocument.presentationml.slide+xml"/>
  <Override PartName="/ppt/notesSlides/notesSlide37.xml" ContentType="application/vnd.openxmlformats-officedocument.presentationml.notesSlide+xml"/>
  <Override PartName="/ppt/slides/slide125.xml" ContentType="application/vnd.openxmlformats-officedocument.presentationml.slide+xml"/>
  <Override PartName="/ppt/slides/slide77.xml" ContentType="application/vnd.openxmlformats-officedocument.presentationml.slide+xml"/>
  <Override PartName="/ppt/slides/slide101.xml" ContentType="application/vnd.openxmlformats-officedocument.presentationml.slide+xml"/>
  <Override PartName="/ppt/notesSlides/notesSlide34.xml" ContentType="application/vnd.openxmlformats-officedocument.presentationml.notesSlide+xml"/>
  <Override PartName="/ppt/slides/slide76.xml" ContentType="application/vnd.openxmlformats-officedocument.presentationml.slide+xml"/>
  <Override PartName="/ppt/slides/slide12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notesSlides/notesSlide30.xml" ContentType="application/vnd.openxmlformats-officedocument.presentationml.notesSlide+xml"/>
  <Override PartName="/ppt/slides/slide14.xml" ContentType="application/vnd.openxmlformats-officedocument.presentationml.slide+xml"/>
  <Override PartName="/ppt/notesSlides/notesSlide66.xml" ContentType="application/vnd.openxmlformats-officedocument.presentationml.notesSlide+xml"/>
  <Override PartName="/ppt/slides/slide59.xml" ContentType="application/vnd.openxmlformats-officedocument.presentationml.slide+xml"/>
  <Override PartName="/ppt/slides/slide104.xml" ContentType="application/vnd.openxmlformats-officedocument.presentationml.slide+xml"/>
  <Override PartName="/ppt/slides/slide6.xml" ContentType="application/vnd.openxmlformats-officedocument.presentationml.slide+xml"/>
  <Override PartName="/ppt/slides/slide124.xml" ContentType="application/vnd.openxmlformats-officedocument.presentationml.slide+xml"/>
  <Override PartName="/ppt/slides/slide102.xml" ContentType="application/vnd.openxmlformats-officedocument.presentationml.slide+xml"/>
  <Override PartName="/ppt/slides/slide9.xml" ContentType="application/vnd.openxmlformats-officedocument.presentationml.slide+xml"/>
  <Override PartName="/ppt/slides/slide109.xml" ContentType="application/vnd.openxmlformats-officedocument.presentationml.slide+xml"/>
  <Override PartName="/ppt/slideMasters/slideMaster2.xml" ContentType="application/vnd.openxmlformats-officedocument.presentationml.slideMaster+xml"/>
  <Override PartName="/docProps/app.xml" ContentType="application/vnd.openxmlformats-officedocument.extended-properties+xml"/>
  <Override PartName="/ppt/slides/slide135.xml" ContentType="application/vnd.openxmlformats-officedocument.presentationml.slide+xml"/>
  <Override PartName="/ppt/slides/slide25.xml" ContentType="application/vnd.openxmlformats-officedocument.presentationml.slide+xml"/>
  <Override PartName="/ppt/slides/slide146.xml" ContentType="application/vnd.openxmlformats-officedocument.presentationml.slide+xml"/>
  <Override PartName="/ppt/slides/slide108.xml" ContentType="application/vnd.openxmlformats-officedocument.presentationml.slide+xml"/>
  <Override PartName="/ppt/slides/slide130.xml" ContentType="application/vnd.openxmlformats-officedocument.presentationml.slide+xml"/>
  <Override PartName="/ppt/slides/slide93.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69.xml" ContentType="application/vnd.openxmlformats-officedocument.presentationml.slide+xml"/>
  <Override PartName="/ppt/slides/slide64.xml" ContentType="application/vnd.openxmlformats-officedocument.presentationml.slide+xml"/>
  <Override PartName="/ppt/slides/slide133.xml" ContentType="application/vnd.openxmlformats-officedocument.presentationml.slide+xml"/>
  <Override PartName="/ppt/slides/slide73.xml" ContentType="application/vnd.openxmlformats-officedocument.presentationml.slide+xml"/>
  <Override PartName="/ppt/slides/slide134.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51.xml" ContentType="application/vnd.openxmlformats-officedocument.presentationml.slide+xml"/>
  <Override PartName="/ppt/slides/slide58.xml" ContentType="application/vnd.openxmlformats-officedocument.presentationml.slide+xml"/>
  <Override PartName="/ppt/slides/slide21.xml" ContentType="application/vnd.openxmlformats-officedocument.presentationml.slide+xml"/>
  <Override PartName="/ppt/slides/slide84.xml" ContentType="application/vnd.openxmlformats-officedocument.presentationml.slide+xml"/>
  <Override PartName="/ppt/slides/slide96.xml" ContentType="application/vnd.openxmlformats-officedocument.presentationml.slide+xml"/>
  <Override PartName="/ppt/slides/slide121.xml" ContentType="application/vnd.openxmlformats-officedocument.presentationml.slide+xml"/>
  <Override PartName="/ppt/slides/slide149.xml" ContentType="application/vnd.openxmlformats-officedocument.presentationml.slide+xml"/>
  <Override PartName="/ppt/slides/slide117.xml" ContentType="application/vnd.openxmlformats-officedocument.presentationml.slide+xml"/>
  <Override PartName="/ppt/slides/slide100.xml" ContentType="application/vnd.openxmlformats-officedocument.presentationml.slide+xml"/>
  <Override PartName="/ppt/slides/slide41.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presProps.xml" ContentType="application/vnd.openxmlformats-officedocument.presentationml.presProps+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 id="2147483652" r:id="rId1"/>
  </p:sldMasterIdLst>
  <p:notesMasterIdLst>
    <p:notesMasterId r:id="rId1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Lst>
  <p:sldSz cx="9144000" cy="6858000" type="screen4x3"/>
  <p:notesSz cx="6858000" cy="9144000"/>
  <p:defaultTextStyle>
    <a:lvl1pPr marL="0" indent="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1pPr>
    <a:lvl2pPr marL="457200" indent="4572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2pPr>
    <a:lvl3pPr marL="914400" indent="9144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3pPr>
    <a:lvl4pPr marL="1371600" indent="13716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4pPr>
    <a:lvl5pPr marL="1828800" indent="18288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5pPr>
    <a:lvl6pPr>
      <a:defRPr lang="en-US" sz="1800"/>
    </a:lvl6pPr>
    <a:lvl7pPr>
      <a:defRPr lang="en-US" sz="1800"/>
    </a:lvl7pPr>
    <a:lvl8pPr>
      <a:defRPr lang="en-US" sz="1800"/>
    </a:lvl8pPr>
    <a:lvl9pPr>
      <a:defRPr lang="en-US" sz="1800"/>
    </a:lvl9pPr>
  </p:defaultTextStyle>
</p:presentation>
</file>

<file path=ppt/presProps.xml><?xml version="1.0" encoding="utf-8"?>
<p:presentationPr xmlns:p="http://schemas.openxmlformats.org/presentationml/2006/main">
  <p:extLst>
    <p:ext uri="{E76CE94A-603C-4142-B9EB-6D1370010A27}"/>
    <p:ext uri="{D31A062A-798A-4329-ABDD-BBA856620510}"/>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true">
        <p:scale>
          <a:sx n="104" d="100"/>
          <a:sy n="104" d="100"/>
        </p:scale>
        <p:origin x="-123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98" Type="http://schemas.openxmlformats.org/officeDocument/2006/relationships/slide" Target="slides/slide97.xml" /><Relationship Id="rId93" Type="http://schemas.openxmlformats.org/officeDocument/2006/relationships/slide" Target="slides/slide92.xml" /><Relationship Id="rId92" Type="http://schemas.openxmlformats.org/officeDocument/2006/relationships/slide" Target="slides/slide91.xml" /><Relationship Id="rId9" Type="http://schemas.openxmlformats.org/officeDocument/2006/relationships/slide" Target="slides/slide8.xml" /><Relationship Id="rId84" Type="http://schemas.openxmlformats.org/officeDocument/2006/relationships/slide" Target="slides/slide83.xml" /><Relationship Id="rId83" Type="http://schemas.openxmlformats.org/officeDocument/2006/relationships/slide" Target="slides/slide82.xml" /><Relationship Id="rId82" Type="http://schemas.openxmlformats.org/officeDocument/2006/relationships/slide" Target="slides/slide81.xml" /><Relationship Id="rId81" Type="http://schemas.openxmlformats.org/officeDocument/2006/relationships/slide" Target="slides/slide80.xml" /><Relationship Id="rId79" Type="http://schemas.openxmlformats.org/officeDocument/2006/relationships/slide" Target="slides/slide78.xml" /><Relationship Id="rId78" Type="http://schemas.openxmlformats.org/officeDocument/2006/relationships/slide" Target="slides/slide77.xml" /><Relationship Id="rId77" Type="http://schemas.openxmlformats.org/officeDocument/2006/relationships/slide" Target="slides/slide76.xml" /><Relationship Id="rId75" Type="http://schemas.openxmlformats.org/officeDocument/2006/relationships/slide" Target="slides/slide74.xml" /><Relationship Id="rId74" Type="http://schemas.openxmlformats.org/officeDocument/2006/relationships/slide" Target="slides/slide73.xml" /><Relationship Id="rId85" Type="http://schemas.openxmlformats.org/officeDocument/2006/relationships/slide" Target="slides/slide84.xml" /><Relationship Id="rId71" Type="http://schemas.openxmlformats.org/officeDocument/2006/relationships/slide" Target="slides/slide70.xml" /><Relationship Id="rId73" Type="http://schemas.openxmlformats.org/officeDocument/2006/relationships/slide" Target="slides/slide72.xml" /><Relationship Id="rId70" Type="http://schemas.openxmlformats.org/officeDocument/2006/relationships/slide" Target="slides/slide69.xml" /><Relationship Id="rId69" Type="http://schemas.openxmlformats.org/officeDocument/2006/relationships/slide" Target="slides/slide68.xml" /><Relationship Id="rId68" Type="http://schemas.openxmlformats.org/officeDocument/2006/relationships/slide" Target="slides/slide67.xml" /><Relationship Id="rId67" Type="http://schemas.openxmlformats.org/officeDocument/2006/relationships/slide" Target="slides/slide66.xml" /><Relationship Id="rId66" Type="http://schemas.openxmlformats.org/officeDocument/2006/relationships/slide" Target="slides/slide65.xml" /><Relationship Id="rId65" Type="http://schemas.openxmlformats.org/officeDocument/2006/relationships/slide" Target="slides/slide64.xml" /><Relationship Id="rId63" Type="http://schemas.openxmlformats.org/officeDocument/2006/relationships/slide" Target="slides/slide62.xml" /><Relationship Id="rId72" Type="http://schemas.openxmlformats.org/officeDocument/2006/relationships/slide" Target="slides/slide71.xml" /><Relationship Id="rId61" Type="http://schemas.openxmlformats.org/officeDocument/2006/relationships/slide" Target="slides/slide60.xml" /><Relationship Id="rId60" Type="http://schemas.openxmlformats.org/officeDocument/2006/relationships/slide" Target="slides/slide59.xml" /><Relationship Id="rId6" Type="http://schemas.openxmlformats.org/officeDocument/2006/relationships/slide" Target="slides/slide5.xml" /><Relationship Id="rId59" Type="http://schemas.openxmlformats.org/officeDocument/2006/relationships/slide" Target="slides/slide58.xml" /><Relationship Id="rId57" Type="http://schemas.openxmlformats.org/officeDocument/2006/relationships/slide" Target="slides/slide56.xml" /><Relationship Id="rId56" Type="http://schemas.openxmlformats.org/officeDocument/2006/relationships/slide" Target="slides/slide55.xml" /><Relationship Id="rId99" Type="http://schemas.openxmlformats.org/officeDocument/2006/relationships/slide" Target="slides/slide98.xml" /><Relationship Id="rId54" Type="http://schemas.openxmlformats.org/officeDocument/2006/relationships/slide" Target="slides/slide53.xml" /><Relationship Id="rId52" Type="http://schemas.openxmlformats.org/officeDocument/2006/relationships/slide" Target="slides/slide51.xml" /><Relationship Id="rId8" Type="http://schemas.openxmlformats.org/officeDocument/2006/relationships/slide" Target="slides/slide7.xml" /><Relationship Id="rId53" Type="http://schemas.openxmlformats.org/officeDocument/2006/relationships/slide" Target="slides/slide52.xml" /><Relationship Id="rId51" Type="http://schemas.openxmlformats.org/officeDocument/2006/relationships/slide" Target="slides/slide50.xml" /><Relationship Id="rId50" Type="http://schemas.openxmlformats.org/officeDocument/2006/relationships/slide" Target="slides/slide49.xml" /><Relationship Id="rId58" Type="http://schemas.openxmlformats.org/officeDocument/2006/relationships/slide" Target="slides/slide57.xml" /><Relationship Id="rId48" Type="http://schemas.openxmlformats.org/officeDocument/2006/relationships/slide" Target="slides/slide47.xml" /><Relationship Id="rId87" Type="http://schemas.openxmlformats.org/officeDocument/2006/relationships/slide" Target="slides/slide86.xml" /><Relationship Id="rId47" Type="http://schemas.openxmlformats.org/officeDocument/2006/relationships/slide" Target="slides/slide46.xml" /><Relationship Id="rId46" Type="http://schemas.openxmlformats.org/officeDocument/2006/relationships/slide" Target="slides/slide45.xml" /><Relationship Id="rId45" Type="http://schemas.openxmlformats.org/officeDocument/2006/relationships/slide" Target="slides/slide44.xml" /><Relationship Id="rId42" Type="http://schemas.openxmlformats.org/officeDocument/2006/relationships/slide" Target="slides/slide41.xml" /><Relationship Id="rId43" Type="http://schemas.openxmlformats.org/officeDocument/2006/relationships/slide" Target="slides/slide42.xml" /><Relationship Id="rId41" Type="http://schemas.openxmlformats.org/officeDocument/2006/relationships/slide" Target="slides/slide40.xml" /><Relationship Id="rId4" Type="http://schemas.openxmlformats.org/officeDocument/2006/relationships/slide" Target="slides/slide3.xml" /><Relationship Id="rId39" Type="http://schemas.openxmlformats.org/officeDocument/2006/relationships/slide" Target="slides/slide38.xml" /><Relationship Id="rId38" Type="http://schemas.openxmlformats.org/officeDocument/2006/relationships/slide" Target="slides/slide37.xml" /><Relationship Id="rId37" Type="http://schemas.openxmlformats.org/officeDocument/2006/relationships/slide" Target="slides/slide36.xml" /><Relationship Id="rId36" Type="http://schemas.openxmlformats.org/officeDocument/2006/relationships/slide" Target="slides/slide35.xml" /><Relationship Id="rId35" Type="http://schemas.openxmlformats.org/officeDocument/2006/relationships/slide" Target="slides/slide34.xml" /><Relationship Id="rId34" Type="http://schemas.openxmlformats.org/officeDocument/2006/relationships/slide" Target="slides/slide33.xml" /><Relationship Id="rId33" Type="http://schemas.openxmlformats.org/officeDocument/2006/relationships/slide" Target="slides/slide32.xml" /><Relationship Id="rId31" Type="http://schemas.openxmlformats.org/officeDocument/2006/relationships/slide" Target="slides/slide30.xml" /><Relationship Id="rId30" Type="http://schemas.openxmlformats.org/officeDocument/2006/relationships/slide" Target="slides/slide29.xml" /><Relationship Id="rId3" Type="http://schemas.openxmlformats.org/officeDocument/2006/relationships/slide" Target="slides/slide2.xml" /><Relationship Id="rId91" Type="http://schemas.openxmlformats.org/officeDocument/2006/relationships/slide" Target="slides/slide90.xml" /><Relationship Id="rId28" Type="http://schemas.openxmlformats.org/officeDocument/2006/relationships/slide" Target="slides/slide27.xml" /><Relationship Id="rId121" Type="http://schemas.openxmlformats.org/officeDocument/2006/relationships/slide" Target="slides/slide120.xml" /><Relationship Id="rId62" Type="http://schemas.openxmlformats.org/officeDocument/2006/relationships/slide" Target="slides/slide61.xml" /><Relationship Id="rId32" Type="http://schemas.openxmlformats.org/officeDocument/2006/relationships/slide" Target="slides/slide31.xml" /><Relationship Id="rId119" Type="http://schemas.openxmlformats.org/officeDocument/2006/relationships/slide" Target="slides/slide118.xml" /><Relationship Id="rId27" Type="http://schemas.openxmlformats.org/officeDocument/2006/relationships/slide" Target="slides/slide26.xml" /><Relationship Id="rId96" Type="http://schemas.openxmlformats.org/officeDocument/2006/relationships/slide" Target="slides/slide95.xml" /><Relationship Id="rId95" Type="http://schemas.openxmlformats.org/officeDocument/2006/relationships/slide" Target="slides/slide94.xml" /><Relationship Id="rId129" Type="http://schemas.openxmlformats.org/officeDocument/2006/relationships/slide" Target="slides/slide128.xml" /><Relationship Id="rId116" Type="http://schemas.openxmlformats.org/officeDocument/2006/relationships/slide" Target="slides/slide115.xml" /><Relationship Id="rId100" Type="http://schemas.openxmlformats.org/officeDocument/2006/relationships/slide" Target="slides/slide99.xml" /><Relationship Id="rId153" Type="http://schemas.openxmlformats.org/officeDocument/2006/relationships/notesMaster" Target="notesMasters/notesMaster1.xml" /><Relationship Id="rId115" Type="http://schemas.openxmlformats.org/officeDocument/2006/relationships/slide" Target="slides/slide114.xml" /><Relationship Id="rId114" Type="http://schemas.openxmlformats.org/officeDocument/2006/relationships/slide" Target="slides/slide113.xml" /><Relationship Id="rId113" Type="http://schemas.openxmlformats.org/officeDocument/2006/relationships/slide" Target="slides/slide112.xml" /><Relationship Id="rId120" Type="http://schemas.openxmlformats.org/officeDocument/2006/relationships/slide" Target="slides/slide119.xml" /><Relationship Id="rId112" Type="http://schemas.openxmlformats.org/officeDocument/2006/relationships/slide" Target="slides/slide111.xml" /><Relationship Id="rId143" Type="http://schemas.openxmlformats.org/officeDocument/2006/relationships/slide" Target="slides/slide142.xml" /><Relationship Id="rId101" Type="http://schemas.openxmlformats.org/officeDocument/2006/relationships/slide" Target="slides/slide100.xml" /><Relationship Id="rId80" Type="http://schemas.openxmlformats.org/officeDocument/2006/relationships/slide" Target="slides/slide79.xml" /><Relationship Id="rId110" Type="http://schemas.openxmlformats.org/officeDocument/2006/relationships/slide" Target="slides/slide109.xml" /><Relationship Id="rId126" Type="http://schemas.openxmlformats.org/officeDocument/2006/relationships/slide" Target="slides/slide125.xml" /><Relationship Id="rId130" Type="http://schemas.openxmlformats.org/officeDocument/2006/relationships/slide" Target="slides/slide129.xml" /><Relationship Id="rId102" Type="http://schemas.openxmlformats.org/officeDocument/2006/relationships/slide" Target="slides/slide101.xml" /><Relationship Id="rId106" Type="http://schemas.openxmlformats.org/officeDocument/2006/relationships/slide" Target="slides/slide105.xml" /><Relationship Id="rId11" Type="http://schemas.openxmlformats.org/officeDocument/2006/relationships/slide" Target="slides/slide10.xml" /><Relationship Id="rId0" Type="http://schemas.openxmlformats.org/officeDocument/2006/relationships/slideMaster" Target="slideMasters/slideMaster1.xml" /><Relationship Id="rId15" Type="http://schemas.openxmlformats.org/officeDocument/2006/relationships/slide" Target="slides/slide14.xml" /><Relationship Id="rId7" Type="http://schemas.openxmlformats.org/officeDocument/2006/relationships/slide" Target="slides/slide6.xml" /><Relationship Id="rId5" Type="http://schemas.openxmlformats.org/officeDocument/2006/relationships/slide" Target="slides/slide4.xml" /><Relationship Id="rId125" Type="http://schemas.openxmlformats.org/officeDocument/2006/relationships/slide" Target="slides/slide124.xml" /><Relationship Id="rId103" Type="http://schemas.openxmlformats.org/officeDocument/2006/relationships/slide" Target="slides/slide102.xml" /><Relationship Id="rId76" Type="http://schemas.openxmlformats.org/officeDocument/2006/relationships/slide" Target="slides/slide75.xml" /><Relationship Id="rId10" Type="http://schemas.openxmlformats.org/officeDocument/2006/relationships/slide" Target="slides/slide9.xml" /><Relationship Id="rId124" Type="http://schemas.openxmlformats.org/officeDocument/2006/relationships/slide" Target="slides/slide123.xml" /><Relationship Id="rId105" Type="http://schemas.openxmlformats.org/officeDocument/2006/relationships/slide" Target="slides/slide104.xml" /><Relationship Id="rId1" Type="http://schemas.openxmlformats.org/officeDocument/2006/relationships/slideMaster" Target="slideMasters/slideMaster2.xml" /><Relationship Id="rId20" Type="http://schemas.openxmlformats.org/officeDocument/2006/relationships/slide" Target="slides/slide19.xml" /><Relationship Id="rId12" Type="http://schemas.openxmlformats.org/officeDocument/2006/relationships/slide" Target="slides/slide11.xml" /><Relationship Id="rId104" Type="http://schemas.openxmlformats.org/officeDocument/2006/relationships/slide" Target="slides/slide103.xml" /><Relationship Id="rId40" Type="http://schemas.openxmlformats.org/officeDocument/2006/relationships/slide" Target="slides/slide39.xml" /><Relationship Id="rId108" Type="http://schemas.openxmlformats.org/officeDocument/2006/relationships/slide" Target="slides/slide107.xml" /><Relationship Id="rId136" Type="http://schemas.openxmlformats.org/officeDocument/2006/relationships/slide" Target="slides/slide135.xml" /><Relationship Id="rId127" Type="http://schemas.openxmlformats.org/officeDocument/2006/relationships/slide" Target="slides/slide126.xml" /><Relationship Id="rId26" Type="http://schemas.openxmlformats.org/officeDocument/2006/relationships/slide" Target="slides/slide25.xml" /><Relationship Id="rId137" Type="http://schemas.openxmlformats.org/officeDocument/2006/relationships/slide" Target="slides/slide136.xml" /><Relationship Id="rId109" Type="http://schemas.openxmlformats.org/officeDocument/2006/relationships/slide" Target="slides/slide108.xml" /><Relationship Id="rId49" Type="http://schemas.openxmlformats.org/officeDocument/2006/relationships/slide" Target="slides/slide48.xml" /><Relationship Id="rId131" Type="http://schemas.openxmlformats.org/officeDocument/2006/relationships/slide" Target="slides/slide130.xml" /><Relationship Id="rId94" Type="http://schemas.openxmlformats.org/officeDocument/2006/relationships/slide" Target="slides/slide93.xml" /><Relationship Id="rId132" Type="http://schemas.openxmlformats.org/officeDocument/2006/relationships/slide" Target="slides/slide131.xml" /><Relationship Id="rId44" Type="http://schemas.openxmlformats.org/officeDocument/2006/relationships/slide" Target="slides/slide43.xml" /><Relationship Id="rId133" Type="http://schemas.openxmlformats.org/officeDocument/2006/relationships/slide" Target="slides/slide132.xml" /><Relationship Id="rId134" Type="http://schemas.openxmlformats.org/officeDocument/2006/relationships/slide" Target="slides/slide133.xml" /><Relationship Id="rId64" Type="http://schemas.openxmlformats.org/officeDocument/2006/relationships/slide" Target="slides/slide63.xml" /><Relationship Id="rId55" Type="http://schemas.openxmlformats.org/officeDocument/2006/relationships/slide" Target="slides/slide54.xml" /><Relationship Id="rId135" Type="http://schemas.openxmlformats.org/officeDocument/2006/relationships/slide" Target="slides/slide134.xml" /><Relationship Id="rId13" Type="http://schemas.openxmlformats.org/officeDocument/2006/relationships/slide" Target="slides/slide12.xml" /><Relationship Id="rId151" Type="http://schemas.openxmlformats.org/officeDocument/2006/relationships/slide" Target="slides/slide150.xml" /><Relationship Id="rId138" Type="http://schemas.openxmlformats.org/officeDocument/2006/relationships/slide" Target="slides/slide137.xml" /><Relationship Id="rId152" Type="http://schemas.openxmlformats.org/officeDocument/2006/relationships/slide" Target="slides/slide151.xml" /><Relationship Id="rId139" Type="http://schemas.openxmlformats.org/officeDocument/2006/relationships/slide" Target="slides/slide138.xml" /><Relationship Id="rId22" Type="http://schemas.openxmlformats.org/officeDocument/2006/relationships/slide" Target="slides/slide21.xml" /><Relationship Id="rId14" Type="http://schemas.openxmlformats.org/officeDocument/2006/relationships/slide" Target="slides/slide13.xml" /><Relationship Id="rId97" Type="http://schemas.openxmlformats.org/officeDocument/2006/relationships/slide" Target="slides/slide96.xml" /><Relationship Id="rId122" Type="http://schemas.openxmlformats.org/officeDocument/2006/relationships/slide" Target="slides/slide121.xml" /><Relationship Id="rId140" Type="http://schemas.openxmlformats.org/officeDocument/2006/relationships/slide" Target="slides/slide139.xml" /><Relationship Id="rId141" Type="http://schemas.openxmlformats.org/officeDocument/2006/relationships/slide" Target="slides/slide140.xml" /><Relationship Id="rId107" Type="http://schemas.openxmlformats.org/officeDocument/2006/relationships/slide" Target="slides/slide106.xml" /><Relationship Id="rId144" Type="http://schemas.openxmlformats.org/officeDocument/2006/relationships/slide" Target="slides/slide143.xml" /><Relationship Id="rId150" Type="http://schemas.openxmlformats.org/officeDocument/2006/relationships/slide" Target="slides/slide149.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9" Type="http://schemas.openxmlformats.org/officeDocument/2006/relationships/slide" Target="slides/slide148.xml" /><Relationship Id="rId118" Type="http://schemas.openxmlformats.org/officeDocument/2006/relationships/slide" Target="slides/slide117.xml" /><Relationship Id="rId154" Type="http://schemas.openxmlformats.org/officeDocument/2006/relationships/presProps" Target="presProps.xml" /><Relationship Id="rId24" Type="http://schemas.openxmlformats.org/officeDocument/2006/relationships/slide" Target="slides/slide23.xml" /><Relationship Id="rId29" Type="http://schemas.openxmlformats.org/officeDocument/2006/relationships/slide" Target="slides/slide28.xml" /><Relationship Id="rId123" Type="http://schemas.openxmlformats.org/officeDocument/2006/relationships/slide" Target="slides/slide122.xml" /><Relationship Id="rId111" Type="http://schemas.openxmlformats.org/officeDocument/2006/relationships/slide" Target="slides/slide110.xml" /><Relationship Id="rId155" Type="http://schemas.openxmlformats.org/officeDocument/2006/relationships/tableStyles" Target="tableStyles.xml" /><Relationship Id="rId88" Type="http://schemas.openxmlformats.org/officeDocument/2006/relationships/slide" Target="slides/slide87.xml" /><Relationship Id="rId117" Type="http://schemas.openxmlformats.org/officeDocument/2006/relationships/slide" Target="slides/slide116.xml" /><Relationship Id="rId156" Type="http://schemas.openxmlformats.org/officeDocument/2006/relationships/viewProps" Target="viewProps.xml" /><Relationship Id="rId89" Type="http://schemas.openxmlformats.org/officeDocument/2006/relationships/slide" Target="slides/slide88.xml" /><Relationship Id="rId128" Type="http://schemas.openxmlformats.org/officeDocument/2006/relationships/slide" Target="slides/slide127.xml" /><Relationship Id="rId142" Type="http://schemas.openxmlformats.org/officeDocument/2006/relationships/slide" Target="slides/slide141.xml" /><Relationship Id="rId16" Type="http://schemas.openxmlformats.org/officeDocument/2006/relationships/slide" Target="slides/slide15.xml" /><Relationship Id="rId2" Type="http://schemas.openxmlformats.org/officeDocument/2006/relationships/slide" Target="slides/slide1.xml" /><Relationship Id="rId90" Type="http://schemas.openxmlformats.org/officeDocument/2006/relationships/slide" Target="slides/slide89.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148" Type="http://schemas.openxmlformats.org/officeDocument/2006/relationships/slide" Target="slides/slide147.xml" /><Relationship Id="rId21" Type="http://schemas.openxmlformats.org/officeDocument/2006/relationships/slide" Target="slides/slide20.xml" /><Relationship Id="rId23" Type="http://schemas.openxmlformats.org/officeDocument/2006/relationships/slide" Target="slides/slide22.xml" /><Relationship Id="rId86" Type="http://schemas.openxmlformats.org/officeDocument/2006/relationships/slide" Target="slides/slide85.xml" /><Relationship Id="rId25" Type="http://schemas.openxmlformats.org/officeDocument/2006/relationships/slide" Target="slides/slide24.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p:cSld>
    <p:bg>
      <p:bgPr>
        <a:noFill/>
      </p:bgPr>
    </p:bg>
    <p:spTree>
      <p:nvGrpSpPr>
        <p:cNvPr id="1" name=""/>
        <p:cNvGrpSpPr/>
        <p:nvPr/>
      </p:nvGrpSpPr>
      <p:grpSpPr>
        <a:xfrm>
          <a:off x="0" y="0"/>
          <a:ext cx="0" cy="0"/>
          <a:chOff x="0" y="0"/>
          <a:chExt cx="0" cy="0"/>
        </a:xfrm>
      </p:grpSpPr>
      <p:sp>
        <p:nvSpPr>
          <p:cNvPr id="2" name="Rectangle 2"/>
          <p:cNvSpPr>
            <a:spLocks noGrp="true" noChangeShapeType="true"/>
          </p:cNvSpPr>
          <p:nvPr>
            <p:ph type="hdr"/>
          </p:nvPr>
        </p:nvSpPr>
        <p:spPr>
          <a:xfrm>
            <a:off x="0" y="0"/>
            <a:ext cx="2971800" cy="457200"/>
          </a:xfrm>
          <a:prstGeom prst="rect">
            <a:avLst/>
          </a:prstGeom>
          <a:noFill/>
        </p:spPr>
        <p:txBody>
          <a:bodyPr lIns="91440" tIns="45720" rIns="91440" bIns="45720" anchor="t"/>
          <a:lstStyle/>
          <a:p>
            <a:pPr/>
            <a:endParaRPr sz="1400" dirty="false"/>
          </a:p>
        </p:txBody>
      </p:sp>
      <p:sp>
        <p:nvSpPr>
          <p:cNvPr id="3" name="Rectangle 3"/>
          <p:cNvSpPr>
            <a:spLocks noGrp="true" noChangeShapeType="true"/>
          </p:cNvSpPr>
          <p:nvPr>
            <p:ph type="dt"/>
          </p:nvPr>
        </p:nvSpPr>
        <p:spPr>
          <a:xfrm>
            <a:off x="3886200" y="0"/>
            <a:ext cx="2971800" cy="457200"/>
          </a:xfrm>
          <a:prstGeom prst="rect">
            <a:avLst/>
          </a:prstGeom>
          <a:noFill/>
        </p:spPr>
        <p:txBody>
          <a:bodyPr lIns="91440" tIns="45720" rIns="91440" bIns="45720" anchor="t"/>
          <a:lstStyle/>
          <a:p>
            <a:pPr/>
            <a:endParaRPr sz="1400" dirty="false"/>
          </a:p>
        </p:txBody>
      </p:sp>
      <p:sp>
        <p:nvSpPr>
          <p:cNvPr id="4" name="Rectangle 4"/>
          <p:cNvSpPr>
            <a:spLocks noGrp="true" noChangeShapeType="true"/>
          </p:cNvSpPr>
          <p:nvPr>
            <p:ph type="sldImg"/>
          </p:nvPr>
        </p:nvSpPr>
        <p:spPr>
          <a:xfrm>
            <a:off x="1143000" y="685800"/>
            <a:ext cx="4572000" cy="3429000"/>
          </a:xfrm>
          <a:prstGeom prst="rect">
            <a:avLst/>
          </a:prstGeom>
          <a:noFill/>
          <a:ln w="9524">
            <a:solidFill>
              <a:srgbClr val="000000"/>
            </a:solidFill>
            <a:miter/>
            <a:headEnd/>
            <a:tailEnd/>
          </a:ln>
        </p:spPr>
        <p:txBody>
          <a:bodyPr lIns="91440" tIns="45720" rIns="91440" bIns="45720"/>
          <a:lstStyle/>
          <a:p>
            <a:pPr/>
            <a:endParaRPr sz="1400" dirty="false"/>
          </a:p>
        </p:txBody>
      </p:sp>
      <p:sp>
        <p:nvSpPr>
          <p:cNvPr id="5" name="Rectangle 5"/>
          <p:cNvSpPr>
            <a:spLocks noGrp="true" noChangeShapeType="true"/>
          </p:cNvSpPr>
          <p:nvPr>
            <p:ph type="body"/>
          </p:nvPr>
        </p:nvSpPr>
        <p:spPr>
          <a:xfrm>
            <a:off x="914400" y="4343400"/>
            <a:ext cx="5029200" cy="4114800"/>
          </a:xfrm>
          <a:prstGeom prst="rect">
            <a:avLst/>
          </a:prstGeom>
          <a:noFill/>
        </p:spPr>
        <p:txBody>
          <a:bodyPr lIns="91440" tIns="45720" rIns="91440" bIns="45720" anchor="t"/>
          <a:lstStyle>
            <a:lvl1pPr marL="0" indent="0" algn="l" defTabSz="914400" rtl="false" fontAlgn="base">
              <a:lnSpc>
                <a:spcPct val="100000"/>
              </a:lnSpc>
              <a:spcBef>
                <a:spcPct val="30000"/>
              </a:spcBef>
              <a:spcAft>
                <a:spcPts val="0"/>
              </a:spcAft>
              <a:buNone/>
              <a:defRPr sz="1200">
                <a:solidFill>
                  <a:schemeClr val="dk1"/>
                </a:solidFill>
                <a:latin typeface="Times New Roman"/>
                <a:ea typeface="SimSun"/>
              </a:defRPr>
            </a:lvl1pPr>
            <a:lvl2pPr marL="457200" indent="457200" algn="l" defTabSz="914400" rtl="false" fontAlgn="base">
              <a:lnSpc>
                <a:spcPct val="100000"/>
              </a:lnSpc>
              <a:spcBef>
                <a:spcPct val="30000"/>
              </a:spcBef>
              <a:spcAft>
                <a:spcPts val="0"/>
              </a:spcAft>
              <a:buNone/>
              <a:defRPr sz="1200">
                <a:solidFill>
                  <a:schemeClr val="dk1"/>
                </a:solidFill>
                <a:latin typeface="Times New Roman"/>
                <a:ea typeface="SimSun"/>
              </a:defRPr>
            </a:lvl2pPr>
            <a:lvl3pPr marL="914400" indent="914400" algn="l" defTabSz="914400" rtl="false" fontAlgn="base">
              <a:lnSpc>
                <a:spcPct val="100000"/>
              </a:lnSpc>
              <a:spcBef>
                <a:spcPct val="30000"/>
              </a:spcBef>
              <a:spcAft>
                <a:spcPts val="0"/>
              </a:spcAft>
              <a:buNone/>
              <a:defRPr sz="1200">
                <a:solidFill>
                  <a:schemeClr val="dk1"/>
                </a:solidFill>
                <a:latin typeface="Times New Roman"/>
                <a:ea typeface="SimSun"/>
              </a:defRPr>
            </a:lvl3pPr>
            <a:lvl4pPr marL="1371600" indent="1371600" algn="l" defTabSz="914400" rtl="false" fontAlgn="base">
              <a:lnSpc>
                <a:spcPct val="100000"/>
              </a:lnSpc>
              <a:spcBef>
                <a:spcPct val="30000"/>
              </a:spcBef>
              <a:spcAft>
                <a:spcPts val="0"/>
              </a:spcAft>
              <a:buNone/>
              <a:defRPr sz="1200">
                <a:solidFill>
                  <a:schemeClr val="dk1"/>
                </a:solidFill>
                <a:latin typeface="Times New Roman"/>
                <a:ea typeface="SimSun"/>
              </a:defRPr>
            </a:lvl4pPr>
            <a:lvl5pPr marL="1828800" indent="1828800" algn="l" defTabSz="914400" rtl="false" fontAlgn="base">
              <a:lnSpc>
                <a:spcPct val="100000"/>
              </a:lnSpc>
              <a:spcBef>
                <a:spcPct val="30000"/>
              </a:spcBef>
              <a:spcAft>
                <a:spcPts val="0"/>
              </a:spcAft>
              <a:buNone/>
              <a:defRPr sz="1200">
                <a:solidFill>
                  <a:schemeClr val="dk1"/>
                </a:solidFill>
                <a:latin typeface="Times New Roman"/>
                <a:ea typeface="SimSun"/>
              </a:defRPr>
            </a:lvl5pPr>
          </a:lstStyle>
          <a:p>
            <a:pPr marL="0" lvl="0" indent="0" defTabSz="914400">
              <a:spcBef>
                <a:spcPct val="30000"/>
              </a:spcBef>
              <a:buNone/>
            </a:pPr>
            <a:r>
              <a:rPr lang="en-US"/>
              <a:t>Click to edit Master text styles</a:t>
            </a:r>
            <a:endParaRPr/>
          </a:p>
          <a:p>
            <a:pPr marL="457200" lvl="1" indent="0" defTabSz="914400">
              <a:spcBef>
                <a:spcPct val="30000"/>
              </a:spcBef>
              <a:buNone/>
            </a:pPr>
            <a:r>
              <a:rPr lang="en-US"/>
              <a:t>Second level</a:t>
            </a:r>
            <a:endParaRPr/>
          </a:p>
          <a:p>
            <a:pPr marL="914400" lvl="2" indent="0" defTabSz="914400">
              <a:spcBef>
                <a:spcPct val="30000"/>
              </a:spcBef>
              <a:buNone/>
            </a:pPr>
            <a:r>
              <a:rPr lang="en-US"/>
              <a:t>Third level</a:t>
            </a:r>
            <a:endParaRPr/>
          </a:p>
          <a:p>
            <a:pPr marL="1371600" lvl="3" indent="0" defTabSz="914400">
              <a:spcBef>
                <a:spcPct val="30000"/>
              </a:spcBef>
              <a:buNone/>
            </a:pPr>
            <a:r>
              <a:rPr lang="en-US"/>
              <a:t>Fourth level</a:t>
            </a:r>
            <a:endParaRPr/>
          </a:p>
          <a:p>
            <a:pPr marL="1828800" lvl="4" indent="0" defTabSz="914400">
              <a:spcBef>
                <a:spcPct val="30000"/>
              </a:spcBef>
              <a:buNone/>
            </a:pPr>
            <a:r>
              <a:rPr lang="en-US"/>
              <a:t>Fifth level</a:t>
            </a:r>
            <a:endParaRPr/>
          </a:p>
        </p:txBody>
      </p:sp>
      <p:sp>
        <p:nvSpPr>
          <p:cNvPr id="6" name="Rectangle 6"/>
          <p:cNvSpPr>
            <a:spLocks noGrp="true" noChangeShapeType="true"/>
          </p:cNvSpPr>
          <p:nvPr>
            <p:ph type="ftr"/>
          </p:nvPr>
        </p:nvSpPr>
        <p:spPr>
          <a:xfrm>
            <a:off x="0" y="8686800"/>
            <a:ext cx="2971800" cy="457200"/>
          </a:xfrm>
          <a:prstGeom prst="rect">
            <a:avLst/>
          </a:prstGeom>
          <a:noFill/>
        </p:spPr>
        <p:txBody>
          <a:bodyPr lIns="91440" tIns="45720" rIns="91440" bIns="45720" anchor="b"/>
          <a:lstStyle/>
          <a:p>
            <a:pPr/>
            <a:endParaRPr sz="1400" dirty="false"/>
          </a:p>
        </p:txBody>
      </p:sp>
      <p:sp>
        <p:nvSpPr>
          <p:cNvPr id="7" name="Rectangle 7"/>
          <p:cNvSpPr>
            <a:spLocks noGrp="true" noChangeShapeType="true"/>
          </p:cNvSpPr>
          <p:nvPr>
            <p:ph type="sldNum"/>
          </p:nvPr>
        </p:nvSpPr>
        <p:spPr>
          <a:xfrm>
            <a:off x="3886200" y="8686800"/>
            <a:ext cx="2971800" cy="457200"/>
          </a:xfrm>
          <a:prstGeom prst="rect">
            <a:avLst/>
          </a:prstGeom>
          <a:noFill/>
        </p:spPr>
        <p:txBody>
          <a:bodyPr lIns="91440" tIns="45720" rIns="91440" bIns="45720" anchor="b"/>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200" b="false" i="false" u="none">
                <a:latin typeface="Times New Roman" pitchFamily="18"/>
              </a:rPr>
              <a:t>*</a:t>
            </a:fld>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9.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0.xml" /></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1.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2.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3.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4.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5.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6.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7.xml" /></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8.xml" /></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xml" /></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9.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0.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1.xml" /></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2.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3.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4.xml" /></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5.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6.xml" /></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7.xml" /></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8.xml" /></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9.xml" /></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0.xml" /></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1.xml" /></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2.xml" /></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3.xml" /></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4.xml" /></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5.xml" /></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7.xml" /></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8.xml" /></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9.xml" /></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0.xml" /></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1.xml" /></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2.xml" /></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xml" /></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0.xml" /></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1.xml" /></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3.xml" /></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1.xml" /></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3.xml" /></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4.xml" /></Relationships>
</file>

<file path=ppt/notesSlides/_rels/notesSlide4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6.xml" /></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7.xml" /></Relationships>
</file>

<file path=ppt/notesSlides/_rels/notesSlide4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8.xml" /></Relationships>
</file>

<file path=ppt/notesSlides/_rels/notesSlide4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9.xml" /></Relationships>
</file>

<file path=ppt/notesSlides/_rels/notesSlide4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0.xml" /></Relationships>
</file>

<file path=ppt/notesSlides/_rels/notesSlide4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1.xml" /></Relationships>
</file>

<file path=ppt/notesSlides/_rels/notesSlide4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3.xml" /></Relationships>
</file>

<file path=ppt/notesSlides/_rels/notesSlide5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4.xml" /></Relationships>
</file>

<file path=ppt/notesSlides/_rels/notesSlide5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7.xml" /></Relationships>
</file>

<file path=ppt/notesSlides/_rels/notesSlide5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9.xml" /></Relationships>
</file>

<file path=ppt/notesSlides/_rels/notesSlide5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0.xml" /></Relationships>
</file>

<file path=ppt/notesSlides/_rels/notesSlide5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1.xml" /></Relationships>
</file>

<file path=ppt/notesSlides/_rels/notesSlide5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2.xml" /></Relationships>
</file>

<file path=ppt/notesSlides/_rels/notesSlide5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3.xml" /></Relationships>
</file>

<file path=ppt/notesSlides/_rels/notesSlide5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4.xml" /></Relationships>
</file>

<file path=ppt/notesSlides/_rels/notesSlide5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5.xml" /></Relationships>
</file>

<file path=ppt/notesSlides/_rels/notesSlide5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6.xml" /></Relationships>
</file>

<file path=ppt/notesSlides/_rels/notesSlide6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7.xml" /></Relationships>
</file>

<file path=ppt/notesSlides/_rels/notesSlide6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8.xml" /></Relationships>
</file>

<file path=ppt/notesSlides/_rels/notesSlide6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3.xml" /></Relationships>
</file>

<file path=ppt/notesSlides/_rels/notesSlide6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4.xml" /></Relationships>
</file>

<file path=ppt/notesSlides/_rels/notesSlide6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6.xml" /></Relationships>
</file>

<file path=ppt/notesSlides/_rels/notesSlide6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8.xml" /></Relationships>
</file>

<file path=ppt/notesSlides/_rels/notesSlide6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9.xml" /></Relationships>
</file>

<file path=ppt/notesSlides/_rels/notesSlide6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0.xml" /></Relationships>
</file>

<file path=ppt/notesSlides/_rels/notesSlide6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1.xml" /></Relationships>
</file>

<file path=ppt/notesSlides/_rels/notesSlide6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2.xml" /></Relationships>
</file>

<file path=ppt/notesSlides/_rels/notesSlide7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3.xml" /></Relationships>
</file>

<file path=ppt/notesSlides/_rels/notesSlide7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4.xml" /></Relationships>
</file>

<file path=ppt/notesSlides/_rels/notesSlide7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5.xml" /></Relationships>
</file>

<file path=ppt/notesSlides/_rels/notesSlide7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6.xml" /></Relationships>
</file>

<file path=ppt/notesSlides/_rels/notesSlide7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7.xml" /></Relationships>
</file>

<file path=ppt/notesSlides/_rels/notesSlide7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8.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3"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4"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7"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8"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lvl="0" hangingPunct="true"/>
            <a:r>
              <a:rPr lang="en-US"/>
              <a:t>o</a:t>
            </a:r>
            <a:endParaRPr/>
          </a:p>
        </p:txBody>
      </p:sp>
    </p:spTree>
  </p:cSld>
</p:notes>
</file>

<file path=ppt/notesSlides/notesSlide3.xml><?xml version="1.0" encoding="utf-8"?>
<p:notes xmlns:a="http://schemas.openxmlformats.org/drawingml/2006/main" xmlns:p="http://schemas.openxmlformats.org/presentationml/2006/main">
  <p:cSld>
    <p:spTree>
      <p:nvGrpSpPr>
        <p:cNvPr id="9" name=""/>
        <p:cNvGrpSpPr/>
        <p:nvPr/>
      </p:nvGrpSpPr>
      <p:grpSpPr>
        <a:xfrm>
          <a:off x="0" y="0"/>
          <a:ext cx="0" cy="0"/>
          <a:chOff x="0" y="0"/>
          <a:chExt cx="0" cy="0"/>
        </a:xfrm>
      </p:grpSpPr>
      <p:sp>
        <p:nvSpPr>
          <p:cNvPr id="10"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1"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2"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xml><?xml version="1.0" encoding="utf-8"?>
<p:notes xmlns:a="http://schemas.openxmlformats.org/drawingml/2006/main" xmlns:p="http://schemas.openxmlformats.org/presentationml/2006/main">
  <p:cSld>
    <p:spTree>
      <p:nvGrpSpPr>
        <p:cNvPr id="16" name=""/>
        <p:cNvGrpSpPr/>
        <p:nvPr/>
      </p:nvGrpSpPr>
      <p:grpSpPr>
        <a:xfrm>
          <a:off x="0" y="0"/>
          <a:ext cx="0" cy="0"/>
          <a:chOff x="0" y="0"/>
          <a:chExt cx="0" cy="0"/>
        </a:xfrm>
      </p:grpSpPr>
      <p:sp>
        <p:nvSpPr>
          <p:cNvPr id="1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xml><?xml version="1.0" encoding="utf-8"?>
<p:notes xmlns:a="http://schemas.openxmlformats.org/drawingml/2006/main" xmlns:p="http://schemas.openxmlformats.org/presentationml/2006/main">
  <p:cSld>
    <p:spTree>
      <p:nvGrpSpPr>
        <p:cNvPr id="20" name=""/>
        <p:cNvGrpSpPr/>
        <p:nvPr/>
      </p:nvGrpSpPr>
      <p:grpSpPr>
        <a:xfrm>
          <a:off x="0" y="0"/>
          <a:ext cx="0" cy="0"/>
          <a:chOff x="0" y="0"/>
          <a:chExt cx="0" cy="0"/>
        </a:xfrm>
      </p:grpSpPr>
      <p:sp>
        <p:nvSpPr>
          <p:cNvPr id="2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7.xml><?xml version="1.0" encoding="utf-8"?>
<p:notes xmlns:a="http://schemas.openxmlformats.org/drawingml/2006/main" xmlns:p="http://schemas.openxmlformats.org/presentationml/2006/main">
  <p:cSld>
    <p:spTree>
      <p:nvGrpSpPr>
        <p:cNvPr id="24" name=""/>
        <p:cNvGrpSpPr/>
        <p:nvPr/>
      </p:nvGrpSpPr>
      <p:grpSpPr>
        <a:xfrm>
          <a:off x="0" y="0"/>
          <a:ext cx="0" cy="0"/>
          <a:chOff x="0" y="0"/>
          <a:chExt cx="0" cy="0"/>
        </a:xfrm>
      </p:grpSpPr>
      <p:sp>
        <p:nvSpPr>
          <p:cNvPr id="2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8.xml><?xml version="1.0" encoding="utf-8"?>
<p:notes xmlns:a="http://schemas.openxmlformats.org/drawingml/2006/main" xmlns:p="http://schemas.openxmlformats.org/presentationml/2006/main">
  <p:cSld>
    <p:spTree>
      <p:nvGrpSpPr>
        <p:cNvPr id="28" name=""/>
        <p:cNvGrpSpPr/>
        <p:nvPr/>
      </p:nvGrpSpPr>
      <p:grpSpPr>
        <a:xfrm>
          <a:off x="0" y="0"/>
          <a:ext cx="0" cy="0"/>
          <a:chOff x="0" y="0"/>
          <a:chExt cx="0" cy="0"/>
        </a:xfrm>
      </p:grpSpPr>
      <p:sp>
        <p:nvSpPr>
          <p:cNvPr id="29"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30"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9.xml><?xml version="1.0" encoding="utf-8"?>
<p:notes xmlns:a="http://schemas.openxmlformats.org/drawingml/2006/main" xmlns:p="http://schemas.openxmlformats.org/presentationml/2006/main">
  <p:cSld>
    <p:spTree>
      <p:nvGrpSpPr>
        <p:cNvPr id="31" name=""/>
        <p:cNvGrpSpPr/>
        <p:nvPr/>
      </p:nvGrpSpPr>
      <p:grpSpPr>
        <a:xfrm>
          <a:off x="0" y="0"/>
          <a:ext cx="0" cy="0"/>
          <a:chOff x="0" y="0"/>
          <a:chExt cx="0" cy="0"/>
        </a:xfrm>
      </p:grpSpPr>
      <p:sp>
        <p:nvSpPr>
          <p:cNvPr id="3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3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0.xml><?xml version="1.0" encoding="utf-8"?>
<p:notes xmlns:a="http://schemas.openxmlformats.org/drawingml/2006/main" xmlns:p="http://schemas.openxmlformats.org/presentationml/2006/main">
  <p:cSld>
    <p:spTree>
      <p:nvGrpSpPr>
        <p:cNvPr id="34" name=""/>
        <p:cNvGrpSpPr/>
        <p:nvPr/>
      </p:nvGrpSpPr>
      <p:grpSpPr>
        <a:xfrm>
          <a:off x="0" y="0"/>
          <a:ext cx="0" cy="0"/>
          <a:chOff x="0" y="0"/>
          <a:chExt cx="0" cy="0"/>
        </a:xfrm>
      </p:grpSpPr>
      <p:sp>
        <p:nvSpPr>
          <p:cNvPr id="35"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36"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1.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
          <p:cNvSpPr/>
          <p:nvPr>
            <p:ph type="body"/>
          </p:nvPr>
        </p:nvSpPr>
        <p:spPr>
          <a:xfrm>
            <a:off x="0" y="0"/>
            <a:ext cx="177800" cy="444500"/>
          </a:xfrm>
          <a:prstGeom prst="rect">
            <a:avLst/>
          </a:prstGeom>
        </p:spPr>
        <p:txBody>
          <a:bodyPr/>
          <a:p>
            <a:pPr/>
            <a:r>
              <a:rPr lang="en-US"/>
              <a:t>F-SCAN</a:t>
            </a:r>
            <a:r>
              <a:rPr lang="zh-CN"/>
              <a:t>在扫描过程中将新来的请求放到另外一个队列中，直到下一趟扫描时才会处理</a:t>
            </a:r>
            <a:endParaRPr/>
          </a:p>
        </p:txBody>
      </p:sp>
    </p:spTree>
  </p:cSld>
</p:notes>
</file>

<file path=ppt/notesSlides/notesSlide12.xml><?xml version="1.0" encoding="utf-8"?>
<p:notes xmlns:a="http://schemas.openxmlformats.org/drawingml/2006/main" xmlns:p="http://schemas.openxmlformats.org/presentationml/2006/main">
  <p:cSld>
    <p:spTree>
      <p:nvGrpSpPr>
        <p:cNvPr id="39" name=""/>
        <p:cNvGrpSpPr/>
        <p:nvPr/>
      </p:nvGrpSpPr>
      <p:grpSpPr>
        <a:xfrm>
          <a:off x="0" y="0"/>
          <a:ext cx="0" cy="0"/>
          <a:chOff x="0" y="0"/>
          <a:chExt cx="0" cy="0"/>
        </a:xfrm>
      </p:grpSpPr>
      <p:sp>
        <p:nvSpPr>
          <p:cNvPr id="4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4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3.xml><?xml version="1.0" encoding="utf-8"?>
<p:notes xmlns:a="http://schemas.openxmlformats.org/drawingml/2006/main" xmlns:p="http://schemas.openxmlformats.org/presentationml/2006/main">
  <p:cSld>
    <p:spTree>
      <p:nvGrpSpPr>
        <p:cNvPr id="42" name=""/>
        <p:cNvGrpSpPr/>
        <p:nvPr/>
      </p:nvGrpSpPr>
      <p:grpSpPr>
        <a:xfrm>
          <a:off x="0" y="0"/>
          <a:ext cx="0" cy="0"/>
          <a:chOff x="0" y="0"/>
          <a:chExt cx="0" cy="0"/>
        </a:xfrm>
      </p:grpSpPr>
      <p:sp>
        <p:nvSpPr>
          <p:cNvPr id="4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4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4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4.xml><?xml version="1.0" encoding="utf-8"?>
<p:notes xmlns:a="http://schemas.openxmlformats.org/drawingml/2006/main" xmlns:p="http://schemas.openxmlformats.org/presentationml/2006/main">
  <p:cSld>
    <p:spTree>
      <p:nvGrpSpPr>
        <p:cNvPr id="46" name=""/>
        <p:cNvGrpSpPr/>
        <p:nvPr/>
      </p:nvGrpSpPr>
      <p:grpSpPr>
        <a:xfrm>
          <a:off x="0" y="0"/>
          <a:ext cx="0" cy="0"/>
          <a:chOff x="0" y="0"/>
          <a:chExt cx="0" cy="0"/>
        </a:xfrm>
      </p:grpSpPr>
      <p:sp>
        <p:nvSpPr>
          <p:cNvPr id="4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4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4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5.xml><?xml version="1.0" encoding="utf-8"?>
<p:notes xmlns:a="http://schemas.openxmlformats.org/drawingml/2006/main" xmlns:p="http://schemas.openxmlformats.org/presentationml/2006/main">
  <p:cSld>
    <p:spTree>
      <p:nvGrpSpPr>
        <p:cNvPr id="50" name=""/>
        <p:cNvGrpSpPr/>
        <p:nvPr/>
      </p:nvGrpSpPr>
      <p:grpSpPr>
        <a:xfrm>
          <a:off x="0" y="0"/>
          <a:ext cx="0" cy="0"/>
          <a:chOff x="0" y="0"/>
          <a:chExt cx="0" cy="0"/>
        </a:xfrm>
      </p:grpSpPr>
      <p:sp>
        <p:nvSpPr>
          <p:cNvPr id="5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5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5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6.xml><?xml version="1.0" encoding="utf-8"?>
<p:notes xmlns:a="http://schemas.openxmlformats.org/drawingml/2006/main" xmlns:p="http://schemas.openxmlformats.org/presentationml/2006/main">
  <p:cSld>
    <p:spTree>
      <p:nvGrpSpPr>
        <p:cNvPr id="54" name=""/>
        <p:cNvGrpSpPr/>
        <p:nvPr/>
      </p:nvGrpSpPr>
      <p:grpSpPr>
        <a:xfrm>
          <a:off x="0" y="0"/>
          <a:ext cx="0" cy="0"/>
          <a:chOff x="0" y="0"/>
          <a:chExt cx="0" cy="0"/>
        </a:xfrm>
      </p:grpSpPr>
      <p:sp>
        <p:nvSpPr>
          <p:cNvPr id="5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5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5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7.xml><?xml version="1.0" encoding="utf-8"?>
<p:notes xmlns:a="http://schemas.openxmlformats.org/drawingml/2006/main" xmlns:p="http://schemas.openxmlformats.org/presentationml/2006/main">
  <p:cSld>
    <p:spTree>
      <p:nvGrpSpPr>
        <p:cNvPr id="58" name=""/>
        <p:cNvGrpSpPr/>
        <p:nvPr/>
      </p:nvGrpSpPr>
      <p:grpSpPr>
        <a:xfrm>
          <a:off x="0" y="0"/>
          <a:ext cx="0" cy="0"/>
          <a:chOff x="0" y="0"/>
          <a:chExt cx="0" cy="0"/>
        </a:xfrm>
      </p:grpSpPr>
      <p:sp>
        <p:nvSpPr>
          <p:cNvPr id="5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6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6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8.xml><?xml version="1.0" encoding="utf-8"?>
<p:notes xmlns:a="http://schemas.openxmlformats.org/drawingml/2006/main" xmlns:p="http://schemas.openxmlformats.org/presentationml/2006/main">
  <p:cSld>
    <p:spTree>
      <p:nvGrpSpPr>
        <p:cNvPr id="62" name=""/>
        <p:cNvGrpSpPr/>
        <p:nvPr/>
      </p:nvGrpSpPr>
      <p:grpSpPr>
        <a:xfrm>
          <a:off x="0" y="0"/>
          <a:ext cx="0" cy="0"/>
          <a:chOff x="0" y="0"/>
          <a:chExt cx="0" cy="0"/>
        </a:xfrm>
      </p:grpSpPr>
      <p:sp>
        <p:nvSpPr>
          <p:cNvPr id="6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6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6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19.xml><?xml version="1.0" encoding="utf-8"?>
<p:notes xmlns:a="http://schemas.openxmlformats.org/drawingml/2006/main" xmlns:p="http://schemas.openxmlformats.org/presentationml/2006/main">
  <p:cSld>
    <p:spTree>
      <p:nvGrpSpPr>
        <p:cNvPr id="66" name=""/>
        <p:cNvGrpSpPr/>
        <p:nvPr/>
      </p:nvGrpSpPr>
      <p:grpSpPr>
        <a:xfrm>
          <a:off x="0" y="0"/>
          <a:ext cx="0" cy="0"/>
          <a:chOff x="0" y="0"/>
          <a:chExt cx="0" cy="0"/>
        </a:xfrm>
      </p:grpSpPr>
      <p:sp>
        <p:nvSpPr>
          <p:cNvPr id="6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6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6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0.xml><?xml version="1.0" encoding="utf-8"?>
<p:notes xmlns:a="http://schemas.openxmlformats.org/drawingml/2006/main" xmlns:p="http://schemas.openxmlformats.org/presentationml/2006/main">
  <p:cSld>
    <p:spTree>
      <p:nvGrpSpPr>
        <p:cNvPr id="70" name=""/>
        <p:cNvGrpSpPr/>
        <p:nvPr/>
      </p:nvGrpSpPr>
      <p:grpSpPr>
        <a:xfrm>
          <a:off x="0" y="0"/>
          <a:ext cx="0" cy="0"/>
          <a:chOff x="0" y="0"/>
          <a:chExt cx="0" cy="0"/>
        </a:xfrm>
      </p:grpSpPr>
      <p:sp>
        <p:nvSpPr>
          <p:cNvPr id="7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7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7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1.xml><?xml version="1.0" encoding="utf-8"?>
<p:notes xmlns:a="http://schemas.openxmlformats.org/drawingml/2006/main" xmlns:p="http://schemas.openxmlformats.org/presentationml/2006/main">
  <p:cSld>
    <p:spTree>
      <p:nvGrpSpPr>
        <p:cNvPr id="74" name=""/>
        <p:cNvGrpSpPr/>
        <p:nvPr/>
      </p:nvGrpSpPr>
      <p:grpSpPr>
        <a:xfrm>
          <a:off x="0" y="0"/>
          <a:ext cx="0" cy="0"/>
          <a:chOff x="0" y="0"/>
          <a:chExt cx="0" cy="0"/>
        </a:xfrm>
      </p:grpSpPr>
      <p:sp>
        <p:nvSpPr>
          <p:cNvPr id="75"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76"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2.xml><?xml version="1.0" encoding="utf-8"?>
<p:notes xmlns:a="http://schemas.openxmlformats.org/drawingml/2006/main" xmlns:p="http://schemas.openxmlformats.org/presentationml/2006/main">
  <p:cSld>
    <p:spTree>
      <p:nvGrpSpPr>
        <p:cNvPr id="77" name=""/>
        <p:cNvGrpSpPr/>
        <p:nvPr/>
      </p:nvGrpSpPr>
      <p:grpSpPr>
        <a:xfrm>
          <a:off x="0" y="0"/>
          <a:ext cx="0" cy="0"/>
          <a:chOff x="0" y="0"/>
          <a:chExt cx="0" cy="0"/>
        </a:xfrm>
      </p:grpSpPr>
      <p:sp>
        <p:nvSpPr>
          <p:cNvPr id="7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7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3.xml><?xml version="1.0" encoding="utf-8"?>
<p:notes xmlns:a="http://schemas.openxmlformats.org/drawingml/2006/main" xmlns:p="http://schemas.openxmlformats.org/presentationml/2006/main">
  <p:cSld>
    <p:spTree>
      <p:nvGrpSpPr>
        <p:cNvPr id="80" name=""/>
        <p:cNvGrpSpPr/>
        <p:nvPr/>
      </p:nvGrpSpPr>
      <p:grpSpPr>
        <a:xfrm>
          <a:off x="0" y="0"/>
          <a:ext cx="0" cy="0"/>
          <a:chOff x="0" y="0"/>
          <a:chExt cx="0" cy="0"/>
        </a:xfrm>
      </p:grpSpPr>
      <p:sp>
        <p:nvSpPr>
          <p:cNvPr id="81"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82"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4.xml><?xml version="1.0" encoding="utf-8"?>
<p:notes xmlns:a="http://schemas.openxmlformats.org/drawingml/2006/main" xmlns:p="http://schemas.openxmlformats.org/presentationml/2006/main">
  <p:cSld>
    <p:spTree>
      <p:nvGrpSpPr>
        <p:cNvPr id="83" name=""/>
        <p:cNvGrpSpPr/>
        <p:nvPr/>
      </p:nvGrpSpPr>
      <p:grpSpPr>
        <a:xfrm>
          <a:off x="0" y="0"/>
          <a:ext cx="0" cy="0"/>
          <a:chOff x="0" y="0"/>
          <a:chExt cx="0" cy="0"/>
        </a:xfrm>
      </p:grpSpPr>
      <p:sp>
        <p:nvSpPr>
          <p:cNvPr id="84"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85"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86"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5.xml><?xml version="1.0" encoding="utf-8"?>
<p:notes xmlns:a="http://schemas.openxmlformats.org/drawingml/2006/main" xmlns:p="http://schemas.openxmlformats.org/presentationml/2006/main">
  <p:cSld>
    <p:spTree>
      <p:nvGrpSpPr>
        <p:cNvPr id="87" name=""/>
        <p:cNvGrpSpPr/>
        <p:nvPr/>
      </p:nvGrpSpPr>
      <p:grpSpPr>
        <a:xfrm>
          <a:off x="0" y="0"/>
          <a:ext cx="0" cy="0"/>
          <a:chOff x="0" y="0"/>
          <a:chExt cx="0" cy="0"/>
        </a:xfrm>
      </p:grpSpPr>
      <p:sp>
        <p:nvSpPr>
          <p:cNvPr id="8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8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6.xml><?xml version="1.0" encoding="utf-8"?>
<p:notes xmlns:a="http://schemas.openxmlformats.org/drawingml/2006/main" xmlns:p="http://schemas.openxmlformats.org/presentationml/2006/main">
  <p:cSld>
    <p:spTree>
      <p:nvGrpSpPr>
        <p:cNvPr id="90" name=""/>
        <p:cNvGrpSpPr/>
        <p:nvPr/>
      </p:nvGrpSpPr>
      <p:grpSpPr>
        <a:xfrm>
          <a:off x="0" y="0"/>
          <a:ext cx="0" cy="0"/>
          <a:chOff x="0" y="0"/>
          <a:chExt cx="0" cy="0"/>
        </a:xfrm>
      </p:grpSpPr>
      <p:sp>
        <p:nvSpPr>
          <p:cNvPr id="91"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92"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7.xml><?xml version="1.0" encoding="utf-8"?>
<p:notes xmlns:a="http://schemas.openxmlformats.org/drawingml/2006/main" xmlns:p="http://schemas.openxmlformats.org/presentationml/2006/main">
  <p:cSld>
    <p:spTree>
      <p:nvGrpSpPr>
        <p:cNvPr id="93" name=""/>
        <p:cNvGrpSpPr/>
        <p:nvPr/>
      </p:nvGrpSpPr>
      <p:grpSpPr>
        <a:xfrm>
          <a:off x="0" y="0"/>
          <a:ext cx="0" cy="0"/>
          <a:chOff x="0" y="0"/>
          <a:chExt cx="0" cy="0"/>
        </a:xfrm>
      </p:grpSpPr>
      <p:sp>
        <p:nvSpPr>
          <p:cNvPr id="9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9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8.xml><?xml version="1.0" encoding="utf-8"?>
<p:notes xmlns:a="http://schemas.openxmlformats.org/drawingml/2006/main" xmlns:p="http://schemas.openxmlformats.org/presentationml/2006/main">
  <p:cSld>
    <p:spTree>
      <p:nvGrpSpPr>
        <p:cNvPr id="96" name=""/>
        <p:cNvGrpSpPr/>
        <p:nvPr/>
      </p:nvGrpSpPr>
      <p:grpSpPr>
        <a:xfrm>
          <a:off x="0" y="0"/>
          <a:ext cx="0" cy="0"/>
          <a:chOff x="0" y="0"/>
          <a:chExt cx="0" cy="0"/>
        </a:xfrm>
      </p:grpSpPr>
      <p:sp>
        <p:nvSpPr>
          <p:cNvPr id="97"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98"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29.xml><?xml version="1.0" encoding="utf-8"?>
<p:notes xmlns:a="http://schemas.openxmlformats.org/drawingml/2006/main" xmlns:p="http://schemas.openxmlformats.org/presentationml/2006/main">
  <p:cSld>
    <p:spTree>
      <p:nvGrpSpPr>
        <p:cNvPr id="99" name=""/>
        <p:cNvGrpSpPr/>
        <p:nvPr/>
      </p:nvGrpSpPr>
      <p:grpSpPr>
        <a:xfrm>
          <a:off x="0" y="0"/>
          <a:ext cx="0" cy="0"/>
          <a:chOff x="0" y="0"/>
          <a:chExt cx="0" cy="0"/>
        </a:xfrm>
      </p:grpSpPr>
      <p:sp>
        <p:nvSpPr>
          <p:cNvPr id="10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0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0.xml><?xml version="1.0" encoding="utf-8"?>
<p:notes xmlns:a="http://schemas.openxmlformats.org/drawingml/2006/main" xmlns:p="http://schemas.openxmlformats.org/presentationml/2006/main">
  <p:cSld>
    <p:spTree>
      <p:nvGrpSpPr>
        <p:cNvPr id="102" name=""/>
        <p:cNvGrpSpPr/>
        <p:nvPr/>
      </p:nvGrpSpPr>
      <p:grpSpPr>
        <a:xfrm>
          <a:off x="0" y="0"/>
          <a:ext cx="0" cy="0"/>
          <a:chOff x="0" y="0"/>
          <a:chExt cx="0" cy="0"/>
        </a:xfrm>
      </p:grpSpPr>
      <p:sp>
        <p:nvSpPr>
          <p:cNvPr id="103"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04"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1.xml><?xml version="1.0" encoding="utf-8"?>
<p:notes xmlns:a="http://schemas.openxmlformats.org/drawingml/2006/main" xmlns:p="http://schemas.openxmlformats.org/presentationml/2006/main">
  <p:cSld>
    <p:spTree>
      <p:nvGrpSpPr>
        <p:cNvPr id="105" name=""/>
        <p:cNvGrpSpPr/>
        <p:nvPr/>
      </p:nvGrpSpPr>
      <p:grpSpPr>
        <a:xfrm>
          <a:off x="0" y="0"/>
          <a:ext cx="0" cy="0"/>
          <a:chOff x="0" y="0"/>
          <a:chExt cx="0" cy="0"/>
        </a:xfrm>
      </p:grpSpPr>
      <p:sp>
        <p:nvSpPr>
          <p:cNvPr id="10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0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2.xml><?xml version="1.0" encoding="utf-8"?>
<p:notes xmlns:a="http://schemas.openxmlformats.org/drawingml/2006/main" xmlns:p="http://schemas.openxmlformats.org/presentationml/2006/main">
  <p:cSld>
    <p:spTree>
      <p:nvGrpSpPr>
        <p:cNvPr id="108" name=""/>
        <p:cNvGrpSpPr/>
        <p:nvPr/>
      </p:nvGrpSpPr>
      <p:grpSpPr>
        <a:xfrm>
          <a:off x="0" y="0"/>
          <a:ext cx="0" cy="0"/>
          <a:chOff x="0" y="0"/>
          <a:chExt cx="0" cy="0"/>
        </a:xfrm>
      </p:grpSpPr>
      <p:sp>
        <p:nvSpPr>
          <p:cNvPr id="109"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10"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3.xml><?xml version="1.0" encoding="utf-8"?>
<p:notes xmlns:a="http://schemas.openxmlformats.org/drawingml/2006/main" xmlns:p="http://schemas.openxmlformats.org/presentationml/2006/main">
  <p:cSld>
    <p:spTree>
      <p:nvGrpSpPr>
        <p:cNvPr id="111" name=""/>
        <p:cNvGrpSpPr/>
        <p:nvPr/>
      </p:nvGrpSpPr>
      <p:grpSpPr>
        <a:xfrm>
          <a:off x="0" y="0"/>
          <a:ext cx="0" cy="0"/>
          <a:chOff x="0" y="0"/>
          <a:chExt cx="0" cy="0"/>
        </a:xfrm>
      </p:grpSpPr>
      <p:sp>
        <p:nvSpPr>
          <p:cNvPr id="11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1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4.xml><?xml version="1.0" encoding="utf-8"?>
<p:notes xmlns:a="http://schemas.openxmlformats.org/drawingml/2006/main" xmlns:p="http://schemas.openxmlformats.org/presentationml/2006/main">
  <p:cSld>
    <p:spTree>
      <p:nvGrpSpPr>
        <p:cNvPr id="114" name=""/>
        <p:cNvGrpSpPr/>
        <p:nvPr/>
      </p:nvGrpSpPr>
      <p:grpSpPr>
        <a:xfrm>
          <a:off x="0" y="0"/>
          <a:ext cx="0" cy="0"/>
          <a:chOff x="0" y="0"/>
          <a:chExt cx="0" cy="0"/>
        </a:xfrm>
      </p:grpSpPr>
      <p:sp>
        <p:nvSpPr>
          <p:cNvPr id="11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1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1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5.xml><?xml version="1.0" encoding="utf-8"?>
<p:notes xmlns:a="http://schemas.openxmlformats.org/drawingml/2006/main" xmlns:p="http://schemas.openxmlformats.org/presentationml/2006/main">
  <p:cSld>
    <p:spTree>
      <p:nvGrpSpPr>
        <p:cNvPr id="118" name=""/>
        <p:cNvGrpSpPr/>
        <p:nvPr/>
      </p:nvGrpSpPr>
      <p:grpSpPr>
        <a:xfrm>
          <a:off x="0" y="0"/>
          <a:ext cx="0" cy="0"/>
          <a:chOff x="0" y="0"/>
          <a:chExt cx="0" cy="0"/>
        </a:xfrm>
      </p:grpSpPr>
      <p:sp>
        <p:nvSpPr>
          <p:cNvPr id="11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800">
                <a:latin typeface="Comic Sans MS" pitchFamily="66"/>
                <a:ea typeface="SimSun" pitchFamily="2" charset="-122"/>
              </a:rPr>
              <a:t>*</a:t>
            </a:fld>
            <a:endParaRPr/>
          </a:p>
        </p:txBody>
      </p:sp>
      <p:sp>
        <p:nvSpPr>
          <p:cNvPr id="12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2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6.xml><?xml version="1.0" encoding="utf-8"?>
<p:notes xmlns:a="http://schemas.openxmlformats.org/drawingml/2006/main" xmlns:p="http://schemas.openxmlformats.org/presentationml/2006/main">
  <p:cSld>
    <p:spTree>
      <p:nvGrpSpPr>
        <p:cNvPr id="122" name=""/>
        <p:cNvGrpSpPr/>
        <p:nvPr/>
      </p:nvGrpSpPr>
      <p:grpSpPr>
        <a:xfrm>
          <a:off x="0" y="0"/>
          <a:ext cx="0" cy="0"/>
          <a:chOff x="0" y="0"/>
          <a:chExt cx="0" cy="0"/>
        </a:xfrm>
      </p:grpSpPr>
      <p:sp>
        <p:nvSpPr>
          <p:cNvPr id="12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2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2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37.xml><?xml version="1.0" encoding="utf-8"?>
<p:notes xmlns:a="http://schemas.openxmlformats.org/drawingml/2006/main" xmlns:p="http://schemas.openxmlformats.org/presentationml/2006/main">
  <p:cSld>
    <p:spTree>
      <p:nvGrpSpPr>
        <p:cNvPr id="126" name=""/>
        <p:cNvGrpSpPr/>
        <p:nvPr/>
      </p:nvGrpSpPr>
      <p:grpSpPr>
        <a:xfrm>
          <a:off x="0" y="0"/>
          <a:ext cx="0" cy="0"/>
          <a:chOff x="0" y="0"/>
          <a:chExt cx="0" cy="0"/>
        </a:xfrm>
      </p:grpSpPr>
      <p:sp>
        <p:nvSpPr>
          <p:cNvPr id="127"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28"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
        <p:nvSpPr>
          <p:cNvPr id="129"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notesSlides/notesSlide38.xml><?xml version="1.0" encoding="utf-8"?>
<p:notes xmlns:a="http://schemas.openxmlformats.org/drawingml/2006/main" xmlns:p="http://schemas.openxmlformats.org/presentationml/2006/main">
  <p:cSld>
    <p:spTree>
      <p:nvGrpSpPr>
        <p:cNvPr id="130" name=""/>
        <p:cNvGrpSpPr/>
        <p:nvPr/>
      </p:nvGrpSpPr>
      <p:grpSpPr>
        <a:xfrm>
          <a:off x="0" y="0"/>
          <a:ext cx="0" cy="0"/>
          <a:chOff x="0" y="0"/>
          <a:chExt cx="0" cy="0"/>
        </a:xfrm>
      </p:grpSpPr>
      <p:sp>
        <p:nvSpPr>
          <p:cNvPr id="131"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32"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
        <p:nvSpPr>
          <p:cNvPr id="133"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ea typeface="SimSun" pitchFamily="2" charset="-122"/>
              </a:rPr>
              <a:t>*</a:t>
            </a:fld>
            <a:endParaRPr/>
          </a:p>
        </p:txBody>
      </p:sp>
    </p:spTree>
  </p:cSld>
</p:notes>
</file>

<file path=ppt/notesSlides/notesSlide39.xml><?xml version="1.0" encoding="utf-8"?>
<p:notes xmlns:a="http://schemas.openxmlformats.org/drawingml/2006/main" xmlns:p="http://schemas.openxmlformats.org/presentationml/2006/main">
  <p:cSld>
    <p:spTree>
      <p:nvGrpSpPr>
        <p:cNvPr id="134" name=""/>
        <p:cNvGrpSpPr/>
        <p:nvPr/>
      </p:nvGrpSpPr>
      <p:grpSpPr>
        <a:xfrm>
          <a:off x="0" y="0"/>
          <a:ext cx="0" cy="0"/>
          <a:chOff x="0" y="0"/>
          <a:chExt cx="0" cy="0"/>
        </a:xfrm>
      </p:grpSpPr>
      <p:sp>
        <p:nvSpPr>
          <p:cNvPr id="135"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36"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
        <p:nvSpPr>
          <p:cNvPr id="137"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notesSlides/notesSlide40.xml><?xml version="1.0" encoding="utf-8"?>
<p:notes xmlns:a="http://schemas.openxmlformats.org/drawingml/2006/main" xmlns:p="http://schemas.openxmlformats.org/presentationml/2006/main">
  <p:cSld>
    <p:spTree>
      <p:nvGrpSpPr>
        <p:cNvPr id="138" name=""/>
        <p:cNvGrpSpPr/>
        <p:nvPr/>
      </p:nvGrpSpPr>
      <p:grpSpPr>
        <a:xfrm>
          <a:off x="0" y="0"/>
          <a:ext cx="0" cy="0"/>
          <a:chOff x="0" y="0"/>
          <a:chExt cx="0" cy="0"/>
        </a:xfrm>
      </p:grpSpPr>
      <p:sp>
        <p:nvSpPr>
          <p:cNvPr id="13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4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4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1.xml><?xml version="1.0" encoding="utf-8"?>
<p:notes xmlns:a="http://schemas.openxmlformats.org/drawingml/2006/main" xmlns:p="http://schemas.openxmlformats.org/presentationml/2006/main">
  <p:cSld>
    <p:spTree>
      <p:nvGrpSpPr>
        <p:cNvPr id="142" name=""/>
        <p:cNvGrpSpPr/>
        <p:nvPr/>
      </p:nvGrpSpPr>
      <p:grpSpPr>
        <a:xfrm>
          <a:off x="0" y="0"/>
          <a:ext cx="0" cy="0"/>
          <a:chOff x="0" y="0"/>
          <a:chExt cx="0" cy="0"/>
        </a:xfrm>
      </p:grpSpPr>
      <p:sp>
        <p:nvSpPr>
          <p:cNvPr id="14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4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4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2.xml><?xml version="1.0" encoding="utf-8"?>
<p:notes xmlns:a="http://schemas.openxmlformats.org/drawingml/2006/main" xmlns:p="http://schemas.openxmlformats.org/presentationml/2006/main">
  <p:cSld>
    <p:spTree>
      <p:nvGrpSpPr>
        <p:cNvPr id="146" name=""/>
        <p:cNvGrpSpPr/>
        <p:nvPr/>
      </p:nvGrpSpPr>
      <p:grpSpPr>
        <a:xfrm>
          <a:off x="0" y="0"/>
          <a:ext cx="0" cy="0"/>
          <a:chOff x="0" y="0"/>
          <a:chExt cx="0" cy="0"/>
        </a:xfrm>
      </p:grpSpPr>
      <p:sp>
        <p:nvSpPr>
          <p:cNvPr id="14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4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4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3.xml><?xml version="1.0" encoding="utf-8"?>
<p:notes xmlns:a="http://schemas.openxmlformats.org/drawingml/2006/main" xmlns:p="http://schemas.openxmlformats.org/presentationml/2006/main">
  <p:cSld>
    <p:spTree>
      <p:nvGrpSpPr>
        <p:cNvPr id="150" name=""/>
        <p:cNvGrpSpPr/>
        <p:nvPr/>
      </p:nvGrpSpPr>
      <p:grpSpPr>
        <a:xfrm>
          <a:off x="0" y="0"/>
          <a:ext cx="0" cy="0"/>
          <a:chOff x="0" y="0"/>
          <a:chExt cx="0" cy="0"/>
        </a:xfrm>
      </p:grpSpPr>
      <p:sp>
        <p:nvSpPr>
          <p:cNvPr id="15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5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5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4.xml><?xml version="1.0" encoding="utf-8"?>
<p:notes xmlns:a="http://schemas.openxmlformats.org/drawingml/2006/main" xmlns:p="http://schemas.openxmlformats.org/presentationml/2006/main">
  <p:cSld>
    <p:spTree>
      <p:nvGrpSpPr>
        <p:cNvPr id="154" name=""/>
        <p:cNvGrpSpPr/>
        <p:nvPr/>
      </p:nvGrpSpPr>
      <p:grpSpPr>
        <a:xfrm>
          <a:off x="0" y="0"/>
          <a:ext cx="0" cy="0"/>
          <a:chOff x="0" y="0"/>
          <a:chExt cx="0" cy="0"/>
        </a:xfrm>
      </p:grpSpPr>
      <p:sp>
        <p:nvSpPr>
          <p:cNvPr id="15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5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5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5.xml><?xml version="1.0" encoding="utf-8"?>
<p:notes xmlns:a="http://schemas.openxmlformats.org/drawingml/2006/main" xmlns:p="http://schemas.openxmlformats.org/presentationml/2006/main">
  <p:cSld>
    <p:spTree>
      <p:nvGrpSpPr>
        <p:cNvPr id="158" name=""/>
        <p:cNvGrpSpPr/>
        <p:nvPr/>
      </p:nvGrpSpPr>
      <p:grpSpPr>
        <a:xfrm>
          <a:off x="0" y="0"/>
          <a:ext cx="0" cy="0"/>
          <a:chOff x="0" y="0"/>
          <a:chExt cx="0" cy="0"/>
        </a:xfrm>
      </p:grpSpPr>
      <p:sp>
        <p:nvSpPr>
          <p:cNvPr id="15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6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6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6.xml><?xml version="1.0" encoding="utf-8"?>
<p:notes xmlns:a="http://schemas.openxmlformats.org/drawingml/2006/main" xmlns:p="http://schemas.openxmlformats.org/presentationml/2006/main">
  <p:cSld>
    <p:spTree>
      <p:nvGrpSpPr>
        <p:cNvPr id="162" name=""/>
        <p:cNvGrpSpPr/>
        <p:nvPr/>
      </p:nvGrpSpPr>
      <p:grpSpPr>
        <a:xfrm>
          <a:off x="0" y="0"/>
          <a:ext cx="0" cy="0"/>
          <a:chOff x="0" y="0"/>
          <a:chExt cx="0" cy="0"/>
        </a:xfrm>
      </p:grpSpPr>
      <p:sp>
        <p:nvSpPr>
          <p:cNvPr id="16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6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6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7.xml><?xml version="1.0" encoding="utf-8"?>
<p:notes xmlns:a="http://schemas.openxmlformats.org/drawingml/2006/main" xmlns:p="http://schemas.openxmlformats.org/presentationml/2006/main">
  <p:cSld>
    <p:spTree>
      <p:nvGrpSpPr>
        <p:cNvPr id="166" name=""/>
        <p:cNvGrpSpPr/>
        <p:nvPr/>
      </p:nvGrpSpPr>
      <p:grpSpPr>
        <a:xfrm>
          <a:off x="0" y="0"/>
          <a:ext cx="0" cy="0"/>
          <a:chOff x="0" y="0"/>
          <a:chExt cx="0" cy="0"/>
        </a:xfrm>
      </p:grpSpPr>
      <p:sp>
        <p:nvSpPr>
          <p:cNvPr id="16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6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6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8.xml><?xml version="1.0" encoding="utf-8"?>
<p:notes xmlns:a="http://schemas.openxmlformats.org/drawingml/2006/main" xmlns:p="http://schemas.openxmlformats.org/presentationml/2006/main">
  <p:cSld>
    <p:spTree>
      <p:nvGrpSpPr>
        <p:cNvPr id="170" name=""/>
        <p:cNvGrpSpPr/>
        <p:nvPr/>
      </p:nvGrpSpPr>
      <p:grpSpPr>
        <a:xfrm>
          <a:off x="0" y="0"/>
          <a:ext cx="0" cy="0"/>
          <a:chOff x="0" y="0"/>
          <a:chExt cx="0" cy="0"/>
        </a:xfrm>
      </p:grpSpPr>
      <p:sp>
        <p:nvSpPr>
          <p:cNvPr id="17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7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7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49.xml><?xml version="1.0" encoding="utf-8"?>
<p:notes xmlns:a="http://schemas.openxmlformats.org/drawingml/2006/main" xmlns:p="http://schemas.openxmlformats.org/presentationml/2006/main">
  <p:cSld>
    <p:spTree>
      <p:nvGrpSpPr>
        <p:cNvPr id="174" name=""/>
        <p:cNvGrpSpPr/>
        <p:nvPr/>
      </p:nvGrpSpPr>
      <p:grpSpPr>
        <a:xfrm>
          <a:off x="0" y="0"/>
          <a:ext cx="0" cy="0"/>
          <a:chOff x="0" y="0"/>
          <a:chExt cx="0" cy="0"/>
        </a:xfrm>
      </p:grpSpPr>
      <p:sp>
        <p:nvSpPr>
          <p:cNvPr id="17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7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7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0.xml><?xml version="1.0" encoding="utf-8"?>
<p:notes xmlns:a="http://schemas.openxmlformats.org/drawingml/2006/main" xmlns:p="http://schemas.openxmlformats.org/presentationml/2006/main">
  <p:cSld>
    <p:spTree>
      <p:nvGrpSpPr>
        <p:cNvPr id="178" name=""/>
        <p:cNvGrpSpPr/>
        <p:nvPr/>
      </p:nvGrpSpPr>
      <p:grpSpPr>
        <a:xfrm>
          <a:off x="0" y="0"/>
          <a:ext cx="0" cy="0"/>
          <a:chOff x="0" y="0"/>
          <a:chExt cx="0" cy="0"/>
        </a:xfrm>
      </p:grpSpPr>
      <p:sp>
        <p:nvSpPr>
          <p:cNvPr id="17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8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8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1.xml><?xml version="1.0" encoding="utf-8"?>
<p:notes xmlns:a="http://schemas.openxmlformats.org/drawingml/2006/main" xmlns:p="http://schemas.openxmlformats.org/presentationml/2006/main">
  <p:cSld>
    <p:spTree>
      <p:nvGrpSpPr>
        <p:cNvPr id="182" name=""/>
        <p:cNvGrpSpPr/>
        <p:nvPr/>
      </p:nvGrpSpPr>
      <p:grpSpPr>
        <a:xfrm>
          <a:off x="0" y="0"/>
          <a:ext cx="0" cy="0"/>
          <a:chOff x="0" y="0"/>
          <a:chExt cx="0" cy="0"/>
        </a:xfrm>
      </p:grpSpPr>
      <p:sp>
        <p:nvSpPr>
          <p:cNvPr id="18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8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8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2.xml><?xml version="1.0" encoding="utf-8"?>
<p:notes xmlns:a="http://schemas.openxmlformats.org/drawingml/2006/main" xmlns:p="http://schemas.openxmlformats.org/presentationml/2006/main">
  <p:cSld>
    <p:spTree>
      <p:nvGrpSpPr>
        <p:cNvPr id="186" name=""/>
        <p:cNvGrpSpPr/>
        <p:nvPr/>
      </p:nvGrpSpPr>
      <p:grpSpPr>
        <a:xfrm>
          <a:off x="0" y="0"/>
          <a:ext cx="0" cy="0"/>
          <a:chOff x="0" y="0"/>
          <a:chExt cx="0" cy="0"/>
        </a:xfrm>
      </p:grpSpPr>
      <p:sp>
        <p:nvSpPr>
          <p:cNvPr id="18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8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8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3.xml><?xml version="1.0" encoding="utf-8"?>
<p:notes xmlns:a="http://schemas.openxmlformats.org/drawingml/2006/main" xmlns:p="http://schemas.openxmlformats.org/presentationml/2006/main">
  <p:cSld>
    <p:spTree>
      <p:nvGrpSpPr>
        <p:cNvPr id="190" name=""/>
        <p:cNvGrpSpPr/>
        <p:nvPr/>
      </p:nvGrpSpPr>
      <p:grpSpPr>
        <a:xfrm>
          <a:off x="0" y="0"/>
          <a:ext cx="0" cy="0"/>
          <a:chOff x="0" y="0"/>
          <a:chExt cx="0" cy="0"/>
        </a:xfrm>
      </p:grpSpPr>
      <p:sp>
        <p:nvSpPr>
          <p:cNvPr id="19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19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9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4.xml><?xml version="1.0" encoding="utf-8"?>
<p:notes xmlns:a="http://schemas.openxmlformats.org/drawingml/2006/main" xmlns:p="http://schemas.openxmlformats.org/presentationml/2006/main">
  <p:cSld>
    <p:spTree>
      <p:nvGrpSpPr>
        <p:cNvPr id="194" name=""/>
        <p:cNvGrpSpPr/>
        <p:nvPr/>
      </p:nvGrpSpPr>
      <p:grpSpPr>
        <a:xfrm>
          <a:off x="0" y="0"/>
          <a:ext cx="0" cy="0"/>
          <a:chOff x="0" y="0"/>
          <a:chExt cx="0" cy="0"/>
        </a:xfrm>
      </p:grpSpPr>
      <p:sp>
        <p:nvSpPr>
          <p:cNvPr id="195"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196"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lvl="0"/>
            <a:r>
              <a:rPr lang="en-US"/>
              <a:t>3</a:t>
            </a:r>
            <a:endParaRPr/>
          </a:p>
        </p:txBody>
      </p:sp>
      <p:sp>
        <p:nvSpPr>
          <p:cNvPr id="197"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notesSlides/notesSlide55.xml><?xml version="1.0" encoding="utf-8"?>
<p:notes xmlns:a="http://schemas.openxmlformats.org/drawingml/2006/main" xmlns:p="http://schemas.openxmlformats.org/presentationml/2006/main">
  <p:cSld>
    <p:spTree>
      <p:nvGrpSpPr>
        <p:cNvPr id="198" name=""/>
        <p:cNvGrpSpPr/>
        <p:nvPr/>
      </p:nvGrpSpPr>
      <p:grpSpPr>
        <a:xfrm>
          <a:off x="0" y="0"/>
          <a:ext cx="0" cy="0"/>
          <a:chOff x="0" y="0"/>
          <a:chExt cx="0" cy="0"/>
        </a:xfrm>
      </p:grpSpPr>
      <p:sp>
        <p:nvSpPr>
          <p:cNvPr id="19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0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0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6.xml><?xml version="1.0" encoding="utf-8"?>
<p:notes xmlns:a="http://schemas.openxmlformats.org/drawingml/2006/main" xmlns:p="http://schemas.openxmlformats.org/presentationml/2006/main">
  <p:cSld>
    <p:spTree>
      <p:nvGrpSpPr>
        <p:cNvPr id="202" name=""/>
        <p:cNvGrpSpPr/>
        <p:nvPr/>
      </p:nvGrpSpPr>
      <p:grpSpPr>
        <a:xfrm>
          <a:off x="0" y="0"/>
          <a:ext cx="0" cy="0"/>
          <a:chOff x="0" y="0"/>
          <a:chExt cx="0" cy="0"/>
        </a:xfrm>
      </p:grpSpPr>
      <p:sp>
        <p:nvSpPr>
          <p:cNvPr id="20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0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0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7.xml><?xml version="1.0" encoding="utf-8"?>
<p:notes xmlns:a="http://schemas.openxmlformats.org/drawingml/2006/main" xmlns:p="http://schemas.openxmlformats.org/presentationml/2006/main">
  <p:cSld>
    <p:spTree>
      <p:nvGrpSpPr>
        <p:cNvPr id="206" name=""/>
        <p:cNvGrpSpPr/>
        <p:nvPr/>
      </p:nvGrpSpPr>
      <p:grpSpPr>
        <a:xfrm>
          <a:off x="0" y="0"/>
          <a:ext cx="0" cy="0"/>
          <a:chOff x="0" y="0"/>
          <a:chExt cx="0" cy="0"/>
        </a:xfrm>
      </p:grpSpPr>
      <p:sp>
        <p:nvSpPr>
          <p:cNvPr id="20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0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0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8.xml><?xml version="1.0" encoding="utf-8"?>
<p:notes xmlns:a="http://schemas.openxmlformats.org/drawingml/2006/main" xmlns:p="http://schemas.openxmlformats.org/presentationml/2006/main">
  <p:cSld>
    <p:spTree>
      <p:nvGrpSpPr>
        <p:cNvPr id="210" name=""/>
        <p:cNvGrpSpPr/>
        <p:nvPr/>
      </p:nvGrpSpPr>
      <p:grpSpPr>
        <a:xfrm>
          <a:off x="0" y="0"/>
          <a:ext cx="0" cy="0"/>
          <a:chOff x="0" y="0"/>
          <a:chExt cx="0" cy="0"/>
        </a:xfrm>
      </p:grpSpPr>
      <p:sp>
        <p:nvSpPr>
          <p:cNvPr id="21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1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1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59.xml><?xml version="1.0" encoding="utf-8"?>
<p:notes xmlns:a="http://schemas.openxmlformats.org/drawingml/2006/main" xmlns:p="http://schemas.openxmlformats.org/presentationml/2006/main">
  <p:cSld>
    <p:spTree>
      <p:nvGrpSpPr>
        <p:cNvPr id="214" name=""/>
        <p:cNvGrpSpPr/>
        <p:nvPr/>
      </p:nvGrpSpPr>
      <p:grpSpPr>
        <a:xfrm>
          <a:off x="0" y="0"/>
          <a:ext cx="0" cy="0"/>
          <a:chOff x="0" y="0"/>
          <a:chExt cx="0" cy="0"/>
        </a:xfrm>
      </p:grpSpPr>
      <p:sp>
        <p:nvSpPr>
          <p:cNvPr id="21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1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1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0.xml><?xml version="1.0" encoding="utf-8"?>
<p:notes xmlns:a="http://schemas.openxmlformats.org/drawingml/2006/main" xmlns:p="http://schemas.openxmlformats.org/presentationml/2006/main">
  <p:cSld>
    <p:spTree>
      <p:nvGrpSpPr>
        <p:cNvPr id="218" name=""/>
        <p:cNvGrpSpPr/>
        <p:nvPr/>
      </p:nvGrpSpPr>
      <p:grpSpPr>
        <a:xfrm>
          <a:off x="0" y="0"/>
          <a:ext cx="0" cy="0"/>
          <a:chOff x="0" y="0"/>
          <a:chExt cx="0" cy="0"/>
        </a:xfrm>
      </p:grpSpPr>
      <p:sp>
        <p:nvSpPr>
          <p:cNvPr id="21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2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2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1.xml><?xml version="1.0" encoding="utf-8"?>
<p:notes xmlns:a="http://schemas.openxmlformats.org/drawingml/2006/main" xmlns:p="http://schemas.openxmlformats.org/presentationml/2006/main">
  <p:cSld>
    <p:spTree>
      <p:nvGrpSpPr>
        <p:cNvPr id="222" name=""/>
        <p:cNvGrpSpPr/>
        <p:nvPr/>
      </p:nvGrpSpPr>
      <p:grpSpPr>
        <a:xfrm>
          <a:off x="0" y="0"/>
          <a:ext cx="0" cy="0"/>
          <a:chOff x="0" y="0"/>
          <a:chExt cx="0" cy="0"/>
        </a:xfrm>
      </p:grpSpPr>
      <p:sp>
        <p:nvSpPr>
          <p:cNvPr id="22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2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2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2.xml><?xml version="1.0" encoding="utf-8"?>
<p:notes xmlns:a="http://schemas.openxmlformats.org/drawingml/2006/main" xmlns:p="http://schemas.openxmlformats.org/presentationml/2006/main">
  <p:cSld>
    <p:spTree>
      <p:nvGrpSpPr>
        <p:cNvPr id="226" name=""/>
        <p:cNvGrpSpPr/>
        <p:nvPr/>
      </p:nvGrpSpPr>
      <p:grpSpPr>
        <a:xfrm>
          <a:off x="0" y="0"/>
          <a:ext cx="0" cy="0"/>
          <a:chOff x="0" y="0"/>
          <a:chExt cx="0" cy="0"/>
        </a:xfrm>
      </p:grpSpPr>
      <p:sp>
        <p:nvSpPr>
          <p:cNvPr id="22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2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2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3.xml><?xml version="1.0" encoding="utf-8"?>
<p:notes xmlns:a="http://schemas.openxmlformats.org/drawingml/2006/main" xmlns:p="http://schemas.openxmlformats.org/presentationml/2006/main">
  <p:cSld>
    <p:spTree>
      <p:nvGrpSpPr>
        <p:cNvPr id="230" name=""/>
        <p:cNvGrpSpPr/>
        <p:nvPr/>
      </p:nvGrpSpPr>
      <p:grpSpPr>
        <a:xfrm>
          <a:off x="0" y="0"/>
          <a:ext cx="0" cy="0"/>
          <a:chOff x="0" y="0"/>
          <a:chExt cx="0" cy="0"/>
        </a:xfrm>
      </p:grpSpPr>
      <p:sp>
        <p:nvSpPr>
          <p:cNvPr id="231"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32"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
        <p:nvSpPr>
          <p:cNvPr id="233"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notesSlides/notesSlide64.xml><?xml version="1.0" encoding="utf-8"?>
<p:notes xmlns:a="http://schemas.openxmlformats.org/drawingml/2006/main" xmlns:p="http://schemas.openxmlformats.org/presentationml/2006/main">
  <p:cSld>
    <p:spTree>
      <p:nvGrpSpPr>
        <p:cNvPr id="234" name=""/>
        <p:cNvGrpSpPr/>
        <p:nvPr/>
      </p:nvGrpSpPr>
      <p:grpSpPr>
        <a:xfrm>
          <a:off x="0" y="0"/>
          <a:ext cx="0" cy="0"/>
          <a:chOff x="0" y="0"/>
          <a:chExt cx="0" cy="0"/>
        </a:xfrm>
      </p:grpSpPr>
      <p:sp>
        <p:nvSpPr>
          <p:cNvPr id="235" name="幻灯片图像占位符 1"/>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36" name="备注占位符 2"/>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
        <p:nvSpPr>
          <p:cNvPr id="237"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notesSlides/notesSlide65.xml><?xml version="1.0" encoding="utf-8"?>
<p:notes xmlns:a="http://schemas.openxmlformats.org/drawingml/2006/main" xmlns:p="http://schemas.openxmlformats.org/presentationml/2006/main">
  <p:cSld>
    <p:spTree>
      <p:nvGrpSpPr>
        <p:cNvPr id="238" name=""/>
        <p:cNvGrpSpPr/>
        <p:nvPr/>
      </p:nvGrpSpPr>
      <p:grpSpPr>
        <a:xfrm>
          <a:off x="0" y="0"/>
          <a:ext cx="0" cy="0"/>
          <a:chOff x="0" y="0"/>
          <a:chExt cx="0" cy="0"/>
        </a:xfrm>
      </p:grpSpPr>
      <p:sp>
        <p:nvSpPr>
          <p:cNvPr id="23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4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4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6.xml><?xml version="1.0" encoding="utf-8"?>
<p:notes xmlns:a="http://schemas.openxmlformats.org/drawingml/2006/main" xmlns:p="http://schemas.openxmlformats.org/presentationml/2006/main">
  <p:cSld>
    <p:spTree>
      <p:nvGrpSpPr>
        <p:cNvPr id="242" name=""/>
        <p:cNvGrpSpPr/>
        <p:nvPr/>
      </p:nvGrpSpPr>
      <p:grpSpPr>
        <a:xfrm>
          <a:off x="0" y="0"/>
          <a:ext cx="0" cy="0"/>
          <a:chOff x="0" y="0"/>
          <a:chExt cx="0" cy="0"/>
        </a:xfrm>
      </p:grpSpPr>
      <p:sp>
        <p:nvSpPr>
          <p:cNvPr id="24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4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4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7.xml><?xml version="1.0" encoding="utf-8"?>
<p:notes xmlns:a="http://schemas.openxmlformats.org/drawingml/2006/main" xmlns:p="http://schemas.openxmlformats.org/presentationml/2006/main">
  <p:cSld>
    <p:spTree>
      <p:nvGrpSpPr>
        <p:cNvPr id="246" name=""/>
        <p:cNvGrpSpPr/>
        <p:nvPr/>
      </p:nvGrpSpPr>
      <p:grpSpPr>
        <a:xfrm>
          <a:off x="0" y="0"/>
          <a:ext cx="0" cy="0"/>
          <a:chOff x="0" y="0"/>
          <a:chExt cx="0" cy="0"/>
        </a:xfrm>
      </p:grpSpPr>
      <p:sp>
        <p:nvSpPr>
          <p:cNvPr id="24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4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4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8.xml><?xml version="1.0" encoding="utf-8"?>
<p:notes xmlns:a="http://schemas.openxmlformats.org/drawingml/2006/main" xmlns:p="http://schemas.openxmlformats.org/presentationml/2006/main">
  <p:cSld>
    <p:spTree>
      <p:nvGrpSpPr>
        <p:cNvPr id="250" name=""/>
        <p:cNvGrpSpPr/>
        <p:nvPr/>
      </p:nvGrpSpPr>
      <p:grpSpPr>
        <a:xfrm>
          <a:off x="0" y="0"/>
          <a:ext cx="0" cy="0"/>
          <a:chOff x="0" y="0"/>
          <a:chExt cx="0" cy="0"/>
        </a:xfrm>
      </p:grpSpPr>
      <p:sp>
        <p:nvSpPr>
          <p:cNvPr id="25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5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5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69.xml><?xml version="1.0" encoding="utf-8"?>
<p:notes xmlns:a="http://schemas.openxmlformats.org/drawingml/2006/main" xmlns:p="http://schemas.openxmlformats.org/presentationml/2006/main">
  <p:cSld>
    <p:spTree>
      <p:nvGrpSpPr>
        <p:cNvPr id="254" name=""/>
        <p:cNvGrpSpPr/>
        <p:nvPr/>
      </p:nvGrpSpPr>
      <p:grpSpPr>
        <a:xfrm>
          <a:off x="0" y="0"/>
          <a:ext cx="0" cy="0"/>
          <a:chOff x="0" y="0"/>
          <a:chExt cx="0" cy="0"/>
        </a:xfrm>
      </p:grpSpPr>
      <p:sp>
        <p:nvSpPr>
          <p:cNvPr id="25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5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5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lvl="0" hangingPunct="true"/>
            <a:r>
              <a:rPr lang="en-US"/>
              <a:t>f</a:t>
            </a:r>
            <a:r>
              <a:rPr lang="zh-CN"/>
              <a:t>，两个</a:t>
            </a:r>
            <a:r>
              <a:rPr lang="en-US"/>
              <a:t>opened file</a:t>
            </a:r>
            <a:r>
              <a:rPr lang="zh-CN"/>
              <a:t>独立，都从头开始读</a:t>
            </a:r>
            <a:endParaRPr/>
          </a:p>
        </p:txBody>
      </p:sp>
    </p:spTree>
  </p:cSld>
</p:notes>
</file>

<file path=ppt/notesSlides/notesSlide70.xml><?xml version="1.0" encoding="utf-8"?>
<p:notes xmlns:a="http://schemas.openxmlformats.org/drawingml/2006/main" xmlns:p="http://schemas.openxmlformats.org/presentationml/2006/main">
  <p:cSld>
    <p:spTree>
      <p:nvGrpSpPr>
        <p:cNvPr id="258" name=""/>
        <p:cNvGrpSpPr/>
        <p:nvPr/>
      </p:nvGrpSpPr>
      <p:grpSpPr>
        <a:xfrm>
          <a:off x="0" y="0"/>
          <a:ext cx="0" cy="0"/>
          <a:chOff x="0" y="0"/>
          <a:chExt cx="0" cy="0"/>
        </a:xfrm>
      </p:grpSpPr>
      <p:sp>
        <p:nvSpPr>
          <p:cNvPr id="25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6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6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71.xml><?xml version="1.0" encoding="utf-8"?>
<p:notes xmlns:a="http://schemas.openxmlformats.org/drawingml/2006/main" xmlns:p="http://schemas.openxmlformats.org/presentationml/2006/main">
  <p:cSld>
    <p:spTree>
      <p:nvGrpSpPr>
        <p:cNvPr id="262" name=""/>
        <p:cNvGrpSpPr/>
        <p:nvPr/>
      </p:nvGrpSpPr>
      <p:grpSpPr>
        <a:xfrm>
          <a:off x="0" y="0"/>
          <a:ext cx="0" cy="0"/>
          <a:chOff x="0" y="0"/>
          <a:chExt cx="0" cy="0"/>
        </a:xfrm>
      </p:grpSpPr>
      <p:sp>
        <p:nvSpPr>
          <p:cNvPr id="263"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64"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65"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72.xml><?xml version="1.0" encoding="utf-8"?>
<p:notes xmlns:a="http://schemas.openxmlformats.org/drawingml/2006/main" xmlns:p="http://schemas.openxmlformats.org/presentationml/2006/main">
  <p:cSld>
    <p:spTree>
      <p:nvGrpSpPr>
        <p:cNvPr id="266" name=""/>
        <p:cNvGrpSpPr/>
        <p:nvPr/>
      </p:nvGrpSpPr>
      <p:grpSpPr>
        <a:xfrm>
          <a:off x="0" y="0"/>
          <a:ext cx="0" cy="0"/>
          <a:chOff x="0" y="0"/>
          <a:chExt cx="0" cy="0"/>
        </a:xfrm>
      </p:grpSpPr>
      <p:sp>
        <p:nvSpPr>
          <p:cNvPr id="267"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68"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69"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lvl="0" hangingPunct="true"/>
            <a:r>
              <a:rPr lang="en-US"/>
              <a:t>o</a:t>
            </a:r>
            <a:endParaRPr/>
          </a:p>
          <a:p>
            <a:pPr lvl="0" hangingPunct="true"/>
            <a:r>
              <a:rPr lang="zh-CN"/>
              <a:t>父子进程共享同一个文件描述符，但是</a:t>
            </a:r>
            <a:r>
              <a:rPr lang="en-US"/>
              <a:t>opened file</a:t>
            </a:r>
            <a:r>
              <a:rPr lang="zh-CN"/>
              <a:t>是同一个，所以</a:t>
            </a:r>
            <a:r>
              <a:rPr lang="en-US"/>
              <a:t>pos</a:t>
            </a:r>
            <a:r>
              <a:rPr lang="zh-CN"/>
              <a:t>是同一个（</a:t>
            </a:r>
            <a:r>
              <a:rPr lang="en-US"/>
              <a:t>COW</a:t>
            </a:r>
            <a:r>
              <a:rPr lang="zh-CN"/>
              <a:t>针对</a:t>
            </a:r>
            <a:r>
              <a:rPr lang="en-US"/>
              <a:t>fd,</a:t>
            </a:r>
            <a:r>
              <a:rPr lang="zh-CN"/>
              <a:t>如果对</a:t>
            </a:r>
            <a:r>
              <a:rPr lang="en-US"/>
              <a:t>fd</a:t>
            </a:r>
            <a:r>
              <a:rPr lang="zh-CN"/>
              <a:t>的值进行修改）</a:t>
            </a:r>
            <a:endParaRPr/>
          </a:p>
        </p:txBody>
      </p:sp>
    </p:spTree>
  </p:cSld>
</p:notes>
</file>

<file path=ppt/notesSlides/notesSlide73.xml><?xml version="1.0" encoding="utf-8"?>
<p:notes xmlns:a="http://schemas.openxmlformats.org/drawingml/2006/main" xmlns:p="http://schemas.openxmlformats.org/presentationml/2006/main">
  <p:cSld>
    <p:spTree>
      <p:nvGrpSpPr>
        <p:cNvPr id="270" name=""/>
        <p:cNvGrpSpPr/>
        <p:nvPr/>
      </p:nvGrpSpPr>
      <p:grpSpPr>
        <a:xfrm>
          <a:off x="0" y="0"/>
          <a:ext cx="0" cy="0"/>
          <a:chOff x="0" y="0"/>
          <a:chExt cx="0" cy="0"/>
        </a:xfrm>
      </p:grpSpPr>
      <p:sp>
        <p:nvSpPr>
          <p:cNvPr id="271"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72"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73"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74.xml><?xml version="1.0" encoding="utf-8"?>
<p:notes xmlns:a="http://schemas.openxmlformats.org/drawingml/2006/main" xmlns:p="http://schemas.openxmlformats.org/presentationml/2006/main">
  <p:cSld>
    <p:spTree>
      <p:nvGrpSpPr>
        <p:cNvPr id="274" name=""/>
        <p:cNvGrpSpPr/>
        <p:nvPr/>
      </p:nvGrpSpPr>
      <p:grpSpPr>
        <a:xfrm>
          <a:off x="0" y="0"/>
          <a:ext cx="0" cy="0"/>
          <a:chOff x="0" y="0"/>
          <a:chExt cx="0" cy="0"/>
        </a:xfrm>
      </p:grpSpPr>
      <p:sp>
        <p:nvSpPr>
          <p:cNvPr id="275"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76"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77"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notesSlides/notesSlide75.xml><?xml version="1.0" encoding="utf-8"?>
<p:notes xmlns:a="http://schemas.openxmlformats.org/drawingml/2006/main" xmlns:p="http://schemas.openxmlformats.org/presentationml/2006/main">
  <p:cSld>
    <p:spTree>
      <p:nvGrpSpPr>
        <p:cNvPr id="278" name=""/>
        <p:cNvGrpSpPr/>
        <p:nvPr/>
      </p:nvGrpSpPr>
      <p:grpSpPr>
        <a:xfrm>
          <a:off x="0" y="0"/>
          <a:ext cx="0" cy="0"/>
          <a:chOff x="0" y="0"/>
          <a:chExt cx="0" cy="0"/>
        </a:xfrm>
      </p:grpSpPr>
      <p:sp>
        <p:nvSpPr>
          <p:cNvPr id="279"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a:t>*</a:t>
            </a:fld>
            <a:endParaRPr/>
          </a:p>
        </p:txBody>
      </p:sp>
      <p:sp>
        <p:nvSpPr>
          <p:cNvPr id="280" name="Rectangle 2"/>
          <p:cNvSpPr>
            <a:spLocks noGrp="true" noChangeShapeType="true"/>
          </p:cNvSpPr>
          <p:nvPr>
            <p:ph type="sldImg"/>
          </p:nvPr>
        </p:nvSpPr>
        <p:spPr>
          <a:xfrm>
            <a:off x="1143000" y="685800"/>
            <a:ext cx="4572000" cy="3429000"/>
          </a:xfrm>
          <a:prstGeom prst="rect">
            <a:avLst/>
          </a:prstGeom>
        </p:spPr>
        <p:txBody>
          <a:bodyPr lIns="91440" tIns="45720" rIns="91440" bIns="45720" anchor="t"/>
          <a:lstStyle/>
          <a:p>
            <a:pPr/>
            <a:endParaRPr sz="1400" dirty="false"/>
          </a:p>
        </p:txBody>
      </p:sp>
      <p:sp>
        <p:nvSpPr>
          <p:cNvPr id="281" name="Rectangle 3"/>
          <p:cNvSpPr>
            <a:spLocks noGrp="true" noChangeShapeType="true"/>
          </p:cNvSpPr>
          <p:nvPr>
            <p:ph type="body"/>
          </p:nvPr>
        </p:nvSpPr>
        <p:spPr>
          <a:xfrm>
            <a:off x="914400" y="4343400"/>
            <a:ext cx="5029200" cy="4114800"/>
          </a:xfrm>
          <a:prstGeom prst="rect">
            <a:avLst/>
          </a:prstGeom>
        </p:spPr>
        <p:txBody>
          <a:bodyPr lIns="91440" tIns="45720" rIns="91440" bIns="45720" anchor="t"/>
          <a:lstStyle/>
          <a:p>
            <a:pPr/>
            <a:endParaRPr sz="1400" dirty="false"/>
          </a:p>
        </p:txBody>
      </p:sp>
    </p:spTree>
  </p:cSld>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type="title">
  <p:cSld name="Title and Object Slide">
    <p:spTree>
      <p:nvGrpSpPr>
        <p:cNvPr id="1" name=""/>
        <p:cNvGrpSpPr/>
        <p:nvPr/>
      </p:nvGrpSpPr>
      <p:grpSpPr>
        <a:xfrm>
          <a:off x="0" y="0"/>
          <a:ext cx="0" cy="0"/>
          <a:chOff x="0" y="0"/>
          <a:chExt cx="0" cy="0"/>
        </a:xfrm>
      </p:grpSpPr>
      <p:sp>
        <p:nvSpPr>
          <p:cNvPr id="2" name="Shape 102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3" name="Shape 1027"/>
          <p:cNvSpPr>
            <a:spLocks noGrp="true" noChangeShapeType="true"/>
          </p:cNvSpPr>
          <p:nvPr>
            <p:ph type="obj"/>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4" name="Shape 1028"/>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rPr>
              <a:t>11.11.2015</a:t>
            </a:fld>
            <a:endParaRPr/>
          </a:p>
        </p:txBody>
      </p:sp>
      <p:sp>
        <p:nvSpPr>
          <p:cNvPr id="5" name="Shape 1029"/>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rPr>
              <a:t>Compilers Autumn 2002</a:t>
            </a:r>
            <a:endParaRPr/>
          </a:p>
        </p:txBody>
      </p:sp>
      <p:sp>
        <p:nvSpPr>
          <p:cNvPr id="6" name="Shape 1030"/>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rPr>
              <a:t>&lt;#&gt;</a:t>
            </a:fld>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showMasterSp="false" type="title">
  <p:cSld name="2_icfp99">
    <p:spTree>
      <p:nvGrpSpPr>
        <p:cNvPr id="7" name=""/>
        <p:cNvGrpSpPr/>
        <p:nvPr/>
      </p:nvGrpSpPr>
      <p:grpSpPr>
        <a:xfrm>
          <a:off x="0" y="0"/>
          <a:ext cx="0" cy="0"/>
          <a:chOff x="0" y="0"/>
          <a:chExt cx="0" cy="0"/>
        </a:xfrm>
      </p:grpSpPr>
      <p:sp>
        <p:nvSpPr>
          <p:cNvPr id="8"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9" name="Rectangle 3"/>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10" name="Rectangle 1028"/>
          <p:cNvSpPr>
            <a:spLocks noGrp="true" noChangeShapeType="true"/>
          </p:cNvSpPr>
          <p:nvPr>
            <p:ph type="dt"/>
          </p:nvPr>
        </p:nvSpPr>
        <p:spPr>
          <a:xfrm>
            <a:off x="533400" y="6248400"/>
            <a:ext cx="1905000" cy="457200"/>
          </a:xfrm>
          <a:prstGeom prst="rect">
            <a:avLst/>
          </a:prstGeom>
          <a:noFill/>
        </p:spPr>
        <p:txBody>
          <a:bodyPr lIns="91440" tIns="45720" rIns="91440" bIns="45720" anchor="t"/>
          <a:lstStyle/>
          <a:p>
            <a:pPr marL="0" lvl="0" indent="0">
              <a:spcBef>
                <a:spcPts val="0"/>
              </a:spcBef>
              <a:buNone/>
            </a:pPr>
            <a:fld id="{D7E01130-044F-4930-9A27-C729C70D8524}" type="datetime1">
              <a:rPr lang="zh-CN" sz="1400" b="false" i="false" u="none">
                <a:latin typeface="Times New Roman" pitchFamily="18"/>
              </a:rPr>
              <a:t>*</a:t>
            </a:fld>
            <a:endParaRPr/>
          </a:p>
        </p:txBody>
      </p:sp>
      <p:sp>
        <p:nvSpPr>
          <p:cNvPr id="11" name="Rectangle 1029"/>
          <p:cNvSpPr>
            <a:spLocks noGrp="true" noChangeShapeType="true"/>
          </p:cNvSpPr>
          <p:nvPr>
            <p:ph type="ftr"/>
          </p:nvPr>
        </p:nvSpPr>
        <p:spPr>
          <a:xfrm>
            <a:off x="2514600" y="6248400"/>
            <a:ext cx="4114800" cy="457200"/>
          </a:xfrm>
          <a:prstGeom prst="rect">
            <a:avLst/>
          </a:prstGeom>
          <a:noFill/>
        </p:spPr>
        <p:txBody>
          <a:bodyPr lIns="91440" tIns="45720" rIns="91440" bIns="45720" anchor="t"/>
          <a:lstStyle/>
          <a:p>
            <a:pPr marL="0" lvl="0" indent="0" algn="ctr">
              <a:spcBef>
                <a:spcPts val="0"/>
              </a:spcBef>
              <a:buNone/>
            </a:pPr>
            <a:r>
              <a:rPr lang="zh-CN" sz="1400" b="false" i="false" u="none">
                <a:latin typeface="Times New Roman" pitchFamily="18"/>
              </a:rPr>
              <a:t>Compilers Autumn 2002</a:t>
            </a:r>
            <a:endParaRPr/>
          </a:p>
        </p:txBody>
      </p:sp>
      <p:sp>
        <p:nvSpPr>
          <p:cNvPr id="12" name="Rectangle 1030"/>
          <p:cNvSpPr>
            <a:spLocks noGrp="true" noChangeShapeType="true"/>
          </p:cNvSpPr>
          <p:nvPr>
            <p:ph type="sldNum"/>
          </p:nvPr>
        </p:nvSpPr>
        <p:spPr>
          <a:xfrm>
            <a:off x="6705600" y="6248400"/>
            <a:ext cx="19050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type="blank">
  <p:cSld name="Blank Slide">
    <p:spTree>
      <p:nvGrpSpPr>
        <p:cNvPr id="13" name=""/>
        <p:cNvGrpSpPr/>
        <p:nvPr/>
      </p:nvGrpSpPr>
      <p:grpSpPr>
        <a:xfrm>
          <a:off x="0" y="0"/>
          <a:ext cx="0" cy="0"/>
          <a:chOff x="0" y="0"/>
          <a:chExt cx="0" cy="0"/>
        </a:xfrm>
      </p:grpSpPr>
      <p:sp>
        <p:nvSpPr>
          <p:cNvPr id="14" name="Shape 1028"/>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rPr>
              <a:t>11.11.2015</a:t>
            </a:fld>
            <a:endParaRPr/>
          </a:p>
        </p:txBody>
      </p:sp>
      <p:sp>
        <p:nvSpPr>
          <p:cNvPr id="15" name="Shape 1030"/>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rPr>
              <a:t>&lt;#&gt;</a:t>
            </a:fld>
            <a:endParaRPr/>
          </a:p>
        </p:txBody>
      </p:sp>
      <p:sp>
        <p:nvSpPr>
          <p:cNvPr id="16" name="Shape 1029"/>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rPr>
              <a:t>Compilers Autumn 2002</a:t>
            </a:r>
            <a:endParaRPr/>
          </a:p>
        </p:txBody>
      </p:sp>
      <p:sp>
        <p:nvSpPr>
          <p:cNvPr id="17" name="Shape 102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18" name="Shape 1027"/>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type="title">
  <p:cSld name="Title and Object Slide">
    <p:spTree>
      <p:nvGrpSpPr>
        <p:cNvPr id="19" name=""/>
        <p:cNvGrpSpPr/>
        <p:nvPr/>
      </p:nvGrpSpPr>
      <p:grpSpPr>
        <a:xfrm>
          <a:off x="0" y="0"/>
          <a:ext cx="0" cy="0"/>
          <a:chOff x="0" y="0"/>
          <a:chExt cx="0" cy="0"/>
        </a:xfrm>
      </p:grpSpPr>
      <p:sp>
        <p:nvSpPr>
          <p:cNvPr id="20" name="Shape 2050"/>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21" name="Shape 2051"/>
          <p:cNvSpPr>
            <a:spLocks noGrp="true" noChangeShapeType="true"/>
          </p:cNvSpPr>
          <p:nvPr>
            <p:ph type="obj"/>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22" name="Shape 2052"/>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ea typeface="SimSun" pitchFamily="2" charset="-122"/>
              </a:rPr>
              <a:t>11.11.2015</a:t>
            </a:fld>
            <a:endParaRPr/>
          </a:p>
        </p:txBody>
      </p:sp>
      <p:sp>
        <p:nvSpPr>
          <p:cNvPr id="23" name="Shape 2053"/>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ea typeface="SimSun" pitchFamily="2" charset="-122"/>
              </a:rPr>
              <a:t>Compilers Autumn 2002</a:t>
            </a:r>
            <a:endParaRPr/>
          </a:p>
        </p:txBody>
      </p:sp>
      <p:sp>
        <p:nvSpPr>
          <p:cNvPr id="24" name="Shape 2054"/>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ea typeface="SimSun" pitchFamily="2" charset="-122"/>
              </a:rPr>
              <a:t>&lt;#&gt;</a:t>
            </a:fld>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showMasterSp="false" type="title">
  <p:cSld name="3_icfp99">
    <p:spTree>
      <p:nvGrpSpPr>
        <p:cNvPr id="25" name=""/>
        <p:cNvGrpSpPr/>
        <p:nvPr/>
      </p:nvGrpSpPr>
      <p:grpSpPr>
        <a:xfrm>
          <a:off x="0" y="0"/>
          <a:ext cx="0" cy="0"/>
          <a:chOff x="0" y="0"/>
          <a:chExt cx="0" cy="0"/>
        </a:xfrm>
      </p:grpSpPr>
      <p:sp>
        <p:nvSpPr>
          <p:cNvPr id="26"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27" name="Rectangle 3"/>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28" name="Rectangle 1028"/>
          <p:cNvSpPr>
            <a:spLocks noGrp="true" noChangeShapeType="true"/>
          </p:cNvSpPr>
          <p:nvPr>
            <p:ph type="dt"/>
          </p:nvPr>
        </p:nvSpPr>
        <p:spPr>
          <a:xfrm>
            <a:off x="533400" y="6248400"/>
            <a:ext cx="1905000" cy="457200"/>
          </a:xfrm>
          <a:prstGeom prst="rect">
            <a:avLst/>
          </a:prstGeom>
          <a:noFill/>
        </p:spPr>
        <p:txBody>
          <a:bodyPr lIns="91440" tIns="45720" rIns="91440" bIns="45720" anchor="t"/>
          <a:lstStyle/>
          <a:p>
            <a:pPr marL="0" lvl="0" indent="0">
              <a:spcBef>
                <a:spcPts val="0"/>
              </a:spcBef>
              <a:buNone/>
            </a:pPr>
            <a:fld id="{D7E01130-044F-4930-9A27-C729C70D8524}" type="datetime1">
              <a:rPr lang="zh-CN" sz="1400" b="false" i="false" u="none">
                <a:latin typeface="Times New Roman" pitchFamily="18"/>
                <a:ea typeface="SimSun" pitchFamily="2" charset="-122"/>
              </a:rPr>
              <a:t>*</a:t>
            </a:fld>
            <a:endParaRPr/>
          </a:p>
        </p:txBody>
      </p:sp>
      <p:sp>
        <p:nvSpPr>
          <p:cNvPr id="29" name="Rectangle 1029"/>
          <p:cNvSpPr>
            <a:spLocks noGrp="true" noChangeShapeType="true"/>
          </p:cNvSpPr>
          <p:nvPr>
            <p:ph type="ftr"/>
          </p:nvPr>
        </p:nvSpPr>
        <p:spPr>
          <a:xfrm>
            <a:off x="2514600" y="6248400"/>
            <a:ext cx="4114800" cy="457200"/>
          </a:xfrm>
          <a:prstGeom prst="rect">
            <a:avLst/>
          </a:prstGeom>
          <a:noFill/>
        </p:spPr>
        <p:txBody>
          <a:bodyPr lIns="91440" tIns="45720" rIns="91440" bIns="45720" anchor="t"/>
          <a:lstStyle/>
          <a:p>
            <a:pPr marL="0" lvl="0" indent="0" algn="ctr">
              <a:spcBef>
                <a:spcPts val="0"/>
              </a:spcBef>
              <a:buNone/>
            </a:pPr>
            <a:r>
              <a:rPr lang="zh-CN" sz="1400" b="false" i="false" u="none">
                <a:latin typeface="Times New Roman" pitchFamily="18"/>
                <a:ea typeface="SimSun" pitchFamily="2" charset="-122"/>
              </a:rPr>
              <a:t>Compilers Autumn 2002</a:t>
            </a:r>
            <a:endParaRPr/>
          </a:p>
        </p:txBody>
      </p:sp>
      <p:sp>
        <p:nvSpPr>
          <p:cNvPr id="30" name="Rectangle 1030"/>
          <p:cNvSpPr>
            <a:spLocks noGrp="true" noChangeShapeType="true"/>
          </p:cNvSpPr>
          <p:nvPr>
            <p:ph type="sldNum"/>
          </p:nvPr>
        </p:nvSpPr>
        <p:spPr>
          <a:xfrm>
            <a:off x="6705600" y="6248400"/>
            <a:ext cx="19050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ea typeface="SimSun" pitchFamily="2" charset="-122"/>
              </a:rPr>
              <a:t>*</a:t>
            </a:fld>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type="blank">
  <p:cSld name="Blank Slide">
    <p:spTree>
      <p:nvGrpSpPr>
        <p:cNvPr id="31" name=""/>
        <p:cNvGrpSpPr/>
        <p:nvPr/>
      </p:nvGrpSpPr>
      <p:grpSpPr>
        <a:xfrm>
          <a:off x="0" y="0"/>
          <a:ext cx="0" cy="0"/>
          <a:chOff x="0" y="0"/>
          <a:chExt cx="0" cy="0"/>
        </a:xfrm>
      </p:grpSpPr>
      <p:sp>
        <p:nvSpPr>
          <p:cNvPr id="32" name="Shape 2052"/>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ea typeface="SimSun" pitchFamily="2" charset="-122"/>
              </a:rPr>
              <a:t>11.11.2015</a:t>
            </a:fld>
            <a:endParaRPr/>
          </a:p>
        </p:txBody>
      </p:sp>
      <p:sp>
        <p:nvSpPr>
          <p:cNvPr id="33" name="Shape 2054"/>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ea typeface="SimSun" pitchFamily="2" charset="-122"/>
              </a:rPr>
              <a:t>&lt;#&gt;</a:t>
            </a:fld>
            <a:endParaRPr/>
          </a:p>
        </p:txBody>
      </p:sp>
      <p:sp>
        <p:nvSpPr>
          <p:cNvPr id="34" name="Shape 2053"/>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ea typeface="SimSun" pitchFamily="2" charset="-122"/>
              </a:rPr>
              <a:t>Compilers Autumn 2002</a:t>
            </a:r>
            <a:endParaRPr/>
          </a:p>
        </p:txBody>
      </p:sp>
      <p:sp>
        <p:nvSpPr>
          <p:cNvPr id="35" name="Shape 2050"/>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36" name="Shape 2051"/>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2" Type="http://schemas.openxmlformats.org/officeDocument/2006/relationships/slideLayout" Target="../slideLayouts/slideLayout3.xml" /><Relationship Id="rId3" Type="http://schemas.openxmlformats.org/officeDocument/2006/relationships/theme" Target="../theme/theme1.xml" /><Relationship Id="rId0" Type="http://schemas.openxmlformats.org/officeDocument/2006/relationships/slideLayout" Target="../slideLayouts/slideLayout1.xml" /><Relationship Id="rId1" Type="http://schemas.openxmlformats.org/officeDocument/2006/relationships/slideLayout" Target="../slideLayouts/slideLayout2.xml" /></Relationships>
</file>

<file path=ppt/slideMasters/_rels/slideMaster2.xml.rels><?xml version="1.0" encoding="UTF-8" standalone="yes"?><Relationships xmlns="http://schemas.openxmlformats.org/package/2006/relationships"><Relationship Id="rId3" Type="http://schemas.openxmlformats.org/officeDocument/2006/relationships/theme" Target="../theme/theme2.xml" /><Relationship Id="rId2" Type="http://schemas.openxmlformats.org/officeDocument/2006/relationships/slideLayout" Target="../slideLayouts/slideLayout6.xml" /><Relationship Id="rId0" Type="http://schemas.openxmlformats.org/officeDocument/2006/relationships/slideLayout" Target="../slideLayouts/slideLayout4.xml" /><Relationship Id="rId1"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a:xfrm>
          <a:off x="0" y="0"/>
          <a:ext cx="0" cy="0"/>
          <a:chOff x="0" y="0"/>
          <a:chExt cx="0" cy="0"/>
        </a:xfrm>
      </p:grpSpPr>
      <p:sp>
        <p:nvSpPr>
          <p:cNvPr id="2"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3" name="Rectangle 3"/>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4" name="Rectangle 4"/>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rPr>
              <a:t>*</a:t>
            </a:fld>
            <a:endParaRPr/>
          </a:p>
        </p:txBody>
      </p:sp>
      <p:sp>
        <p:nvSpPr>
          <p:cNvPr id="5" name="Rectangle 5"/>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rPr>
              <a:t>Compilers Autumn 2002</a:t>
            </a:r>
            <a:endParaRPr/>
          </a:p>
        </p:txBody>
      </p:sp>
      <p:sp>
        <p:nvSpPr>
          <p:cNvPr id="6" name="Rectangle 6"/>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 name="Line 7"/>
          <p:cNvSpPr>
            <a:spLocks noGrp="true" noChangeShapeType="true"/>
          </p:cNvSpPr>
          <p:nvPr/>
        </p:nvSpPr>
        <p:spPr>
          <a:xfrm>
            <a:off x="457200" y="1371600"/>
            <a:ext cx="8077200" cy="0"/>
          </a:xfrm>
          <a:prstGeom prst="line">
            <a:avLst/>
          </a:prstGeom>
          <a:noFill/>
          <a:ln w="38100">
            <a:solidFill>
              <a:schemeClr val="accent2"/>
            </a:solidFill>
            <a:round/>
            <a:headEnd/>
            <a:tailEnd/>
          </a:ln>
        </p:spPr>
        <p:txBody>
          <a:bodyPr lIns="91440" tIns="45720" rIns="91440" bIns="45720"/>
          <a:lstStyle/>
          <a:p>
            <a:pPr/>
            <a:endParaRPr sz="1400" dirty="false"/>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Lst>
  <p:txStyles>
    <p:titleStyle>
      <a:lvl1pPr marL="0" indent="0" algn="l" defTabSz="914400" rtl="false" fontAlgn="base">
        <a:lnSpc>
          <a:spcPct val="100000"/>
        </a:lnSpc>
        <a:spcBef>
          <a:spcPts val="0"/>
        </a:spcBef>
        <a:spcAft>
          <a:spcPts val="0"/>
        </a:spcAft>
        <a:buNone/>
        <a:defRPr lang="en-US" sz="2800" b="true" i="false">
          <a:solidFill>
            <a:schemeClr val="dk2"/>
          </a:solidFill>
          <a:latin typeface="Comic Sans MS"/>
        </a:defRPr>
      </a:lvl1pPr>
      <a:lvl2pPr marL="0" indent="0" algn="l" defTabSz="914400" rtl="false" fontAlgn="base">
        <a:lnSpc>
          <a:spcPct val="100000"/>
        </a:lnSpc>
        <a:spcBef>
          <a:spcPts val="0"/>
        </a:spcBef>
        <a:spcAft>
          <a:spcPts val="0"/>
        </a:spcAft>
        <a:buNone/>
        <a:defRPr lang="en-US" sz="2800" b="true" i="false">
          <a:solidFill>
            <a:schemeClr val="dk2"/>
          </a:solidFill>
          <a:latin typeface="Comic Sans MS"/>
        </a:defRPr>
      </a:lvl2pPr>
      <a:lvl3pPr marL="0" indent="0" algn="l" defTabSz="914400" rtl="false" fontAlgn="base">
        <a:lnSpc>
          <a:spcPct val="100000"/>
        </a:lnSpc>
        <a:spcBef>
          <a:spcPts val="0"/>
        </a:spcBef>
        <a:spcAft>
          <a:spcPts val="0"/>
        </a:spcAft>
        <a:buNone/>
        <a:defRPr lang="en-US" sz="2800" b="true" i="false">
          <a:solidFill>
            <a:schemeClr val="dk2"/>
          </a:solidFill>
          <a:latin typeface="Comic Sans MS"/>
        </a:defRPr>
      </a:lvl3pPr>
      <a:lvl4pPr marL="0" indent="0" algn="l" defTabSz="914400" rtl="false" fontAlgn="base">
        <a:lnSpc>
          <a:spcPct val="100000"/>
        </a:lnSpc>
        <a:spcBef>
          <a:spcPts val="0"/>
        </a:spcBef>
        <a:spcAft>
          <a:spcPts val="0"/>
        </a:spcAft>
        <a:buNone/>
        <a:defRPr lang="en-US" sz="2800" b="true" i="false">
          <a:solidFill>
            <a:schemeClr val="dk2"/>
          </a:solidFill>
          <a:latin typeface="Comic Sans MS"/>
        </a:defRPr>
      </a:lvl4pPr>
      <a:lvl5pPr marL="0" indent="0" algn="l" defTabSz="914400" rtl="false" fontAlgn="base">
        <a:lnSpc>
          <a:spcPct val="100000"/>
        </a:lnSpc>
        <a:spcBef>
          <a:spcPts val="0"/>
        </a:spcBef>
        <a:spcAft>
          <a:spcPts val="0"/>
        </a:spcAft>
        <a:buNone/>
        <a:defRPr lang="en-US" sz="2800" b="true" i="false">
          <a:solidFill>
            <a:schemeClr val="dk2"/>
          </a:solidFill>
          <a:latin typeface="Comic Sans MS"/>
        </a:defRPr>
      </a:lvl5pPr>
      <a:lvl6pPr>
        <a:defRPr lang="en-US" sz="1800"/>
      </a:lvl6pPr>
      <a:lvl7pPr>
        <a:defRPr lang="en-US" sz="1800"/>
      </a:lvl7pPr>
      <a:lvl8pPr>
        <a:defRPr lang="en-US" sz="1800"/>
      </a:lvl8pPr>
      <a:lvl9pPr>
        <a:defRPr lang="en-US" sz="1800"/>
      </a:lvl9pPr>
    </p:titleStyle>
    <p:bodyStyle>
      <a:lvl1pPr marL="342900" indent="0" algn="l" defTabSz="914400" rtl="false" fontAlgn="base">
        <a:lnSpc>
          <a:spcPct val="100000"/>
        </a:lnSpc>
        <a:spcBef>
          <a:spcPct val="20000"/>
        </a:spcBef>
        <a:spcAft>
          <a:spcPts val="0"/>
        </a:spcAft>
        <a:buChar char="•"/>
        <a:defRPr lang="en-US" sz="2800" b="tru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lang="en-US" sz="2400" b="tru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lang="en-US" sz="2000" b="tru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lang="en-US" sz="2000" b="tru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lang="en-US" sz="2000" b="true" i="false">
          <a:solidFill>
            <a:schemeClr val="dk1"/>
          </a:solidFill>
          <a:latin typeface="Comic Sans MS"/>
        </a:defRPr>
      </a:lvl5pPr>
      <a:lvl6pPr>
        <a:defRPr lang="en-US" sz="1800"/>
      </a:lvl6pPr>
      <a:lvl7pPr>
        <a:defRPr lang="en-US" sz="1800"/>
      </a:lvl7pPr>
      <a:lvl8pPr>
        <a:defRPr lang="en-US" sz="1800"/>
      </a:lvl8pPr>
      <a:lvl9pPr>
        <a:defRPr lang="en-US" sz="1800"/>
      </a:lvl9pPr>
    </p:bodyStyle>
    <p:otherStyle>
      <a:lvl1pPr marL="0" indent="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1pPr>
      <a:lvl2pPr marL="457200" indent="4572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2pPr>
      <a:lvl3pPr marL="914400" indent="9144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3pPr>
      <a:lvl4pPr marL="1371600" indent="13716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4pPr>
      <a:lvl5pPr marL="1828800" indent="18288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5pPr>
      <a:lvl6pPr>
        <a:defRPr lang="en-US" sz="1800"/>
      </a:lvl6pPr>
      <a:lvl7pPr>
        <a:defRPr lang="en-US" sz="1800"/>
      </a:lvl7pPr>
      <a:lvl8pPr>
        <a:defRPr lang="en-US" sz="1800"/>
      </a:lvl8pPr>
      <a:lvl9pPr>
        <a:defRPr lang="en-US" sz="1800"/>
      </a:lvl9pPr>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p:cSld>
    <p:bg>
      <p:bgPr>
        <a:solidFill>
          <a:schemeClr val="lt1"/>
        </a:solidFill>
      </p:bgPr>
    </p:bg>
    <p:spTree>
      <p:nvGrpSpPr>
        <p:cNvPr id="8" name=""/>
        <p:cNvGrpSpPr/>
        <p:nvPr/>
      </p:nvGrpSpPr>
      <p:grpSpPr>
        <a:xfrm>
          <a:off x="0" y="0"/>
          <a:ext cx="0" cy="0"/>
          <a:chOff x="0" y="0"/>
          <a:chExt cx="0" cy="0"/>
        </a:xfrm>
      </p:grpSpPr>
      <p:sp>
        <p:nvSpPr>
          <p:cNvPr id="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10" name="Rectangle 3"/>
          <p:cNvSpPr>
            <a:spLocks noGrp="true" noChangeShapeType="true"/>
          </p:cNvSpPr>
          <p:nvPr>
            <p:ph type="body"/>
          </p:nvPr>
        </p:nvSpPr>
        <p:spPr>
          <a:xfrm>
            <a:off x="457200" y="1600200"/>
            <a:ext cx="8305800" cy="4419600"/>
          </a:xfrm>
          <a:prstGeom prst="rect">
            <a:avLst/>
          </a:prstGeom>
          <a:no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11" name="Rectangle 4"/>
          <p:cNvSpPr>
            <a:spLocks noGrp="true" noChangeShapeType="true"/>
          </p:cNvSpPr>
          <p:nvPr>
            <p:ph type="dt"/>
          </p:nvPr>
        </p:nvSpPr>
        <p:spPr>
          <a:xfrm>
            <a:off x="838200" y="6172200"/>
            <a:ext cx="15240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spcBef>
                <a:spcPts val="0"/>
              </a:spcBef>
              <a:buNone/>
            </a:pPr>
            <a:fld id="{D7E01130-044F-4930-9A27-C729C70D8524}" type="datetime1">
              <a:rPr lang="zh-CN" sz="1400" b="false" i="false" u="none">
                <a:latin typeface="Times New Roman" pitchFamily="18"/>
                <a:ea typeface="SimSun" pitchFamily="2" charset="-122"/>
              </a:rPr>
              <a:t>*</a:t>
            </a:fld>
            <a:endParaRPr/>
          </a:p>
        </p:txBody>
      </p:sp>
      <p:sp>
        <p:nvSpPr>
          <p:cNvPr id="12" name="Rectangle 5"/>
          <p:cNvSpPr>
            <a:spLocks noGrp="true" noChangeShapeType="true"/>
          </p:cNvSpPr>
          <p:nvPr>
            <p:ph type="ftr"/>
          </p:nvPr>
        </p:nvSpPr>
        <p:spPr>
          <a:xfrm>
            <a:off x="2590800" y="6172200"/>
            <a:ext cx="41148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ctr">
              <a:spcBef>
                <a:spcPts val="0"/>
              </a:spcBef>
              <a:buNone/>
            </a:pPr>
            <a:r>
              <a:rPr lang="zh-CN" sz="1400" b="false" i="false" u="none">
                <a:latin typeface="Times New Roman" pitchFamily="18"/>
                <a:ea typeface="SimSun" pitchFamily="2" charset="-122"/>
              </a:rPr>
              <a:t>Compilers Autumn 2002</a:t>
            </a:r>
            <a:endParaRPr/>
          </a:p>
        </p:txBody>
      </p:sp>
      <p:sp>
        <p:nvSpPr>
          <p:cNvPr id="13" name="Rectangle 6"/>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lvl1pPr marL="0" indent="0" algn="l" defTabSz="914400" rtl="false" fontAlgn="base" hangingPunct="true">
              <a:lnSpc>
                <a:spcPct val="100000"/>
              </a:lnSpc>
              <a:spcBef>
                <a:spcPts val="0"/>
              </a:spcBef>
              <a:spcAft>
                <a:spcPts val="0"/>
              </a:spcAft>
              <a:buNone/>
              <a:defRPr sz="1800">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ea typeface="SimSun" pitchFamily="2" charset="-122"/>
              </a:rPr>
              <a:t>*</a:t>
            </a:fld>
            <a:endParaRPr/>
          </a:p>
        </p:txBody>
      </p:sp>
      <p:sp>
        <p:nvSpPr>
          <p:cNvPr id="14" name="Line 7"/>
          <p:cNvSpPr>
            <a:spLocks noGrp="true" noChangeShapeType="true"/>
          </p:cNvSpPr>
          <p:nvPr/>
        </p:nvSpPr>
        <p:spPr>
          <a:xfrm>
            <a:off x="457200" y="1371600"/>
            <a:ext cx="8077200" cy="0"/>
          </a:xfrm>
          <a:prstGeom prst="line">
            <a:avLst/>
          </a:prstGeom>
          <a:noFill/>
          <a:ln w="38100">
            <a:solidFill>
              <a:schemeClr val="accent2"/>
            </a:solidFill>
            <a:round/>
            <a:headEnd/>
            <a:tailEnd/>
          </a:ln>
        </p:spPr>
        <p:txBody>
          <a:bodyPr lIns="91440" tIns="45720" rIns="91440" bIns="45720"/>
          <a:lstStyle/>
          <a:p>
            <a:pPr/>
            <a:endParaRPr sz="1400" dirty="false"/>
          </a:p>
        </p:txBody>
      </p:sp>
    </p:spTree>
  </p:cSld>
  <p:clrMap bg1="lt1" tx1="dk1" bg2="lt2" tx2="dk2" accent1="accent1" accent2="accent2" accent3="accent3" accent4="accent4" accent5="accent5" accent6="accent6" hlink="hlink" folHlink="folHlink"/>
  <p:sldLayoutIdLst>
    <p:sldLayoutId id="2147483653" r:id="rId0"/>
    <p:sldLayoutId id="2147483654" r:id="rId1"/>
    <p:sldLayoutId id="2147483655" r:id="rId2"/>
  </p:sldLayoutIdLst>
  <p:txStyles>
    <p:titleStyle>
      <a:lvl1pPr marL="0" indent="0" algn="l" defTabSz="914400" rtl="false" fontAlgn="base">
        <a:lnSpc>
          <a:spcPct val="100000"/>
        </a:lnSpc>
        <a:spcBef>
          <a:spcPts val="0"/>
        </a:spcBef>
        <a:spcAft>
          <a:spcPts val="0"/>
        </a:spcAft>
        <a:buNone/>
        <a:defRPr lang="en-US" sz="2800" b="true" i="false">
          <a:solidFill>
            <a:schemeClr val="dk2"/>
          </a:solidFill>
          <a:latin typeface="Comic Sans MS"/>
        </a:defRPr>
      </a:lvl1pPr>
      <a:lvl2pPr marL="0" indent="0" algn="l" defTabSz="914400" rtl="false" fontAlgn="base">
        <a:lnSpc>
          <a:spcPct val="100000"/>
        </a:lnSpc>
        <a:spcBef>
          <a:spcPts val="0"/>
        </a:spcBef>
        <a:spcAft>
          <a:spcPts val="0"/>
        </a:spcAft>
        <a:buNone/>
        <a:defRPr lang="en-US" sz="2800" b="true" i="false">
          <a:solidFill>
            <a:schemeClr val="dk2"/>
          </a:solidFill>
          <a:latin typeface="Comic Sans MS"/>
        </a:defRPr>
      </a:lvl2pPr>
      <a:lvl3pPr marL="0" indent="0" algn="l" defTabSz="914400" rtl="false" fontAlgn="base">
        <a:lnSpc>
          <a:spcPct val="100000"/>
        </a:lnSpc>
        <a:spcBef>
          <a:spcPts val="0"/>
        </a:spcBef>
        <a:spcAft>
          <a:spcPts val="0"/>
        </a:spcAft>
        <a:buNone/>
        <a:defRPr lang="en-US" sz="2800" b="true" i="false">
          <a:solidFill>
            <a:schemeClr val="dk2"/>
          </a:solidFill>
          <a:latin typeface="Comic Sans MS"/>
        </a:defRPr>
      </a:lvl3pPr>
      <a:lvl4pPr marL="0" indent="0" algn="l" defTabSz="914400" rtl="false" fontAlgn="base">
        <a:lnSpc>
          <a:spcPct val="100000"/>
        </a:lnSpc>
        <a:spcBef>
          <a:spcPts val="0"/>
        </a:spcBef>
        <a:spcAft>
          <a:spcPts val="0"/>
        </a:spcAft>
        <a:buNone/>
        <a:defRPr lang="en-US" sz="2800" b="true" i="false">
          <a:solidFill>
            <a:schemeClr val="dk2"/>
          </a:solidFill>
          <a:latin typeface="Comic Sans MS"/>
        </a:defRPr>
      </a:lvl4pPr>
      <a:lvl5pPr marL="0" indent="0" algn="l" defTabSz="914400" rtl="false" fontAlgn="base">
        <a:lnSpc>
          <a:spcPct val="100000"/>
        </a:lnSpc>
        <a:spcBef>
          <a:spcPts val="0"/>
        </a:spcBef>
        <a:spcAft>
          <a:spcPts val="0"/>
        </a:spcAft>
        <a:buNone/>
        <a:defRPr lang="en-US" sz="2800" b="true" i="false">
          <a:solidFill>
            <a:schemeClr val="dk2"/>
          </a:solidFill>
          <a:latin typeface="Comic Sans MS"/>
        </a:defRPr>
      </a:lvl5pPr>
      <a:lvl6pPr>
        <a:defRPr lang="en-US" sz="1800"/>
      </a:lvl6pPr>
      <a:lvl7pPr>
        <a:defRPr lang="en-US" sz="1800"/>
      </a:lvl7pPr>
      <a:lvl8pPr>
        <a:defRPr lang="en-US" sz="1800"/>
      </a:lvl8pPr>
      <a:lvl9pPr>
        <a:defRPr lang="en-US" sz="1800"/>
      </a:lvl9pPr>
    </p:titleStyle>
    <p:bodyStyle>
      <a:lvl1pPr marL="342900" indent="0" algn="l" defTabSz="914400" rtl="false" fontAlgn="base">
        <a:lnSpc>
          <a:spcPct val="100000"/>
        </a:lnSpc>
        <a:spcBef>
          <a:spcPct val="20000"/>
        </a:spcBef>
        <a:spcAft>
          <a:spcPts val="0"/>
        </a:spcAft>
        <a:buChar char="•"/>
        <a:defRPr lang="en-US" sz="2800" b="tru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lang="en-US" sz="2400" b="tru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lang="en-US" sz="2000" b="tru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lang="en-US" sz="2000" b="tru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lang="en-US" sz="2000" b="true" i="false">
          <a:solidFill>
            <a:schemeClr val="dk1"/>
          </a:solidFill>
          <a:latin typeface="Comic Sans MS"/>
        </a:defRPr>
      </a:lvl5pPr>
      <a:lvl6pPr>
        <a:defRPr lang="en-US" sz="1800"/>
      </a:lvl6pPr>
      <a:lvl7pPr>
        <a:defRPr lang="en-US" sz="1800"/>
      </a:lvl7pPr>
      <a:lvl8pPr>
        <a:defRPr lang="en-US" sz="1800"/>
      </a:lvl8pPr>
      <a:lvl9pPr>
        <a:defRPr lang="en-US" sz="1800"/>
      </a:lvl9pPr>
    </p:bodyStyle>
    <p:otherStyle>
      <a:lvl1pPr marL="0" indent="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1pPr>
      <a:lvl2pPr marL="457200" indent="4572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2pPr>
      <a:lvl3pPr marL="914400" indent="9144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3pPr>
      <a:lvl4pPr marL="1371600" indent="13716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4pPr>
      <a:lvl5pPr marL="1828800" indent="18288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Relationships xmlns="http://schemas.openxmlformats.org/package/2006/relationships"><Relationship Id="rId1" Type="http://schemas.openxmlformats.org/officeDocument/2006/relationships/notesSlide" Target="../notesSlides/notesSlide35.xml" /><Relationship Id="rId0" Type="http://schemas.openxmlformats.org/officeDocument/2006/relationships/slideLayout" Target="../slideLayouts/slideLayout2.xml" /></Relationships>
</file>

<file path=ppt/slides/_rels/slide2.xml.rels><?xml version="1.0" encoding="UTF-8" standalone="yes"?><Relationships xmlns="http://schemas.openxmlformats.org/package/2006/relationships"><Relationship Id="rId1" Type="http://schemas.openxmlformats.org/officeDocument/2006/relationships/image" Target="media/image30.png" /><Relationship Id="rId0" Type="http://schemas.openxmlformats.org/officeDocument/2006/relationships/slideLayout" Target="../slideLayouts/slideLayout3.xml" /></Relationships>
</file>

<file path=ppt/slides/_rels/slide3.xml.rels><?xml version="1.0" encoding="UTF-8" standalone="yes"?><Relationships xmlns="http://schemas.openxmlformats.org/package/2006/relationships"><Relationship Id="rId1" Type="http://schemas.openxmlformats.org/officeDocument/2006/relationships/notesSlide" Target="../notesSlides/notesSlide36.xml" /><Relationship Id="rId0" Type="http://schemas.openxmlformats.org/officeDocument/2006/relationships/slideLayout" Target="../slideLayouts/slideLayout3.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5.xml.rels><?xml version="1.0" encoding="UTF-8" standalone="yes"?><Relationships xmlns="http://schemas.openxmlformats.org/package/2006/relationships"><Relationship Id="rId1" Type="http://schemas.openxmlformats.org/officeDocument/2006/relationships/image" Target="media/image55.png" /><Relationship Id="rId0" Type="http://schemas.openxmlformats.org/officeDocument/2006/relationships/slideLayout" Target="../slideLayouts/slideLayout3.xml" /></Relationships>
</file>

<file path=ppt/slides/_rels/slide6.xml.rels><?xml version="1.0" encoding="UTF-8" standalone="yes"?><Relationships xmlns="http://schemas.openxmlformats.org/package/2006/relationships"><Relationship Id="rId1" Type="http://schemas.openxmlformats.org/officeDocument/2006/relationships/image" Target="media/image58.png" /><Relationship Id="rId0" Type="http://schemas.openxmlformats.org/officeDocument/2006/relationships/slideLayout" Target="../slideLayouts/slideLayout3.xml" /></Relationships>
</file>

<file path=ppt/slides/_rels/slide7.xml.rels><?xml version="1.0" encoding="UTF-8" standalone="yes"?><Relationships xmlns="http://schemas.openxmlformats.org/package/2006/relationships"><Relationship Id="rId1" Type="http://schemas.openxmlformats.org/officeDocument/2006/relationships/image" Target="media/image60.png" /><Relationship Id="rId0" Type="http://schemas.openxmlformats.org/officeDocument/2006/relationships/slideLayout" Target="../slideLayouts/slideLayout3.xml" /></Relationships>
</file>

<file path=ppt/slides/_rels/slide8.xml.rels><?xml version="1.0" encoding="UTF-8" standalone="yes"?><Relationships xmlns="http://schemas.openxmlformats.org/package/2006/relationships"><Relationship Id="rId1" Type="http://schemas.openxmlformats.org/officeDocument/2006/relationships/image" Target="media/image66.png" /><Relationship Id="rId0" Type="http://schemas.openxmlformats.org/officeDocument/2006/relationships/slideLayout" Target="../slideLayouts/slideLayout3.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0.xml.rels><?xml version="1.0" encoding="UTF-8" standalone="yes"?><Relationships xmlns="http://schemas.openxmlformats.org/package/2006/relationships"><Relationship Id="rId1" Type="http://schemas.openxmlformats.org/officeDocument/2006/relationships/notesSlide" Target="../notesSlides/notesSlide11.xml" /><Relationship Id="rId0" Type="http://schemas.openxmlformats.org/officeDocument/2006/relationships/slideLayout" Target="../slideLayouts/slideLayout3.xml" /></Relationships>
</file>

<file path=ppt/slides/_rels/slide11.xml.rels><?xml version="1.0" encoding="UTF-8" standalone="yes"?><Relationships xmlns="http://schemas.openxmlformats.org/package/2006/relationships"><Relationship Id="rId1" Type="http://schemas.openxmlformats.org/officeDocument/2006/relationships/image" Target="media/image1.png" /><Relationship Id="rId0" Type="http://schemas.openxmlformats.org/officeDocument/2006/relationships/slideLayout" Target="../slideLayouts/slideLayout3.xml" /></Relationships>
</file>

<file path=ppt/slides/_rels/slide12.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Layout" Target="../slideLayouts/slideLayout3.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xml.rels><?xml version="1.0" encoding="UTF-8" standalone="yes"?><Relationships xmlns="http://schemas.openxmlformats.org/package/2006/relationships"><Relationship Id="rId1" Type="http://schemas.openxmlformats.org/officeDocument/2006/relationships/image" Target="media/image11.jpg" /><Relationship Id="rId0" Type="http://schemas.openxmlformats.org/officeDocument/2006/relationships/slideLayout" Target="../slideLayouts/slideLayout3.xml"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6.xml.rels><?xml version="1.0" encoding="UTF-8" standalone="yes"?><Relationships xmlns="http://schemas.openxmlformats.org/package/2006/relationships"><Relationship Id="rId1" Type="http://schemas.openxmlformats.org/officeDocument/2006/relationships/image" Target="media/image13.png" /><Relationship Id="rId0" Type="http://schemas.openxmlformats.org/officeDocument/2006/relationships/slideLayout" Target="../slideLayouts/slideLayout3.xml" /></Relationships>
</file>

<file path=ppt/slides/_rels/slide17.xml.rels><?xml version="1.0" encoding="UTF-8" standalone="yes"?><Relationships xmlns="http://schemas.openxmlformats.org/package/2006/relationships"><Relationship Id="rId1" Type="http://schemas.openxmlformats.org/officeDocument/2006/relationships/image" Target="media/image14.png" /><Relationship Id="rId0" Type="http://schemas.openxmlformats.org/officeDocument/2006/relationships/slideLayout" Target="../slideLayouts/slideLayout3.xml" /></Relationships>
</file>

<file path=ppt/slides/_rels/slide18.xml.rels><?xml version="1.0" encoding="UTF-8" standalone="yes"?><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16.png" /><Relationship Id="rId0" Type="http://schemas.openxmlformats.org/officeDocument/2006/relationships/slideLayout" Target="../slideLayouts/slideLayout3.xml" /><Relationship Id="rId1" Type="http://schemas.openxmlformats.org/officeDocument/2006/relationships/image" Target="media/image15.png" /></Relationships>
</file>

<file path=ppt/slides/_rels/slide19.xml.rels><?xml version="1.0" encoding="UTF-8" standalone="yes"?><Relationships xmlns="http://schemas.openxmlformats.org/package/2006/relationships"><Relationship Id="rId1" Type="http://schemas.openxmlformats.org/officeDocument/2006/relationships/image" Target="media/image18.png" /><Relationship Id="rId0" Type="http://schemas.openxmlformats.org/officeDocument/2006/relationships/slideLayout" Target="../slideLayouts/slideLayout3.xml" /></Relationships>
</file>

<file path=ppt/slides/_rels/slide20.xml.rels><?xml version="1.0" encoding="UTF-8" standalone="yes"?><Relationships xmlns="http://schemas.openxmlformats.org/package/2006/relationships"><Relationship Id="rId2" Type="http://schemas.openxmlformats.org/officeDocument/2006/relationships/image" Target="media/image20.png" /><Relationship Id="rId0" Type="http://schemas.openxmlformats.org/officeDocument/2006/relationships/slideLayout" Target="../slideLayouts/slideLayout3.xml" /><Relationship Id="rId1" Type="http://schemas.openxmlformats.org/officeDocument/2006/relationships/image" Target="media/image19.png" /></Relationships>
</file>

<file path=ppt/slides/_rels/slide21.xml.rels><?xml version="1.0" encoding="UTF-8" standalone="yes"?><Relationships xmlns="http://schemas.openxmlformats.org/package/2006/relationships"><Relationship Id="rId1" Type="http://schemas.openxmlformats.org/officeDocument/2006/relationships/image" Target="media/image21.png" /><Relationship Id="rId0" Type="http://schemas.openxmlformats.org/officeDocument/2006/relationships/slideLayout" Target="../slideLayouts/slideLayout3.xml" /></Relationships>
</file>

<file path=ppt/slides/_rels/slide22.xml.rels><?xml version="1.0" encoding="UTF-8" standalone="yes"?><Relationships xmlns="http://schemas.openxmlformats.org/package/2006/relationships"><Relationship Id="rId1" Type="http://schemas.openxmlformats.org/officeDocument/2006/relationships/image" Target="media/image22.png" /><Relationship Id="rId0" Type="http://schemas.openxmlformats.org/officeDocument/2006/relationships/slideLayout" Target="../slideLayouts/slideLayout3.xml" /></Relationships>
</file>

<file path=ppt/slides/_rels/slide23.xml.rels><?xml version="1.0" encoding="UTF-8" standalone="yes"?><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24.png" /><Relationship Id="rId0" Type="http://schemas.openxmlformats.org/officeDocument/2006/relationships/slideLayout" Target="../slideLayouts/slideLayout3.xml" /><Relationship Id="rId1" Type="http://schemas.openxmlformats.org/officeDocument/2006/relationships/image" Target="media/image23.png" /></Relationships>
</file>

<file path=ppt/slides/_rels/slide24.xml.rels><?xml version="1.0" encoding="UTF-8" standalone="yes"?><Relationships xmlns="http://schemas.openxmlformats.org/package/2006/relationships"><Relationship Id="rId1" Type="http://schemas.openxmlformats.org/officeDocument/2006/relationships/image" Target="media/image26.png" /><Relationship Id="rId0" Type="http://schemas.openxmlformats.org/officeDocument/2006/relationships/slideLayout" Target="../slideLayouts/slideLayout3.xml"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26.xml.rels><?xml version="1.0" encoding="UTF-8" standalone="yes"?><Relationships xmlns="http://schemas.openxmlformats.org/package/2006/relationships"><Relationship Id="rId1" Type="http://schemas.openxmlformats.org/officeDocument/2006/relationships/image" Target="media/image27.png" /><Relationship Id="rId0" Type="http://schemas.openxmlformats.org/officeDocument/2006/relationships/slideLayout" Target="../slideLayouts/slideLayout3.xml" /></Relationships>
</file>

<file path=ppt/slides/_rels/slide27.xml.rels><?xml version="1.0" encoding="UTF-8" standalone="yes"?><Relationships xmlns="http://schemas.openxmlformats.org/package/2006/relationships"><Relationship Id="rId1" Type="http://schemas.openxmlformats.org/officeDocument/2006/relationships/image" Target="media/image28.png" /><Relationship Id="rId0" Type="http://schemas.openxmlformats.org/officeDocument/2006/relationships/slideLayout" Target="../slideLayouts/slideLayout3.xml" /></Relationships>
</file>

<file path=ppt/slides/_rels/slide28.xml.rels><?xml version="1.0" encoding="UTF-8" standalone="yes"?><Relationships xmlns="http://schemas.openxmlformats.org/package/2006/relationships"><Relationship Id="rId1" Type="http://schemas.openxmlformats.org/officeDocument/2006/relationships/image" Target="media/image29.png" /><Relationship Id="rId0" Type="http://schemas.openxmlformats.org/officeDocument/2006/relationships/slideLayout" Target="../slideLayouts/slideLayout3.xml" /></Relationships>
</file>

<file path=ppt/slides/_rels/slide29.xml.rels><?xml version="1.0" encoding="UTF-8" standalone="yes"?><Relationships xmlns="http://schemas.openxmlformats.org/package/2006/relationships"><Relationship Id="rId2" Type="http://schemas.openxmlformats.org/officeDocument/2006/relationships/image" Target="media/image32.png" /><Relationship Id="rId0" Type="http://schemas.openxmlformats.org/officeDocument/2006/relationships/slideLayout" Target="../slideLayouts/slideLayout3.xml" /><Relationship Id="rId1" Type="http://schemas.openxmlformats.org/officeDocument/2006/relationships/image" Target="media/image31.png"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31.xml.rels><?xml version="1.0" encoding="UTF-8" standalone="yes"?><Relationships xmlns="http://schemas.openxmlformats.org/package/2006/relationships"><Relationship Id="rId2" Type="http://schemas.openxmlformats.org/officeDocument/2006/relationships/image" Target="media/image34.png" /><Relationship Id="rId0" Type="http://schemas.openxmlformats.org/officeDocument/2006/relationships/slideLayout" Target="../slideLayouts/slideLayout3.xml" /><Relationship Id="rId1" Type="http://schemas.openxmlformats.org/officeDocument/2006/relationships/image" Target="media/image33.png" /></Relationships>
</file>

<file path=ppt/slides/_rels/slide32.xml.rels><?xml version="1.0" encoding="UTF-8" standalone="yes"?><Relationships xmlns="http://schemas.openxmlformats.org/package/2006/relationships"><Relationship Id="rId1" Type="http://schemas.openxmlformats.org/officeDocument/2006/relationships/image" Target="media/image35.png" /><Relationship Id="rId0" Type="http://schemas.openxmlformats.org/officeDocument/2006/relationships/slideLayout" Target="../slideLayouts/slideLayout3.xml" /></Relationships>
</file>

<file path=ppt/slides/_rels/slide33.xml.rels><?xml version="1.0" encoding="UTF-8" standalone="yes"?><Relationships xmlns="http://schemas.openxmlformats.org/package/2006/relationships"><Relationship Id="rId1" Type="http://schemas.openxmlformats.org/officeDocument/2006/relationships/image" Target="media/image36.png" /><Relationship Id="rId0" Type="http://schemas.openxmlformats.org/officeDocument/2006/relationships/slideLayout" Target="../slideLayouts/slideLayout3.xml" /></Relationships>
</file>

<file path=ppt/slides/_rels/slide34.xml.rels><?xml version="1.0" encoding="UTF-8" standalone="yes"?><Relationships xmlns="http://schemas.openxmlformats.org/package/2006/relationships"><Relationship Id="rId1" Type="http://schemas.openxmlformats.org/officeDocument/2006/relationships/image" Target="media/image37.jpg" /><Relationship Id="rId0" Type="http://schemas.openxmlformats.org/officeDocument/2006/relationships/slideLayout" Target="../slideLayouts/slideLayout3.xml" /></Relationships>
</file>

<file path=ppt/slides/_rels/slide35.xml.rels><?xml version="1.0" encoding="UTF-8" standalone="yes"?><Relationships xmlns="http://schemas.openxmlformats.org/package/2006/relationships"><Relationship Id="rId2" Type="http://schemas.openxmlformats.org/officeDocument/2006/relationships/image" Target="media/image38.png" /><Relationship Id="rId0" Type="http://schemas.openxmlformats.org/officeDocument/2006/relationships/slideLayout" Target="../slideLayouts/slideLayout3.xml" /><Relationship Id="rId1" Type="http://schemas.openxmlformats.org/officeDocument/2006/relationships/image" Target="media/image37.jpg"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3.xml" /><Relationship Id="rId2" Type="http://schemas.openxmlformats.org/officeDocument/2006/relationships/image" Target="media/image38.png" /><Relationship Id="rId1" Type="http://schemas.openxmlformats.org/officeDocument/2006/relationships/image" Target="media/image37.jpg" /></Relationships>
</file>

<file path=ppt/slides/_rels/slide37.xml.rels><?xml version="1.0" encoding="UTF-8" standalone="yes"?><Relationships xmlns="http://schemas.openxmlformats.org/package/2006/relationships"><Relationship Id="rId0" Type="http://schemas.openxmlformats.org/officeDocument/2006/relationships/slideLayout" Target="../slideLayouts/slideLayout3.xml" /><Relationship Id="rId2" Type="http://schemas.openxmlformats.org/officeDocument/2006/relationships/image" Target="media/image38.png" /><Relationship Id="rId1" Type="http://schemas.openxmlformats.org/officeDocument/2006/relationships/image" Target="media/image37.jpg" /></Relationships>
</file>

<file path=ppt/slides/_rels/slide38.xml.rels><?xml version="1.0" encoding="UTF-8" standalone="yes"?><Relationships xmlns="http://schemas.openxmlformats.org/package/2006/relationships"><Relationship Id="rId2" Type="http://schemas.openxmlformats.org/officeDocument/2006/relationships/image" Target="media/image40.png" /><Relationship Id="rId0" Type="http://schemas.openxmlformats.org/officeDocument/2006/relationships/slideLayout" Target="../slideLayouts/slideLayout3.xml" /><Relationship Id="rId1" Type="http://schemas.openxmlformats.org/officeDocument/2006/relationships/image" Target="media/image39.png" /></Relationships>
</file>

<file path=ppt/slides/_rels/slide39.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40.xml.rels><?xml version="1.0" encoding="UTF-8" standalone="yes"?><Relationships xmlns="http://schemas.openxmlformats.org/package/2006/relationships"><Relationship Id="rId2" Type="http://schemas.openxmlformats.org/officeDocument/2006/relationships/image" Target="media/image41.png" /><Relationship Id="rId0" Type="http://schemas.openxmlformats.org/officeDocument/2006/relationships/slideLayout" Target="../slideLayouts/slideLayout3.xml" /><Relationship Id="rId1" Type="http://schemas.openxmlformats.org/officeDocument/2006/relationships/notesSlide" Target="../notesSlides/notesSlide37.xml" /></Relationships>
</file>

<file path=ppt/slides/_rels/slide41.xml.rels><?xml version="1.0" encoding="UTF-8" standalone="yes"?><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42.png" /><Relationship Id="rId0" Type="http://schemas.openxmlformats.org/officeDocument/2006/relationships/slideLayout" Target="../slideLayouts/slideLayout6.xml" /><Relationship Id="rId1" Type="http://schemas.openxmlformats.org/officeDocument/2006/relationships/notesSlide" Target="../notesSlides/notesSlide38.xml" /></Relationships>
</file>

<file path=ppt/slides/_rels/slide42.xml.rels><?xml version="1.0" encoding="UTF-8" standalone="yes"?><Relationships xmlns="http://schemas.openxmlformats.org/package/2006/relationships"><Relationship Id="rId2" Type="http://schemas.openxmlformats.org/officeDocument/2006/relationships/image" Target="media/image45.png" /><Relationship Id="rId0" Type="http://schemas.openxmlformats.org/officeDocument/2006/relationships/slideLayout" Target="../slideLayouts/slideLayout3.xml" /><Relationship Id="rId1" Type="http://schemas.openxmlformats.org/officeDocument/2006/relationships/image" Target="media/image44.png" /></Relationships>
</file>

<file path=ppt/slides/_rels/slide43.xml.rels><?xml version="1.0" encoding="UTF-8" standalone="yes"?><Relationships xmlns="http://schemas.openxmlformats.org/package/2006/relationships"><Relationship Id="rId2" Type="http://schemas.openxmlformats.org/officeDocument/2006/relationships/image" Target="media/image46.png" /><Relationship Id="rId0" Type="http://schemas.openxmlformats.org/officeDocument/2006/relationships/slideLayout" Target="../slideLayouts/slideLayout3.xml" /><Relationship Id="rId1" Type="http://schemas.openxmlformats.org/officeDocument/2006/relationships/notesSlide" Target="../notesSlides/notesSlide39.xml" /></Relationships>
</file>

<file path=ppt/slides/_rels/slide44.xml.rels><?xml version="1.0" encoding="UTF-8" standalone="yes"?><Relationships xmlns="http://schemas.openxmlformats.org/package/2006/relationships"><Relationship Id="rId2" Type="http://schemas.openxmlformats.org/officeDocument/2006/relationships/image" Target="media/image48.png" /><Relationship Id="rId0" Type="http://schemas.openxmlformats.org/officeDocument/2006/relationships/slideLayout" Target="../slideLayouts/slideLayout3.xml" /><Relationship Id="rId1" Type="http://schemas.openxmlformats.org/officeDocument/2006/relationships/image" Target="media/image47.png" /></Relationships>
</file>

<file path=ppt/slides/_rels/slide45.xml.rels><?xml version="1.0" encoding="UTF-8" standalone="yes"?><Relationships xmlns="http://schemas.openxmlformats.org/package/2006/relationships"><Relationship Id="rId2" Type="http://schemas.openxmlformats.org/officeDocument/2006/relationships/image" Target="media/image50.jpg" /><Relationship Id="rId0" Type="http://schemas.openxmlformats.org/officeDocument/2006/relationships/slideLayout" Target="../slideLayouts/slideLayout3.xml" /><Relationship Id="rId1" Type="http://schemas.openxmlformats.org/officeDocument/2006/relationships/image" Target="media/image49.jpg" /></Relationships>
</file>

<file path=ppt/slides/_rels/slide46.xml.rels><?xml version="1.0" encoding="UTF-8" standalone="yes"?><Relationships xmlns="http://schemas.openxmlformats.org/package/2006/relationships"><Relationship Id="rId2" Type="http://schemas.openxmlformats.org/officeDocument/2006/relationships/image" Target="media/image52.png" /><Relationship Id="rId0" Type="http://schemas.openxmlformats.org/officeDocument/2006/relationships/slideLayout" Target="../slideLayouts/slideLayout3.xml" /><Relationship Id="rId1" Type="http://schemas.openxmlformats.org/officeDocument/2006/relationships/image" Target="media/image51.png" /></Relationships>
</file>

<file path=ppt/slides/_rels/slide47.xml.rels><?xml version="1.0" encoding="UTF-8" standalone="yes"?><Relationships xmlns="http://schemas.openxmlformats.org/package/2006/relationships"><Relationship Id="rId1" Type="http://schemas.openxmlformats.org/officeDocument/2006/relationships/image" Target="media/image51.png" /><Relationship Id="rId0" Type="http://schemas.openxmlformats.org/officeDocument/2006/relationships/slideLayout" Target="../slideLayouts/slideLayout3.xml" /></Relationships>
</file>

<file path=ppt/slides/_rels/slide48.xml.rels><?xml version="1.0" encoding="UTF-8" standalone="yes"?><Relationships xmlns="http://schemas.openxmlformats.org/package/2006/relationships"><Relationship Id="rId1" Type="http://schemas.openxmlformats.org/officeDocument/2006/relationships/image" Target="media/image51.png" /><Relationship Id="rId0" Type="http://schemas.openxmlformats.org/officeDocument/2006/relationships/slideLayout" Target="../slideLayouts/slideLayout3.xml" /></Relationships>
</file>

<file path=ppt/slides/_rels/slide49.xml.rels><?xml version="1.0" encoding="UTF-8" standalone="yes"?><Relationships xmlns="http://schemas.openxmlformats.org/package/2006/relationships"><Relationship Id="rId1" Type="http://schemas.openxmlformats.org/officeDocument/2006/relationships/image" Target="media/image51.png" /><Relationship Id="rId0" Type="http://schemas.openxmlformats.org/officeDocument/2006/relationships/slideLayout" Target="../slideLayouts/slideLayout3.xml" /></Relationships>
</file>

<file path=ppt/slides/_rels/slide50.xml.rels><?xml version="1.0" encoding="UTF-8" standalone="yes"?><Relationships xmlns="http://schemas.openxmlformats.org/package/2006/relationships"><Relationship Id="rId1" Type="http://schemas.openxmlformats.org/officeDocument/2006/relationships/image" Target="media/image51.png" /><Relationship Id="rId0" Type="http://schemas.openxmlformats.org/officeDocument/2006/relationships/slideLayout" Target="../slideLayouts/slideLayout3.xml" /></Relationships>
</file>

<file path=ppt/slides/_rels/slide51.xml.rels><?xml version="1.0" encoding="UTF-8" standalone="yes"?><Relationships xmlns="http://schemas.openxmlformats.org/package/2006/relationships"><Relationship Id="rId1" Type="http://schemas.openxmlformats.org/officeDocument/2006/relationships/notesSlide" Target="../notesSlides/notesSlide40.xml" /><Relationship Id="rId0" Type="http://schemas.openxmlformats.org/officeDocument/2006/relationships/slideLayout" Target="../slideLayouts/slideLayout3.xml" /></Relationships>
</file>

<file path=ppt/slides/_rels/slide52.xml.rels><?xml version="1.0" encoding="UTF-8" standalone="yes"?><Relationships xmlns="http://schemas.openxmlformats.org/package/2006/relationships"><Relationship Id="rId1" Type="http://schemas.openxmlformats.org/officeDocument/2006/relationships/image" Target="media/image53.png" /><Relationship Id="rId0" Type="http://schemas.openxmlformats.org/officeDocument/2006/relationships/slideLayout" Target="../slideLayouts/slideLayout3.xml" /></Relationships>
</file>

<file path=ppt/slides/_rels/slide53.xml.rels><?xml version="1.0" encoding="UTF-8" standalone="yes"?><Relationships xmlns="http://schemas.openxmlformats.org/package/2006/relationships"><Relationship Id="rId1" Type="http://schemas.openxmlformats.org/officeDocument/2006/relationships/notesSlide" Target="../notesSlides/notesSlide41.xml" /><Relationship Id="rId0" Type="http://schemas.openxmlformats.org/officeDocument/2006/relationships/slideLayout" Target="../slideLayouts/slideLayout3.xml" /></Relationships>
</file>

<file path=ppt/slides/_rels/slide54.xml.rels><?xml version="1.0" encoding="UTF-8" standalone="yes"?><Relationships xmlns="http://schemas.openxmlformats.org/package/2006/relationships"><Relationship Id="rId1" Type="http://schemas.openxmlformats.org/officeDocument/2006/relationships/notesSlide" Target="../notesSlides/notesSlide42.xml" /><Relationship Id="rId0" Type="http://schemas.openxmlformats.org/officeDocument/2006/relationships/slideLayout" Target="../slideLayouts/slideLayout3.xml" /></Relationships>
</file>

<file path=ppt/slides/_rels/slide55.xml.rels><?xml version="1.0" encoding="UTF-8" standalone="yes"?><Relationships xmlns="http://schemas.openxmlformats.org/package/2006/relationships"><Relationship Id="rId1" Type="http://schemas.openxmlformats.org/officeDocument/2006/relationships/image" Target="media/image54.png" /><Relationship Id="rId0" Type="http://schemas.openxmlformats.org/officeDocument/2006/relationships/slideLayout" Target="../slideLayouts/slideLayout3.xml" /></Relationships>
</file>

<file path=ppt/slides/_rels/slide56.xml.rels><?xml version="1.0" encoding="UTF-8" standalone="yes"?><Relationships xmlns="http://schemas.openxmlformats.org/package/2006/relationships"><Relationship Id="rId1" Type="http://schemas.openxmlformats.org/officeDocument/2006/relationships/notesSlide" Target="../notesSlides/notesSlide43.xml" /><Relationship Id="rId0" Type="http://schemas.openxmlformats.org/officeDocument/2006/relationships/slideLayout" Target="../slideLayouts/slideLayout3.xml" /></Relationships>
</file>

<file path=ppt/slides/_rels/slide57.xml.rels><?xml version="1.0" encoding="UTF-8" standalone="yes"?><Relationships xmlns="http://schemas.openxmlformats.org/package/2006/relationships"><Relationship Id="rId1" Type="http://schemas.openxmlformats.org/officeDocument/2006/relationships/notesSlide" Target="../notesSlides/notesSlide44.xml" /><Relationship Id="rId0" Type="http://schemas.openxmlformats.org/officeDocument/2006/relationships/slideLayout" Target="../slideLayouts/slideLayout3.xml" /></Relationships>
</file>

<file path=ppt/slides/_rels/slide58.xml.rels><?xml version="1.0" encoding="UTF-8" standalone="yes"?><Relationships xmlns="http://schemas.openxmlformats.org/package/2006/relationships"><Relationship Id="rId1" Type="http://schemas.openxmlformats.org/officeDocument/2006/relationships/notesSlide" Target="../notesSlides/notesSlide45.xml" /><Relationship Id="rId0" Type="http://schemas.openxmlformats.org/officeDocument/2006/relationships/slideLayout" Target="../slideLayouts/slideLayout3.xml" /></Relationships>
</file>

<file path=ppt/slides/_rels/slide59.xml.rels><?xml version="1.0" encoding="UTF-8" standalone="yes"?><Relationships xmlns="http://schemas.openxmlformats.org/package/2006/relationships"><Relationship Id="rId1" Type="http://schemas.openxmlformats.org/officeDocument/2006/relationships/notesSlide" Target="../notesSlides/notesSlide46.xml" /><Relationship Id="rId0" Type="http://schemas.openxmlformats.org/officeDocument/2006/relationships/slideLayout" Target="../slideLayouts/slideLayout3.xml" /></Relationships>
</file>

<file path=ppt/slides/_rels/slide60.xml.rels><?xml version="1.0" encoding="UTF-8" standalone="yes"?><Relationships xmlns="http://schemas.openxmlformats.org/package/2006/relationships"><Relationship Id="rId1" Type="http://schemas.openxmlformats.org/officeDocument/2006/relationships/notesSlide" Target="../notesSlides/notesSlide47.xml" /><Relationship Id="rId0" Type="http://schemas.openxmlformats.org/officeDocument/2006/relationships/slideLayout" Target="../slideLayouts/slideLayout3.xml" /></Relationships>
</file>

<file path=ppt/slides/_rels/slide61.xml.rels><?xml version="1.0" encoding="UTF-8" standalone="yes"?><Relationships xmlns="http://schemas.openxmlformats.org/package/2006/relationships"><Relationship Id="rId1" Type="http://schemas.openxmlformats.org/officeDocument/2006/relationships/notesSlide" Target="../notesSlides/notesSlide48.xml" /><Relationship Id="rId0" Type="http://schemas.openxmlformats.org/officeDocument/2006/relationships/slideLayout" Target="../slideLayouts/slideLayout3.xml" /></Relationships>
</file>

<file path=ppt/slides/_rels/slide62.xml.rels><?xml version="1.0" encoding="UTF-8" standalone="yes"?><Relationships xmlns="http://schemas.openxmlformats.org/package/2006/relationships"><Relationship Id="rId1" Type="http://schemas.openxmlformats.org/officeDocument/2006/relationships/image" Target="media/image56.png" /><Relationship Id="rId0" Type="http://schemas.openxmlformats.org/officeDocument/2006/relationships/slideLayout" Target="../slideLayouts/slideLayout3.xml" /></Relationships>
</file>

<file path=ppt/slides/_rels/slide63.xml.rels><?xml version="1.0" encoding="UTF-8" standalone="yes"?><Relationships xmlns="http://schemas.openxmlformats.org/package/2006/relationships"><Relationship Id="rId1" Type="http://schemas.openxmlformats.org/officeDocument/2006/relationships/notesSlide" Target="../notesSlides/notesSlide49.xml" /><Relationship Id="rId0" Type="http://schemas.openxmlformats.org/officeDocument/2006/relationships/slideLayout" Target="../slideLayouts/slideLayout3.xml" /></Relationships>
</file>

<file path=ppt/slides/_rels/slide64.xml.rels><?xml version="1.0" encoding="UTF-8" standalone="yes"?><Relationships xmlns="http://schemas.openxmlformats.org/package/2006/relationships"><Relationship Id="rId1" Type="http://schemas.openxmlformats.org/officeDocument/2006/relationships/notesSlide" Target="../notesSlides/notesSlide50.xml" /><Relationship Id="rId0" Type="http://schemas.openxmlformats.org/officeDocument/2006/relationships/slideLayout" Target="../slideLayouts/slideLayout3.xml" /></Relationships>
</file>

<file path=ppt/slides/_rels/slide6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66.xml.rels><?xml version="1.0" encoding="UTF-8" standalone="yes"?><Relationships xmlns="http://schemas.openxmlformats.org/package/2006/relationships"><Relationship Id="rId1" Type="http://schemas.openxmlformats.org/officeDocument/2006/relationships/image" Target="media/image57.png" /><Relationship Id="rId0" Type="http://schemas.openxmlformats.org/officeDocument/2006/relationships/slideLayout" Target="../slideLayouts/slideLayout3.xml" /></Relationships>
</file>

<file path=ppt/slides/_rels/slide67.xml.rels><?xml version="1.0" encoding="UTF-8" standalone="yes"?><Relationships xmlns="http://schemas.openxmlformats.org/package/2006/relationships"><Relationship Id="rId1" Type="http://schemas.openxmlformats.org/officeDocument/2006/relationships/notesSlide" Target="../notesSlides/notesSlide51.xml" /><Relationship Id="rId0" Type="http://schemas.openxmlformats.org/officeDocument/2006/relationships/slideLayout" Target="../slideLayouts/slideLayout3.xml" /></Relationships>
</file>

<file path=ppt/slides/_rels/slide68.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69.xml.rels><?xml version="1.0" encoding="UTF-8" standalone="yes"?><Relationships xmlns="http://schemas.openxmlformats.org/package/2006/relationships"><Relationship Id="rId1" Type="http://schemas.openxmlformats.org/officeDocument/2006/relationships/notesSlide" Target="../notesSlides/notesSlide52.xml" /><Relationship Id="rId0" Type="http://schemas.openxmlformats.org/officeDocument/2006/relationships/slideLayout" Target="../slideLayouts/slideLayout3.xml" /></Relationships>
</file>

<file path=ppt/slides/_rels/slide70.xml.rels><?xml version="1.0" encoding="UTF-8" standalone="yes"?><Relationships xmlns="http://schemas.openxmlformats.org/package/2006/relationships"><Relationship Id="rId1" Type="http://schemas.openxmlformats.org/officeDocument/2006/relationships/notesSlide" Target="../notesSlides/notesSlide53.xml" /><Relationship Id="rId0" Type="http://schemas.openxmlformats.org/officeDocument/2006/relationships/slideLayout" Target="../slideLayouts/slideLayout3.xml" /></Relationships>
</file>

<file path=ppt/slides/_rels/slide71.xml.rels><?xml version="1.0" encoding="UTF-8" standalone="yes"?><Relationships xmlns="http://schemas.openxmlformats.org/package/2006/relationships"><Relationship Id="rId2" Type="http://schemas.openxmlformats.org/officeDocument/2006/relationships/image" Target="media/image59.png" /><Relationship Id="rId0" Type="http://schemas.openxmlformats.org/officeDocument/2006/relationships/slideLayout" Target="../slideLayouts/slideLayout3.xml" /><Relationship Id="rId1" Type="http://schemas.openxmlformats.org/officeDocument/2006/relationships/notesSlide" Target="../notesSlides/notesSlide54.xml" /></Relationships>
</file>

<file path=ppt/slides/_rels/slide72.xml.rels><?xml version="1.0" encoding="UTF-8" standalone="yes"?><Relationships xmlns="http://schemas.openxmlformats.org/package/2006/relationships"><Relationship Id="rId1" Type="http://schemas.openxmlformats.org/officeDocument/2006/relationships/notesSlide" Target="../notesSlides/notesSlide55.xml" /><Relationship Id="rId0" Type="http://schemas.openxmlformats.org/officeDocument/2006/relationships/slideLayout" Target="../slideLayouts/slideLayout3.xml" /></Relationships>
</file>

<file path=ppt/slides/_rels/slide73.xml.rels><?xml version="1.0" encoding="UTF-8" standalone="yes"?><Relationships xmlns="http://schemas.openxmlformats.org/package/2006/relationships"><Relationship Id="rId1" Type="http://schemas.openxmlformats.org/officeDocument/2006/relationships/notesSlide" Target="../notesSlides/notesSlide56.xml" /><Relationship Id="rId0" Type="http://schemas.openxmlformats.org/officeDocument/2006/relationships/slideLayout" Target="../slideLayouts/slideLayout3.xml" /></Relationships>
</file>

<file path=ppt/slides/_rels/slide74.xml.rels><?xml version="1.0" encoding="UTF-8" standalone="yes"?><Relationships xmlns="http://schemas.openxmlformats.org/package/2006/relationships"><Relationship Id="rId1" Type="http://schemas.openxmlformats.org/officeDocument/2006/relationships/notesSlide" Target="../notesSlides/notesSlide57.xml" /><Relationship Id="rId0" Type="http://schemas.openxmlformats.org/officeDocument/2006/relationships/slideLayout" Target="../slideLayouts/slideLayout3.xml" /></Relationships>
</file>

<file path=ppt/slides/_rels/slide75.xml.rels><?xml version="1.0" encoding="UTF-8" standalone="yes"?><Relationships xmlns="http://schemas.openxmlformats.org/package/2006/relationships"><Relationship Id="rId1" Type="http://schemas.openxmlformats.org/officeDocument/2006/relationships/notesSlide" Target="../notesSlides/notesSlide58.xml" /><Relationship Id="rId0" Type="http://schemas.openxmlformats.org/officeDocument/2006/relationships/slideLayout" Target="../slideLayouts/slideLayout3.xml" /></Relationships>
</file>

<file path=ppt/slides/_rels/slide76.xml.rels><?xml version="1.0" encoding="UTF-8" standalone="yes"?><Relationships xmlns="http://schemas.openxmlformats.org/package/2006/relationships"><Relationship Id="rId1" Type="http://schemas.openxmlformats.org/officeDocument/2006/relationships/notesSlide" Target="../notesSlides/notesSlide59.xml" /><Relationship Id="rId0" Type="http://schemas.openxmlformats.org/officeDocument/2006/relationships/slideLayout" Target="../slideLayouts/slideLayout3.xml" /></Relationships>
</file>

<file path=ppt/slides/_rels/slide77.xml.rels><?xml version="1.0" encoding="UTF-8" standalone="yes"?><Relationships xmlns="http://schemas.openxmlformats.org/package/2006/relationships"><Relationship Id="rId1" Type="http://schemas.openxmlformats.org/officeDocument/2006/relationships/notesSlide" Target="../notesSlides/notesSlide60.xml" /><Relationship Id="rId0" Type="http://schemas.openxmlformats.org/officeDocument/2006/relationships/slideLayout" Target="../slideLayouts/slideLayout3.xml" /></Relationships>
</file>

<file path=ppt/slides/_rels/slide78.xml.rels><?xml version="1.0" encoding="UTF-8" standalone="yes"?><Relationships xmlns="http://schemas.openxmlformats.org/package/2006/relationships"><Relationship Id="rId1" Type="http://schemas.openxmlformats.org/officeDocument/2006/relationships/notesSlide" Target="../notesSlides/notesSlide61.xml" /><Relationship Id="rId0" Type="http://schemas.openxmlformats.org/officeDocument/2006/relationships/slideLayout" Target="../slideLayouts/slideLayout3.xml" /></Relationships>
</file>

<file path=ppt/slides/_rels/slide79.xml.rels><?xml version="1.0" encoding="UTF-8" standalone="yes"?><Relationships xmlns="http://schemas.openxmlformats.org/package/2006/relationships"><Relationship Id="rId1" Type="http://schemas.openxmlformats.org/officeDocument/2006/relationships/image" Target="media/image61.png" /><Relationship Id="rId0" Type="http://schemas.openxmlformats.org/officeDocument/2006/relationships/slideLayout" Target="../slideLayouts/slideLayout3.xml" /></Relationships>
</file>

<file path=ppt/slides/_rels/slide80.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81.xml.rels><?xml version="1.0" encoding="UTF-8" standalone="yes"?><Relationships xmlns="http://schemas.openxmlformats.org/package/2006/relationships"><Relationship Id="rId1" Type="http://schemas.openxmlformats.org/officeDocument/2006/relationships/image" Target="media/image62.jpg" /><Relationship Id="rId0" Type="http://schemas.openxmlformats.org/officeDocument/2006/relationships/slideLayout" Target="../slideLayouts/slideLayout3.xml" /></Relationships>
</file>

<file path=ppt/slides/_rels/slide82.xml.rels><?xml version="1.0" encoding="UTF-8" standalone="yes"?><Relationships xmlns="http://schemas.openxmlformats.org/package/2006/relationships"><Relationship Id="rId2" Type="http://schemas.openxmlformats.org/officeDocument/2006/relationships/image" Target="media/image64.png" /><Relationship Id="rId0" Type="http://schemas.openxmlformats.org/officeDocument/2006/relationships/slideLayout" Target="../slideLayouts/slideLayout3.xml" /><Relationship Id="rId1" Type="http://schemas.openxmlformats.org/officeDocument/2006/relationships/image" Target="media/image63.png" /></Relationships>
</file>

<file path=ppt/slides/_rels/slide83.xml.rels><?xml version="1.0" encoding="UTF-8" standalone="yes"?><Relationships xmlns="http://schemas.openxmlformats.org/package/2006/relationships"><Relationship Id="rId1" Type="http://schemas.openxmlformats.org/officeDocument/2006/relationships/notesSlide" Target="../notesSlides/notesSlide62.xml" /><Relationship Id="rId0" Type="http://schemas.openxmlformats.org/officeDocument/2006/relationships/slideLayout" Target="../slideLayouts/slideLayout3.xml" /></Relationships>
</file>

<file path=ppt/slides/_rels/slide84.xml.rels><?xml version="1.0" encoding="UTF-8" standalone="yes"?><Relationships xmlns="http://schemas.openxmlformats.org/package/2006/relationships"><Relationship Id="rId1" Type="http://schemas.openxmlformats.org/officeDocument/2006/relationships/notesSlide" Target="../notesSlides/notesSlide63.xml" /><Relationship Id="rId0" Type="http://schemas.openxmlformats.org/officeDocument/2006/relationships/slideLayout" Target="../slideLayouts/slideLayout3.xml" /></Relationships>
</file>

<file path=ppt/slides/_rels/slide8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86.xml.rels><?xml version="1.0" encoding="UTF-8" standalone="yes"?><Relationships xmlns="http://schemas.openxmlformats.org/package/2006/relationships"><Relationship Id="rId1" Type="http://schemas.openxmlformats.org/officeDocument/2006/relationships/notesSlide" Target="../notesSlides/notesSlide64.xml" /><Relationship Id="rId0" Type="http://schemas.openxmlformats.org/officeDocument/2006/relationships/slideLayout" Target="../slideLayouts/slideLayout3.xml" /></Relationships>
</file>

<file path=ppt/slides/_rels/slide87.xml.rels><?xml version="1.0" encoding="UTF-8" standalone="yes"?><Relationships xmlns="http://schemas.openxmlformats.org/package/2006/relationships"><Relationship Id="rId1" Type="http://schemas.openxmlformats.org/officeDocument/2006/relationships/image" Target="media/image65.png" /><Relationship Id="rId0" Type="http://schemas.openxmlformats.org/officeDocument/2006/relationships/slideLayout" Target="../slideLayouts/slideLayout3.xml" /></Relationships>
</file>

<file path=ppt/slides/_rels/slide88.xml.rels><?xml version="1.0" encoding="UTF-8" standalone="yes"?><Relationships xmlns="http://schemas.openxmlformats.org/package/2006/relationships"><Relationship Id="rId1" Type="http://schemas.openxmlformats.org/officeDocument/2006/relationships/notesSlide" Target="../notesSlides/notesSlide65.xml" /><Relationship Id="rId0" Type="http://schemas.openxmlformats.org/officeDocument/2006/relationships/slideLayout" Target="../slideLayouts/slideLayout3.xml" /></Relationships>
</file>

<file path=ppt/slides/_rels/slide89.xml.rels><?xml version="1.0" encoding="UTF-8" standalone="yes"?><Relationships xmlns="http://schemas.openxmlformats.org/package/2006/relationships"><Relationship Id="rId1" Type="http://schemas.openxmlformats.org/officeDocument/2006/relationships/notesSlide" Target="../notesSlides/notesSlide66.xml" /><Relationship Id="rId0" Type="http://schemas.openxmlformats.org/officeDocument/2006/relationships/slideLayout" Target="../slideLayouts/slideLayout3.xml" /></Relationships>
</file>

<file path=ppt/slides/_rels/slide90.xml.rels><?xml version="1.0" encoding="UTF-8" standalone="yes"?><Relationships xmlns="http://schemas.openxmlformats.org/package/2006/relationships"><Relationship Id="rId1" Type="http://schemas.openxmlformats.org/officeDocument/2006/relationships/notesSlide" Target="../notesSlides/notesSlide67.xml" /><Relationship Id="rId0" Type="http://schemas.openxmlformats.org/officeDocument/2006/relationships/slideLayout" Target="../slideLayouts/slideLayout3.xml" /></Relationships>
</file>

<file path=ppt/slides/_rels/slide91.xml.rels><?xml version="1.0" encoding="UTF-8" standalone="yes"?><Relationships xmlns="http://schemas.openxmlformats.org/package/2006/relationships"><Relationship Id="rId1" Type="http://schemas.openxmlformats.org/officeDocument/2006/relationships/notesSlide" Target="../notesSlides/notesSlide68.xml" /><Relationship Id="rId0" Type="http://schemas.openxmlformats.org/officeDocument/2006/relationships/slideLayout" Target="../slideLayouts/slideLayout3.xml" /></Relationships>
</file>

<file path=ppt/slides/_rels/slide92.xml.rels><?xml version="1.0" encoding="UTF-8" standalone="yes"?><Relationships xmlns="http://schemas.openxmlformats.org/package/2006/relationships"><Relationship Id="rId1" Type="http://schemas.openxmlformats.org/officeDocument/2006/relationships/notesSlide" Target="../notesSlides/notesSlide69.xml" /><Relationship Id="rId0" Type="http://schemas.openxmlformats.org/officeDocument/2006/relationships/slideLayout" Target="../slideLayouts/slideLayout3.xml" /></Relationships>
</file>

<file path=ppt/slides/_rels/slide93.xml.rels><?xml version="1.0" encoding="UTF-8" standalone="yes"?><Relationships xmlns="http://schemas.openxmlformats.org/package/2006/relationships"><Relationship Id="rId1" Type="http://schemas.openxmlformats.org/officeDocument/2006/relationships/notesSlide" Target="../notesSlides/notesSlide70.xml" /><Relationship Id="rId0" Type="http://schemas.openxmlformats.org/officeDocument/2006/relationships/slideLayout" Target="../slideLayouts/slideLayout3.xml" /></Relationships>
</file>

<file path=ppt/slides/_rels/slide94.xml.rels><?xml version="1.0" encoding="UTF-8" standalone="yes"?><Relationships xmlns="http://schemas.openxmlformats.org/package/2006/relationships"><Relationship Id="rId1" Type="http://schemas.openxmlformats.org/officeDocument/2006/relationships/notesSlide" Target="../notesSlides/notesSlide71.xml" /><Relationship Id="rId0" Type="http://schemas.openxmlformats.org/officeDocument/2006/relationships/slideLayout" Target="../slideLayouts/slideLayout3.xml" /></Relationships>
</file>

<file path=ppt/slides/_rels/slide95.xml.rels><?xml version="1.0" encoding="UTF-8" standalone="yes"?><Relationships xmlns="http://schemas.openxmlformats.org/package/2006/relationships"><Relationship Id="rId1" Type="http://schemas.openxmlformats.org/officeDocument/2006/relationships/notesSlide" Target="../notesSlides/notesSlide72.xml" /><Relationship Id="rId0" Type="http://schemas.openxmlformats.org/officeDocument/2006/relationships/slideLayout" Target="../slideLayouts/slideLayout3.xml" /></Relationships>
</file>

<file path=ppt/slides/_rels/slide96.xml.rels><?xml version="1.0" encoding="UTF-8" standalone="yes"?><Relationships xmlns="http://schemas.openxmlformats.org/package/2006/relationships"><Relationship Id="rId1" Type="http://schemas.openxmlformats.org/officeDocument/2006/relationships/notesSlide" Target="../notesSlides/notesSlide73.xml" /><Relationship Id="rId0" Type="http://schemas.openxmlformats.org/officeDocument/2006/relationships/slideLayout" Target="../slideLayouts/slideLayout3.xml" /></Relationships>
</file>

<file path=ppt/slides/_rels/slide97.xml.rels><?xml version="1.0" encoding="UTF-8" standalone="yes"?><Relationships xmlns="http://schemas.openxmlformats.org/package/2006/relationships"><Relationship Id="rId1" Type="http://schemas.openxmlformats.org/officeDocument/2006/relationships/notesSlide" Target="../notesSlides/notesSlide74.xml" /><Relationship Id="rId0" Type="http://schemas.openxmlformats.org/officeDocument/2006/relationships/slideLayout" Target="../slideLayouts/slideLayout3.xml" /></Relationships>
</file>

<file path=ppt/slides/_rels/slide98.xml.rels><?xml version="1.0" encoding="UTF-8" standalone="yes"?><Relationships xmlns="http://schemas.openxmlformats.org/package/2006/relationships"><Relationship Id="rId1" Type="http://schemas.openxmlformats.org/officeDocument/2006/relationships/notesSlide" Target="../notesSlides/notesSlide75.xml" /><Relationship Id="rId0" Type="http://schemas.openxmlformats.org/officeDocument/2006/relationships/slideLayout" Target="../slideLayouts/slideLayout3.xml" /></Relationships>
</file>

<file path=ppt/slides/_rels/slide99.xml.rels><?xml version="1.0" encoding="UTF-8" standalone="yes"?><Relationships xmlns="http://schemas.openxmlformats.org/package/2006/relationships"><Relationship Id="rId1" Type="http://schemas.openxmlformats.org/officeDocument/2006/relationships/notesSlide" Target="../notesSlides/notesSlide1.xml" /><Relationship Id="rId0" Type="http://schemas.openxmlformats.org/officeDocument/2006/relationships/slideLayout" Target="../slideLayouts/slideLayout3.xml" /></Relationships>
</file>

<file path=ppt/slides/_rels/slide100.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3.xml" /></Relationships>
</file>

<file path=ppt/slides/_rels/slide101.xml.rels><?xml version="1.0" encoding="UTF-8" standalone="yes"?><Relationships xmlns="http://schemas.openxmlformats.org/package/2006/relationships"><Relationship Id="rId1" Type="http://schemas.openxmlformats.org/officeDocument/2006/relationships/notesSlide" Target="../notesSlides/notesSlide3.xml" /><Relationship Id="rId0" Type="http://schemas.openxmlformats.org/officeDocument/2006/relationships/slideLayout" Target="../slideLayouts/slideLayout3.xml" /></Relationships>
</file>

<file path=ppt/slides/_rels/slide102.xml.rels><?xml version="1.0" encoding="UTF-8" standalone="yes"?><Relationships xmlns="http://schemas.openxmlformats.org/package/2006/relationships"><Relationship Id="rId1" Type="http://schemas.openxmlformats.org/officeDocument/2006/relationships/notesSlide" Target="../notesSlides/notesSlide4.xml" /><Relationship Id="rId0" Type="http://schemas.openxmlformats.org/officeDocument/2006/relationships/slideLayout" Target="../slideLayouts/slideLayout3.xml" /></Relationships>
</file>

<file path=ppt/slides/_rels/slide103.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3.xml" /></Relationships>
</file>

<file path=ppt/slides/_rels/slide104.xml.rels><?xml version="1.0" encoding="UTF-8" standalone="yes"?><Relationships xmlns="http://schemas.openxmlformats.org/package/2006/relationships"><Relationship Id="rId1" Type="http://schemas.openxmlformats.org/officeDocument/2006/relationships/notesSlide" Target="../notesSlides/notesSlide6.xml" /><Relationship Id="rId0" Type="http://schemas.openxmlformats.org/officeDocument/2006/relationships/slideLayout" Target="../slideLayouts/slideLayout3.xml" /></Relationships>
</file>

<file path=ppt/slides/_rels/slide105.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3.xml" /></Relationships>
</file>

<file path=ppt/slides/_rels/slide106.xml.rels><?xml version="1.0" encoding="UTF-8" standalone="yes"?><Relationships xmlns="http://schemas.openxmlformats.org/package/2006/relationships"><Relationship Id="rId1" Type="http://schemas.openxmlformats.org/officeDocument/2006/relationships/notesSlide" Target="../notesSlides/notesSlide8.xml" /><Relationship Id="rId0" Type="http://schemas.openxmlformats.org/officeDocument/2006/relationships/slideLayout" Target="../slideLayouts/slideLayout3.xml" /></Relationships>
</file>

<file path=ppt/slides/_rels/slide107.xml.rels><?xml version="1.0" encoding="UTF-8" standalone="yes"?><Relationships xmlns="http://schemas.openxmlformats.org/package/2006/relationships"><Relationship Id="rId1" Type="http://schemas.openxmlformats.org/officeDocument/2006/relationships/notesSlide" Target="../notesSlides/notesSlide9.xml" /><Relationship Id="rId0" Type="http://schemas.openxmlformats.org/officeDocument/2006/relationships/slideLayout" Target="../slideLayouts/slideLayout3.xml" /></Relationships>
</file>

<file path=ppt/slides/_rels/slide108.xml.rels><?xml version="1.0" encoding="UTF-8" standalone="yes"?><Relationships xmlns="http://schemas.openxmlformats.org/package/2006/relationships"><Relationship Id="rId1" Type="http://schemas.openxmlformats.org/officeDocument/2006/relationships/notesSlide" Target="../notesSlides/notesSlide10.xml" /><Relationship Id="rId0" Type="http://schemas.openxmlformats.org/officeDocument/2006/relationships/slideLayout" Target="../slideLayouts/slideLayout3.xml" /></Relationships>
</file>

<file path=ppt/slides/_rels/slide109.xml.rels><?xml version="1.0" encoding="UTF-8" standalone="yes"?><Relationships xmlns="http://schemas.openxmlformats.org/package/2006/relationships"><Relationship Id="rId1" Type="http://schemas.openxmlformats.org/officeDocument/2006/relationships/notesSlide" Target="../notesSlides/notesSlide12.xml" /><Relationship Id="rId0" Type="http://schemas.openxmlformats.org/officeDocument/2006/relationships/slideLayout" Target="../slideLayouts/slideLayout3.xml" /></Relationships>
</file>

<file path=ppt/slides/_rels/slide110.xml.rels><?xml version="1.0" encoding="UTF-8" standalone="yes"?><Relationships xmlns="http://schemas.openxmlformats.org/package/2006/relationships"><Relationship Id="rId1" Type="http://schemas.openxmlformats.org/officeDocument/2006/relationships/notesSlide" Target="../notesSlides/notesSlide13.xml" /><Relationship Id="rId0" Type="http://schemas.openxmlformats.org/officeDocument/2006/relationships/slideLayout" Target="../slideLayouts/slideLayout3.xml" /></Relationships>
</file>

<file path=ppt/slides/_rels/slide111.xml.rels><?xml version="1.0" encoding="UTF-8" standalone="yes"?><Relationships xmlns="http://schemas.openxmlformats.org/package/2006/relationships"><Relationship Id="rId1" Type="http://schemas.openxmlformats.org/officeDocument/2006/relationships/notesSlide" Target="../notesSlides/notesSlide14.xml" /><Relationship Id="rId0" Type="http://schemas.openxmlformats.org/officeDocument/2006/relationships/slideLayout" Target="../slideLayouts/slideLayout3.xml" /></Relationships>
</file>

<file path=ppt/slides/_rels/slide112.xml.rels><?xml version="1.0" encoding="UTF-8" standalone="yes"?><Relationships xmlns="http://schemas.openxmlformats.org/package/2006/relationships"><Relationship Id="rId1" Type="http://schemas.openxmlformats.org/officeDocument/2006/relationships/notesSlide" Target="../notesSlides/notesSlide15.xml" /><Relationship Id="rId0" Type="http://schemas.openxmlformats.org/officeDocument/2006/relationships/slideLayout" Target="../slideLayouts/slideLayout3.xml" /></Relationships>
</file>

<file path=ppt/slides/_rels/slide113.xml.rels><?xml version="1.0" encoding="UTF-8" standalone="yes"?><Relationships xmlns="http://schemas.openxmlformats.org/package/2006/relationships"><Relationship Id="rId1" Type="http://schemas.openxmlformats.org/officeDocument/2006/relationships/notesSlide" Target="../notesSlides/notesSlide16.xml" /><Relationship Id="rId0" Type="http://schemas.openxmlformats.org/officeDocument/2006/relationships/slideLayout" Target="../slideLayouts/slideLayout3.xml" /></Relationships>
</file>

<file path=ppt/slides/_rels/slide114.xml.rels><?xml version="1.0" encoding="UTF-8" standalone="yes"?><Relationships xmlns="http://schemas.openxmlformats.org/package/2006/relationships"><Relationship Id="rId1" Type="http://schemas.openxmlformats.org/officeDocument/2006/relationships/notesSlide" Target="../notesSlides/notesSlide17.xml" /><Relationship Id="rId0" Type="http://schemas.openxmlformats.org/officeDocument/2006/relationships/slideLayout" Target="../slideLayouts/slideLayout3.xml" /></Relationships>
</file>

<file path=ppt/slides/_rels/slide115.xml.rels><?xml version="1.0" encoding="UTF-8" standalone="yes"?><Relationships xmlns="http://schemas.openxmlformats.org/package/2006/relationships"><Relationship Id="rId1" Type="http://schemas.openxmlformats.org/officeDocument/2006/relationships/notesSlide" Target="../notesSlides/notesSlide18.xml" /><Relationship Id="rId0" Type="http://schemas.openxmlformats.org/officeDocument/2006/relationships/slideLayout" Target="../slideLayouts/slideLayout3.xml" /></Relationships>
</file>

<file path=ppt/slides/_rels/slide116.xml.rels><?xml version="1.0" encoding="UTF-8" standalone="yes"?><Relationships xmlns="http://schemas.openxmlformats.org/package/2006/relationships"><Relationship Id="rId1" Type="http://schemas.openxmlformats.org/officeDocument/2006/relationships/notesSlide" Target="../notesSlides/notesSlide19.xml" /><Relationship Id="rId0" Type="http://schemas.openxmlformats.org/officeDocument/2006/relationships/slideLayout" Target="../slideLayouts/slideLayout3.xml" /></Relationships>
</file>

<file path=ppt/slides/_rels/slide117.xml.rels><?xml version="1.0" encoding="UTF-8" standalone="yes"?><Relationships xmlns="http://schemas.openxmlformats.org/package/2006/relationships"><Relationship Id="rId1" Type="http://schemas.openxmlformats.org/officeDocument/2006/relationships/notesSlide" Target="../notesSlides/notesSlide20.xml" /><Relationship Id="rId0" Type="http://schemas.openxmlformats.org/officeDocument/2006/relationships/slideLayout" Target="../slideLayouts/slideLayout3.xml" /></Relationships>
</file>

<file path=ppt/slides/_rels/slide118.xml.rels><?xml version="1.0" encoding="UTF-8" standalone="yes"?><Relationships xmlns="http://schemas.openxmlformats.org/package/2006/relationships"><Relationship Id="rId1" Type="http://schemas.openxmlformats.org/officeDocument/2006/relationships/notesSlide" Target="../notesSlides/notesSlide21.xml" /><Relationship Id="rId0" Type="http://schemas.openxmlformats.org/officeDocument/2006/relationships/slideLayout" Target="../slideLayouts/slideLayout3.xml" /></Relationships>
</file>

<file path=ppt/slides/_rels/slide119.xml.rels><?xml version="1.0" encoding="UTF-8" standalone="yes"?><Relationships xmlns="http://schemas.openxmlformats.org/package/2006/relationships"><Relationship Id="rId1" Type="http://schemas.openxmlformats.org/officeDocument/2006/relationships/notesSlide" Target="../notesSlides/notesSlide22.xml" /><Relationship Id="rId0" Type="http://schemas.openxmlformats.org/officeDocument/2006/relationships/slideLayout" Target="../slideLayouts/slideLayout3.xml" /></Relationships>
</file>

<file path=ppt/slides/_rels/slide120.xml.rels><?xml version="1.0" encoding="UTF-8" standalone="yes"?><Relationships xmlns="http://schemas.openxmlformats.org/package/2006/relationships"><Relationship Id="rId1" Type="http://schemas.openxmlformats.org/officeDocument/2006/relationships/notesSlide" Target="../notesSlides/notesSlide23.xml" /><Relationship Id="rId0" Type="http://schemas.openxmlformats.org/officeDocument/2006/relationships/slideLayout" Target="../slideLayouts/slideLayout3.xml" /></Relationships>
</file>

<file path=ppt/slides/_rels/slide121.xml.rels><?xml version="1.0" encoding="UTF-8" standalone="yes"?><Relationships xmlns="http://schemas.openxmlformats.org/package/2006/relationships"><Relationship Id="rId1" Type="http://schemas.openxmlformats.org/officeDocument/2006/relationships/notesSlide" Target="../notesSlides/notesSlide24.xml" /><Relationship Id="rId0" Type="http://schemas.openxmlformats.org/officeDocument/2006/relationships/slideLayout" Target="../slideLayouts/slideLayout3.xml" /></Relationships>
</file>

<file path=ppt/slides/_rels/slide122.xml.rels><?xml version="1.0" encoding="UTF-8" standalone="yes"?><Relationships xmlns="http://schemas.openxmlformats.org/package/2006/relationships"><Relationship Id="rId1" Type="http://schemas.openxmlformats.org/officeDocument/2006/relationships/notesSlide" Target="../notesSlides/notesSlide25.xml" /><Relationship Id="rId0" Type="http://schemas.openxmlformats.org/officeDocument/2006/relationships/slideLayout" Target="../slideLayouts/slideLayout3.xml" /></Relationships>
</file>

<file path=ppt/slides/_rels/slide123.xml.rels><?xml version="1.0" encoding="UTF-8" standalone="yes"?><Relationships xmlns="http://schemas.openxmlformats.org/package/2006/relationships"><Relationship Id="rId1" Type="http://schemas.openxmlformats.org/officeDocument/2006/relationships/notesSlide" Target="../notesSlides/notesSlide26.xml" /><Relationship Id="rId0" Type="http://schemas.openxmlformats.org/officeDocument/2006/relationships/slideLayout" Target="../slideLayouts/slideLayout3.xml" /></Relationships>
</file>

<file path=ppt/slides/_rels/slide124.xml.rels><?xml version="1.0" encoding="UTF-8" standalone="yes"?><Relationships xmlns="http://schemas.openxmlformats.org/package/2006/relationships"><Relationship Id="rId1" Type="http://schemas.openxmlformats.org/officeDocument/2006/relationships/notesSlide" Target="../notesSlides/notesSlide27.xml" /><Relationship Id="rId0" Type="http://schemas.openxmlformats.org/officeDocument/2006/relationships/slideLayout" Target="../slideLayouts/slideLayout3.xml" /></Relationships>
</file>

<file path=ppt/slides/_rels/slide125.xml.rels><?xml version="1.0" encoding="UTF-8" standalone="yes"?><Relationships xmlns="http://schemas.openxmlformats.org/package/2006/relationships"><Relationship Id="rId1" Type="http://schemas.openxmlformats.org/officeDocument/2006/relationships/notesSlide" Target="../notesSlides/notesSlide28.xml" /><Relationship Id="rId0" Type="http://schemas.openxmlformats.org/officeDocument/2006/relationships/slideLayout" Target="../slideLayouts/slideLayout3.xml" /></Relationships>
</file>

<file path=ppt/slides/_rels/slide126.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27.xml.rels><?xml version="1.0" encoding="UTF-8" standalone="yes"?><Relationships xmlns="http://schemas.openxmlformats.org/package/2006/relationships"><Relationship Id="rId1" Type="http://schemas.openxmlformats.org/officeDocument/2006/relationships/notesSlide" Target="../notesSlides/notesSlide29.xml" /><Relationship Id="rId0" Type="http://schemas.openxmlformats.org/officeDocument/2006/relationships/slideLayout" Target="../slideLayouts/slideLayout3.xml" /></Relationships>
</file>

<file path=ppt/slides/_rels/slide128.xml.rels><?xml version="1.0" encoding="UTF-8" standalone="yes"?><Relationships xmlns="http://schemas.openxmlformats.org/package/2006/relationships"><Relationship Id="rId1" Type="http://schemas.openxmlformats.org/officeDocument/2006/relationships/notesSlide" Target="../notesSlides/notesSlide30.xml" /><Relationship Id="rId0" Type="http://schemas.openxmlformats.org/officeDocument/2006/relationships/slideLayout" Target="../slideLayouts/slideLayout3.xml" /></Relationships>
</file>

<file path=ppt/slides/_rels/slide129.xml.rels><?xml version="1.0" encoding="UTF-8" standalone="yes"?><Relationships xmlns="http://schemas.openxmlformats.org/package/2006/relationships"><Relationship Id="rId1" Type="http://schemas.openxmlformats.org/officeDocument/2006/relationships/notesSlide" Target="../notesSlides/notesSlide31.xml" /><Relationship Id="rId0" Type="http://schemas.openxmlformats.org/officeDocument/2006/relationships/slideLayout" Target="../slideLayouts/slideLayout3.xml" /></Relationships>
</file>

<file path=ppt/slides/_rels/slide130.xml.rels><?xml version="1.0" encoding="UTF-8" standalone="yes"?><Relationships xmlns="http://schemas.openxmlformats.org/package/2006/relationships"><Relationship Id="rId1" Type="http://schemas.openxmlformats.org/officeDocument/2006/relationships/notesSlide" Target="../notesSlides/notesSlide32.xml" /><Relationship Id="rId0" Type="http://schemas.openxmlformats.org/officeDocument/2006/relationships/slideLayout" Target="../slideLayouts/slideLayout3.xml" /></Relationships>
</file>

<file path=ppt/slides/_rels/slide131.xml.rels><?xml version="1.0" encoding="UTF-8" standalone="yes"?><Relationships xmlns="http://schemas.openxmlformats.org/package/2006/relationships"><Relationship Id="rId1" Type="http://schemas.openxmlformats.org/officeDocument/2006/relationships/notesSlide" Target="../notesSlides/notesSlide33.xml" /><Relationship Id="rId0" Type="http://schemas.openxmlformats.org/officeDocument/2006/relationships/slideLayout" Target="../slideLayouts/slideLayout3.xml" /></Relationships>
</file>

<file path=ppt/slides/_rels/slide132.xml.rels><?xml version="1.0" encoding="UTF-8" standalone="yes"?><Relationships xmlns="http://schemas.openxmlformats.org/package/2006/relationships"><Relationship Id="rId1" Type="http://schemas.openxmlformats.org/officeDocument/2006/relationships/notesSlide" Target="../notesSlides/notesSlide34.xml" /><Relationship Id="rId0" Type="http://schemas.openxmlformats.org/officeDocument/2006/relationships/slideLayout" Target="../slideLayouts/slideLayout3.xml" /></Relationships>
</file>

<file path=ppt/slides/_rels/slide133.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34.xml.rels><?xml version="1.0" encoding="UTF-8" standalone="yes"?><Relationships xmlns="http://schemas.openxmlformats.org/package/2006/relationships"><Relationship Id="rId1" Type="http://schemas.openxmlformats.org/officeDocument/2006/relationships/image" Target="media/image3.png" /><Relationship Id="rId0" Type="http://schemas.openxmlformats.org/officeDocument/2006/relationships/slideLayout" Target="../slideLayouts/slideLayout3.xml" /></Relationships>
</file>

<file path=ppt/slides/_rels/slide135.xml.rels><?xml version="1.0" encoding="UTF-8" standalone="yes"?><Relationships xmlns="http://schemas.openxmlformats.org/package/2006/relationships"><Relationship Id="rId1" Type="http://schemas.openxmlformats.org/officeDocument/2006/relationships/image" Target="media/image4.png" /><Relationship Id="rId0" Type="http://schemas.openxmlformats.org/officeDocument/2006/relationships/slideLayout" Target="../slideLayouts/slideLayout3.xml" /></Relationships>
</file>

<file path=ppt/slides/_rels/slide136.xml.rels><?xml version="1.0" encoding="UTF-8" standalone="yes"?><Relationships xmlns="http://schemas.openxmlformats.org/package/2006/relationships"><Relationship Id="rId1" Type="http://schemas.openxmlformats.org/officeDocument/2006/relationships/image" Target="media/image5.png" /><Relationship Id="rId0" Type="http://schemas.openxmlformats.org/officeDocument/2006/relationships/slideLayout" Target="../slideLayouts/slideLayout3.xml" /></Relationships>
</file>

<file path=ppt/slides/_rels/slide137.xml.rels><?xml version="1.0" encoding="UTF-8" standalone="yes"?><Relationships xmlns="http://schemas.openxmlformats.org/package/2006/relationships"><Relationship Id="rId1" Type="http://schemas.openxmlformats.org/officeDocument/2006/relationships/image" Target="media/image6.png" /><Relationship Id="rId0" Type="http://schemas.openxmlformats.org/officeDocument/2006/relationships/slideLayout" Target="../slideLayouts/slideLayout3.xml" /></Relationships>
</file>

<file path=ppt/slides/_rels/slide138.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39.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0.xml.rels><?xml version="1.0" encoding="UTF-8" standalone="yes"?><Relationships xmlns="http://schemas.openxmlformats.org/package/2006/relationships"><Relationship Id="rId1" Type="http://schemas.openxmlformats.org/officeDocument/2006/relationships/image" Target="media/image7.png" /><Relationship Id="rId0" Type="http://schemas.openxmlformats.org/officeDocument/2006/relationships/slideLayout" Target="../slideLayouts/slideLayout3.xml" /></Relationships>
</file>

<file path=ppt/slides/_rels/slide141.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3.xml" /></Relationships>
</file>

<file path=ppt/slides/_rels/slide142.xml.rels><?xml version="1.0" encoding="UTF-8" standalone="yes"?><Relationships xmlns="http://schemas.openxmlformats.org/package/2006/relationships"><Relationship Id="rId1" Type="http://schemas.openxmlformats.org/officeDocument/2006/relationships/image" Target="media/image9.png" /><Relationship Id="rId0" Type="http://schemas.openxmlformats.org/officeDocument/2006/relationships/slideLayout" Target="../slideLayouts/slideLayout3.xml" /></Relationships>
</file>

<file path=ppt/slides/_rels/slide143.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4.xml.rels><?xml version="1.0" encoding="UTF-8" standalone="yes"?><Relationships xmlns="http://schemas.openxmlformats.org/package/2006/relationships"><Relationship Id="rId1" Type="http://schemas.openxmlformats.org/officeDocument/2006/relationships/image" Target="media/image10.png" /><Relationship Id="rId0" Type="http://schemas.openxmlformats.org/officeDocument/2006/relationships/slideLayout" Target="../slideLayouts/slideLayout3.xml" /></Relationships>
</file>

<file path=ppt/slides/_rels/slide14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6.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7.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8.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9.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50.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51.xml.rels><?xml version="1.0" encoding="UTF-8" standalone="yes"?><Relationships xmlns="http://schemas.openxmlformats.org/package/2006/relationships"><Relationship Id="rId1" Type="http://schemas.openxmlformats.org/officeDocument/2006/relationships/image" Target="media/image12.png" /><Relationship Id="rId0"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p:cSld>
    <p:spTree>
      <p:nvGrpSpPr>
        <p:cNvPr id="384" name=""/>
        <p:cNvGrpSpPr/>
        <p:nvPr/>
      </p:nvGrpSpPr>
      <p:grpSpPr>
        <a:xfrm>
          <a:off x="0" y="0"/>
          <a:ext cx="0" cy="0"/>
          <a:chOff x="0" y="0"/>
          <a:chExt cx="0" cy="0"/>
        </a:xfrm>
      </p:grpSpPr>
      <p:sp>
        <p:nvSpPr>
          <p:cNvPr id="385" name="Rectangle 1030"/>
          <p:cNvSpPr>
            <a:spLocks noGrp="true" noChangeShapeType="true"/>
          </p:cNvSpPr>
          <p:nvPr>
            <p:ph type="sldNum"/>
          </p:nvPr>
        </p:nvSpPr>
        <p:spPr>
          <a:xfrm>
            <a:off x="6705600" y="6248400"/>
            <a:ext cx="19050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ea typeface="SimSun" pitchFamily="2" charset="-122"/>
              </a:rPr>
              <a:t>*</a:t>
            </a:fld>
            <a:endParaRPr/>
          </a:p>
        </p:txBody>
      </p:sp>
      <p:sp>
        <p:nvSpPr>
          <p:cNvPr id="386" name="Rectangle 2"/>
          <p:cNvSpPr>
            <a:spLocks noGrp="true" noChangeShapeType="true"/>
          </p:cNvSpPr>
          <p:nvPr>
            <p:ph type="ctrTitle"/>
          </p:nvPr>
        </p:nvSpPr>
        <p:spPr>
          <a:xfrm>
            <a:off x="685800" y="2133600"/>
            <a:ext cx="7772400" cy="1828800"/>
          </a:xfrm>
          <a:prstGeom prst="rect">
            <a:avLst/>
          </a:prstGeom>
        </p:spPr>
        <p:txBody>
          <a:bodyPr lIns="91440" tIns="45720" rIns="91440" bIns="45720" anchor="ctr" anchorCtr="false"/>
          <a:lstStyle>
            <a:lvl1pPr>
              <a:defRPr/>
            </a:lvl1pPr>
            <a:lvl2pPr>
              <a:defRPr/>
            </a:lvl2pPr>
            <a:lvl3pPr>
              <a:defRPr/>
            </a:lvl3pPr>
            <a:lvl4pPr>
              <a:defRPr/>
            </a:lvl4pPr>
            <a:lvl5pPr>
              <a:defRPr/>
            </a:lvl5pPr>
          </a:lstStyle>
          <a:p>
            <a:pPr marL="0" lvl="0" indent="0" algn="ctr">
              <a:spcBef>
                <a:spcPts val="0"/>
              </a:spcBef>
              <a:buNone/>
            </a:pPr>
            <a:r>
              <a:rPr lang="en-US" sz="3200">
                <a:latin typeface="Comic Sans MS"/>
                <a:ea typeface="SimSun"/>
              </a:rPr>
              <a:t>Persistence (I)
</a:t>
            </a:r>
            <a:r>
              <a:rPr lang="en-US" sz="3200">
                <a:latin typeface="Comic Sans MS"/>
                <a:ea typeface="SimSun"/>
              </a:rPr>
              <a:t>I/O</a:t>
            </a:r>
            <a:r>
              <a:rPr lang="zh-CN" sz="3200">
                <a:latin typeface="Comic Sans MS"/>
                <a:ea typeface="SimSun"/>
              </a:rPr>
              <a:t> </a:t>
            </a:r>
            <a:r>
              <a:rPr lang="en-US" sz="3200">
                <a:latin typeface="Comic Sans MS"/>
                <a:ea typeface="SimSun"/>
              </a:rPr>
              <a:t>and Files</a:t>
            </a:r>
            <a:endParaRPr/>
          </a:p>
          <a:p>
            <a:pPr marL="0" lvl="0" indent="0" algn="ctr">
              <a:spcBef>
                <a:spcPts val="0"/>
              </a:spcBef>
              <a:buNone/>
            </a:pPr>
            <a:r>
              <a:rPr lang="en-US" sz="3200">
                <a:latin typeface="Comic Sans MS"/>
                <a:ea typeface="SimSun"/>
              </a:rPr>
              <a:t>(OSTEP Section 36,37,38,44)</a:t>
            </a:r>
            <a:endParaRPr/>
          </a:p>
        </p:txBody>
      </p:sp>
    </p:spTree>
  </p:cSld>
  <p:clrMapOvr>
    <a:masterClrMapping/>
  </p:clrMapOvr>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439" name=""/>
        <p:cNvGrpSpPr/>
        <p:nvPr/>
      </p:nvGrpSpPr>
      <p:grpSpPr>
        <a:xfrm>
          <a:off x="0" y="0"/>
          <a:ext cx="0" cy="0"/>
          <a:chOff x="0" y="0"/>
          <a:chExt cx="0" cy="0"/>
        </a:xfrm>
      </p:grpSpPr>
      <p:sp>
        <p:nvSpPr>
          <p:cNvPr id="44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OS: Three Easy Pieces</a:t>
            </a:r>
            <a:endParaRPr/>
          </a:p>
        </p:txBody>
      </p:sp>
      <p:sp>
        <p:nvSpPr>
          <p:cNvPr id="44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虚拟化</a:t>
            </a:r>
            <a:endParaRPr lang="en-US"/>
          </a:p>
          <a:p>
            <a:pPr marL="342900" lvl="0" indent="-342900">
              <a:spcBef>
                <a:spcPct val="20000"/>
              </a:spcBef>
              <a:buSzPct val="100000"/>
              <a:buChar char="•"/>
            </a:pPr>
            <a:r>
              <a:rPr lang="zh-CN">
                <a:ea typeface="SimSun" pitchFamily="2" charset="-122"/>
              </a:rPr>
              <a:t>持久化</a:t>
            </a:r>
            <a:endParaRPr lang="en-US"/>
          </a:p>
          <a:p>
            <a:pPr marL="342900" lvl="0" indent="-342900">
              <a:spcBef>
                <a:spcPct val="20000"/>
              </a:spcBef>
              <a:buSzPct val="100000"/>
              <a:buChar char="•"/>
            </a:pPr>
            <a:r>
              <a:rPr lang="zh-CN">
                <a:ea typeface="SimSun" pitchFamily="2" charset="-122"/>
              </a:rPr>
              <a:t>并发</a:t>
            </a:r>
            <a:endParaRPr/>
          </a:p>
        </p:txBody>
      </p:sp>
      <p:sp>
        <p:nvSpPr>
          <p:cNvPr id="44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43" name="Picture 4"/>
          <p:cNvPicPr>
            <a:picLocks noGrp="true" noChangeAspect="true"/>
          </p:cNvPicPr>
          <p:nvPr/>
        </p:nvPicPr>
        <p:blipFill>
          <a:blip r:embed="rId1"/>
          <a:srcRect/>
          <a:stretch>
            <a:fillRect/>
          </a:stretch>
        </p:blipFill>
        <p:spPr>
          <a:xfrm>
            <a:off x="1093787" y="2971800"/>
            <a:ext cx="7226300" cy="3276600"/>
          </a:xfrm>
          <a:prstGeom prst="rect">
            <a:avLst/>
          </a:prstGeom>
          <a:noFill/>
        </p:spPr>
      </p:pic>
    </p:spTree>
  </p:cSld>
  <p:clrMapOvr>
    <a:masterClrMapping/>
  </p:clrMapOvr>
  <p:transition/>
</p:sld>
</file>

<file path=ppt/slides/slide3.xml><?xml version="1.0" encoding="utf-8"?>
<p:sld xmlns:a="http://schemas.openxmlformats.org/drawingml/2006/main" xmlns:p="http://schemas.openxmlformats.org/presentationml/2006/main">
  <p:cSld>
    <p:spTree>
      <p:nvGrpSpPr>
        <p:cNvPr id="521" name=""/>
        <p:cNvGrpSpPr/>
        <p:nvPr/>
      </p:nvGrpSpPr>
      <p:grpSpPr>
        <a:xfrm>
          <a:off x="0" y="0"/>
          <a:ext cx="0" cy="0"/>
          <a:chOff x="0" y="0"/>
          <a:chExt cx="0" cy="0"/>
        </a:xfrm>
      </p:grpSpPr>
      <p:sp>
        <p:nvSpPr>
          <p:cNvPr id="52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523"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524"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true" i="false" u="none" baseline="0">
                <a:solidFill>
                  <a:srgbClr val="0070C0"/>
                </a:solidFill>
                <a:ea typeface="SimSun" pitchFamily="2" charset="-122"/>
              </a:rPr>
              <a:t>I/O Devices</a:t>
            </a:r>
            <a:endParaRPr lang="en-US"/>
          </a:p>
          <a:p>
            <a:pPr marL="342900" lvl="0" indent="-342900" defTabSz="914400" hangingPunct="true">
              <a:lnSpc>
                <a:spcPct val="100000"/>
              </a:lnSpc>
              <a:spcBef>
                <a:spcPct val="20000"/>
              </a:spcBef>
              <a:buSzPct val="100000"/>
              <a:buChar char="•"/>
            </a:pPr>
            <a:r>
              <a:rPr lang="en-US" baseline="0">
                <a:ea typeface="SimSun" pitchFamily="2" charset="-122"/>
              </a:rPr>
              <a:t>Unix I/O</a:t>
            </a:r>
            <a:endParaRPr lang="en-US"/>
          </a:p>
          <a:p>
            <a:pPr marL="342900" lvl="0" indent="-342900" defTabSz="914400" hangingPunct="true">
              <a:lnSpc>
                <a:spcPct val="100000"/>
              </a:lnSpc>
              <a:spcBef>
                <a:spcPct val="20000"/>
              </a:spcBef>
              <a:buSzPct val="100000"/>
              <a:buChar char="•"/>
            </a:pPr>
            <a:r>
              <a:rPr lang="en-US" baseline="0">
                <a:ea typeface="SimSun" pitchFamily="2" charset="-122"/>
              </a:rPr>
              <a:t>Reading File Metadata</a:t>
            </a:r>
            <a:endParaRPr lang="en-US"/>
          </a:p>
          <a:p>
            <a:pPr marL="342900" lvl="0" indent="-342900" defTabSz="914400" hangingPunct="true">
              <a:lnSpc>
                <a:spcPct val="100000"/>
              </a:lnSpc>
              <a:spcBef>
                <a:spcPct val="20000"/>
              </a:spcBef>
              <a:buSzPct val="100000"/>
              <a:buChar char="•"/>
            </a:pPr>
            <a:r>
              <a:rPr lang="en-US" baseline="0">
                <a:ea typeface="SimSun" pitchFamily="2" charset="-122"/>
              </a:rPr>
              <a:t>Sharing Files &amp; I/O redirection</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Robust I/O</a:t>
            </a:r>
            <a:r>
              <a:rPr lang="zh-CN" baseline="0">
                <a:solidFill>
                  <a:srgbClr val="808080"/>
                </a:solidFill>
                <a:ea typeface="SimSun" pitchFamily="2" charset="-122"/>
              </a:rPr>
              <a:t>（了解）</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Standard I/O</a:t>
            </a:r>
            <a:r>
              <a:rPr lang="zh-CN" baseline="0">
                <a:solidFill>
                  <a:srgbClr val="808080"/>
                </a:solidFill>
                <a:ea typeface="SimSun" pitchFamily="2" charset="-122"/>
              </a:rPr>
              <a:t>（了解）</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Fast I/O</a:t>
            </a:r>
            <a:r>
              <a:rPr lang="zh-CN" baseline="0">
                <a:solidFill>
                  <a:srgbClr val="808080"/>
                </a:solidFill>
                <a:ea typeface="SimSun" pitchFamily="2" charset="-122"/>
              </a:rPr>
              <a:t>（</a:t>
            </a:r>
            <a:r>
              <a:rPr lang="zh-CN" baseline="0">
                <a:solidFill>
                  <a:srgbClr val="808080"/>
                </a:solidFill>
                <a:ea typeface="SimSun" pitchFamily="2" charset="-122"/>
              </a:rPr>
              <a:t>了解</a:t>
            </a:r>
            <a:r>
              <a:rPr lang="zh-CN" baseline="0">
                <a:solidFill>
                  <a:srgbClr val="808080"/>
                </a:solidFill>
                <a:ea typeface="SimSun" pitchFamily="2" charset="-122"/>
              </a:rPr>
              <a:t>）</a:t>
            </a:r>
            <a:endParaRPr/>
          </a:p>
        </p:txBody>
      </p:sp>
    </p:spTree>
  </p:cSld>
  <p:clrMapOvr>
    <a:masterClrMapping/>
  </p:clrMapOvr>
  <p:transition/>
</p:sld>
</file>

<file path=ppt/slides/slide4.xml><?xml version="1.0" encoding="utf-8"?>
<p:sld xmlns:a="http://schemas.openxmlformats.org/drawingml/2006/main" xmlns:p="http://schemas.openxmlformats.org/presentationml/2006/main">
  <p:cSld>
    <p:spTree>
      <p:nvGrpSpPr>
        <p:cNvPr id="580" name=""/>
        <p:cNvGrpSpPr/>
        <p:nvPr/>
      </p:nvGrpSpPr>
      <p:grpSpPr>
        <a:xfrm>
          <a:off x="0" y="0"/>
          <a:ext cx="0" cy="0"/>
          <a:chOff x="0" y="0"/>
          <a:chExt cx="0" cy="0"/>
        </a:xfrm>
      </p:grpSpPr>
      <p:sp>
        <p:nvSpPr>
          <p:cNvPr id="58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8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I/O:</a:t>
            </a:r>
            <a:r>
              <a:rPr lang="zh-CN">
                <a:ea typeface="SimSun" pitchFamily="2" charset="-122"/>
              </a:rPr>
              <a:t> </a:t>
            </a:r>
            <a:r>
              <a:rPr lang="en-US">
                <a:ea typeface="SimSun" pitchFamily="2" charset="-122"/>
              </a:rPr>
              <a:t>Input</a:t>
            </a:r>
            <a:r>
              <a:rPr lang="zh-CN">
                <a:ea typeface="SimSun" pitchFamily="2" charset="-122"/>
              </a:rPr>
              <a:t>/</a:t>
            </a:r>
            <a:r>
              <a:rPr lang="en-US">
                <a:ea typeface="SimSun" pitchFamily="2" charset="-122"/>
              </a:rPr>
              <a:t>Output</a:t>
            </a:r>
            <a:endParaRPr/>
          </a:p>
          <a:p>
            <a:pPr marL="742950" lvl="1" indent="-285750">
              <a:spcBef>
                <a:spcPct val="20000"/>
              </a:spcBef>
              <a:buSzPct val="100000"/>
              <a:buChar char="–"/>
            </a:pPr>
            <a:r>
              <a:rPr lang="zh-CN">
                <a:ea typeface="SimSun" pitchFamily="2" charset="-122"/>
              </a:rPr>
              <a:t>持久化设备</a:t>
            </a:r>
            <a:endParaRPr lang="en-US"/>
          </a:p>
          <a:p>
            <a:pPr marL="1143000" lvl="2" indent="-228600">
              <a:spcBef>
                <a:spcPct val="20000"/>
              </a:spcBef>
              <a:buSzPct val="100000"/>
              <a:buChar char="•"/>
            </a:pPr>
            <a:r>
              <a:rPr lang="zh-CN">
                <a:ea typeface="SimSun" pitchFamily="2" charset="-122"/>
              </a:rPr>
              <a:t>加载程序、数据</a:t>
            </a:r>
            <a:endParaRPr lang="en-US"/>
          </a:p>
          <a:p>
            <a:pPr marL="1143000" lvl="2" indent="-228600">
              <a:spcBef>
                <a:spcPct val="20000"/>
              </a:spcBef>
              <a:buSzPct val="100000"/>
              <a:buChar char="•"/>
            </a:pPr>
            <a:r>
              <a:rPr lang="zh-CN">
                <a:ea typeface="SimSun" pitchFamily="2" charset="-122"/>
              </a:rPr>
              <a:t>保存状态</a:t>
            </a:r>
            <a:endParaRPr lang="en-US"/>
          </a:p>
          <a:p>
            <a:pPr marL="742950" lvl="1" indent="-285750">
              <a:spcBef>
                <a:spcPct val="20000"/>
              </a:spcBef>
              <a:buSzPct val="100000"/>
              <a:buChar char="–"/>
            </a:pPr>
            <a:r>
              <a:rPr lang="en-US">
                <a:ea typeface="SimSun" pitchFamily="2" charset="-122"/>
              </a:rPr>
              <a:t>CPU,</a:t>
            </a:r>
            <a:r>
              <a:rPr lang="zh-CN">
                <a:ea typeface="SimSun" pitchFamily="2" charset="-122"/>
              </a:rPr>
              <a:t> </a:t>
            </a:r>
            <a:r>
              <a:rPr lang="en-US">
                <a:ea typeface="SimSun" pitchFamily="2" charset="-122"/>
              </a:rPr>
              <a:t>Cache,</a:t>
            </a:r>
            <a:r>
              <a:rPr lang="zh-CN">
                <a:ea typeface="SimSun" pitchFamily="2" charset="-122"/>
              </a:rPr>
              <a:t> </a:t>
            </a:r>
            <a:r>
              <a:rPr lang="en-US">
                <a:ea typeface="SimSun" pitchFamily="2" charset="-122"/>
              </a:rPr>
              <a:t>RAM</a:t>
            </a:r>
            <a:r>
              <a:rPr lang="zh-CN">
                <a:ea typeface="SimSun" pitchFamily="2" charset="-122"/>
              </a:rPr>
              <a:t>都无法保存状态</a:t>
            </a:r>
            <a:endParaRPr lang="en-US"/>
          </a:p>
          <a:p>
            <a:pPr marL="742950" lvl="1" indent="-285750">
              <a:spcBef>
                <a:spcPct val="20000"/>
              </a:spcBef>
              <a:buSzPct val="100000"/>
              <a:buChar char="–"/>
            </a:pPr>
            <a:r>
              <a:rPr lang="zh-CN">
                <a:ea typeface="SimSun" pitchFamily="2" charset="-122"/>
              </a:rPr>
              <a:t>新的挑战者</a:t>
            </a:r>
            <a:endParaRPr lang="en-US"/>
          </a:p>
          <a:p>
            <a:pPr marL="1143000" lvl="2" indent="-228600">
              <a:spcBef>
                <a:spcPct val="20000"/>
              </a:spcBef>
              <a:buSzPct val="100000"/>
              <a:buChar char="•"/>
            </a:pPr>
            <a:r>
              <a:rPr lang="zh-CN">
                <a:ea typeface="SimSun" pitchFamily="2" charset="-122"/>
              </a:rPr>
              <a:t>非易失内存</a:t>
            </a:r>
            <a:endParaRPr lang="en-US"/>
          </a:p>
          <a:p>
            <a:pPr marL="1600200" lvl="3" indent="-228600">
              <a:spcBef>
                <a:spcPct val="20000"/>
              </a:spcBef>
              <a:buSzPct val="100000"/>
              <a:buChar char="–"/>
            </a:pPr>
            <a:r>
              <a:rPr lang="en-US">
                <a:ea typeface="SimSun" pitchFamily="2" charset="-122"/>
              </a:rPr>
              <a:t>Non-Volatile</a:t>
            </a:r>
            <a:r>
              <a:rPr lang="zh-CN">
                <a:ea typeface="SimSun" pitchFamily="2" charset="-122"/>
              </a:rPr>
              <a:t> </a:t>
            </a:r>
            <a:r>
              <a:rPr lang="en-US">
                <a:ea typeface="SimSun" pitchFamily="2" charset="-122"/>
              </a:rPr>
              <a:t>Memory</a:t>
            </a:r>
            <a:endParaRPr/>
          </a:p>
          <a:p>
            <a:pPr marL="1600200" lvl="3" indent="-228600">
              <a:spcBef>
                <a:spcPct val="20000"/>
              </a:spcBef>
              <a:buSzPct val="100000"/>
              <a:buChar char="–"/>
            </a:pPr>
            <a:r>
              <a:rPr lang="en-US">
                <a:ea typeface="SimSun" pitchFamily="2" charset="-122"/>
              </a:rPr>
              <a:t>Storage</a:t>
            </a:r>
            <a:r>
              <a:rPr lang="zh-CN">
                <a:ea typeface="SimSun" pitchFamily="2" charset="-122"/>
              </a:rPr>
              <a:t> </a:t>
            </a:r>
            <a:r>
              <a:rPr lang="en-US">
                <a:ea typeface="SimSun" pitchFamily="2" charset="-122"/>
              </a:rPr>
              <a:t>Class</a:t>
            </a:r>
            <a:r>
              <a:rPr lang="zh-CN">
                <a:ea typeface="SimSun" pitchFamily="2" charset="-122"/>
              </a:rPr>
              <a:t> </a:t>
            </a:r>
            <a:r>
              <a:rPr lang="en-US">
                <a:ea typeface="SimSun" pitchFamily="2" charset="-122"/>
              </a:rPr>
              <a:t>Memory</a:t>
            </a:r>
            <a:endParaRPr/>
          </a:p>
          <a:p>
            <a:pPr marL="1600200" lvl="3" indent="-228600">
              <a:spcBef>
                <a:spcPct val="20000"/>
              </a:spcBef>
              <a:buSzPct val="100000"/>
              <a:buChar char="–"/>
            </a:pPr>
            <a:r>
              <a:rPr lang="en-US">
                <a:ea typeface="SimSun" pitchFamily="2" charset="-122"/>
              </a:rPr>
              <a:t>Persistent</a:t>
            </a:r>
            <a:r>
              <a:rPr lang="zh-CN">
                <a:ea typeface="SimSun" pitchFamily="2" charset="-122"/>
              </a:rPr>
              <a:t> </a:t>
            </a:r>
            <a:r>
              <a:rPr lang="en-US">
                <a:ea typeface="SimSun" pitchFamily="2" charset="-122"/>
              </a:rPr>
              <a:t>Memory</a:t>
            </a:r>
            <a:endParaRPr/>
          </a:p>
        </p:txBody>
      </p:sp>
      <p:sp>
        <p:nvSpPr>
          <p:cNvPr id="58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663" name=""/>
        <p:cNvGrpSpPr/>
        <p:nvPr/>
      </p:nvGrpSpPr>
      <p:grpSpPr>
        <a:xfrm>
          <a:off x="0" y="0"/>
          <a:ext cx="0" cy="0"/>
          <a:chOff x="0" y="0"/>
          <a:chExt cx="0" cy="0"/>
        </a:xfrm>
      </p:grpSpPr>
      <p:sp>
        <p:nvSpPr>
          <p:cNvPr id="66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66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System Architecture</a:t>
            </a:r>
            <a:endParaRPr/>
          </a:p>
          <a:p>
            <a:pPr marL="742950" lvl="1" indent="-285750">
              <a:spcBef>
                <a:spcPct val="20000"/>
              </a:spcBef>
              <a:buSzPct val="100000"/>
              <a:buChar char="–"/>
            </a:pPr>
            <a:r>
              <a:rPr lang="zh-CN">
                <a:ea typeface="SimSun" pitchFamily="2" charset="-122"/>
              </a:rPr>
              <a:t>层次结构原因</a:t>
            </a:r>
            <a:endParaRPr lang="en-US"/>
          </a:p>
          <a:p>
            <a:pPr marL="1143000" lvl="2" indent="-228600">
              <a:spcBef>
                <a:spcPct val="20000"/>
              </a:spcBef>
              <a:buSzPct val="100000"/>
              <a:buChar char="•"/>
            </a:pPr>
            <a:r>
              <a:rPr lang="zh-CN">
                <a:ea typeface="SimSun" pitchFamily="2" charset="-122"/>
              </a:rPr>
              <a:t>快速设备近</a:t>
            </a:r>
            <a:endParaRPr lang="en-US"/>
          </a:p>
          <a:p>
            <a:pPr marL="1143000" lvl="2" indent="-228600">
              <a:spcBef>
                <a:spcPct val="20000"/>
              </a:spcBef>
              <a:buSzPct val="100000"/>
              <a:buChar char="•"/>
            </a:pPr>
            <a:r>
              <a:rPr lang="zh-CN">
                <a:ea typeface="SimSun" pitchFamily="2" charset="-122"/>
              </a:rPr>
              <a:t>慢速设备远</a:t>
            </a:r>
            <a:endParaRPr/>
          </a:p>
        </p:txBody>
      </p:sp>
      <p:sp>
        <p:nvSpPr>
          <p:cNvPr id="666"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667" name="Picture 6"/>
          <p:cNvPicPr>
            <a:picLocks noGrp="true" noChangeAspect="true"/>
          </p:cNvPicPr>
          <p:nvPr/>
        </p:nvPicPr>
        <p:blipFill>
          <a:blip r:embed="rId1"/>
          <a:srcRect/>
          <a:stretch>
            <a:fillRect/>
          </a:stretch>
        </p:blipFill>
        <p:spPr>
          <a:xfrm>
            <a:off x="3581400" y="2133600"/>
            <a:ext cx="5524500" cy="4648200"/>
          </a:xfrm>
          <a:prstGeom prst="rect">
            <a:avLst/>
          </a:prstGeom>
          <a:noFill/>
        </p:spPr>
      </p:pic>
    </p:spTree>
  </p:cSld>
  <p:clrMapOvr>
    <a:masterClrMapping/>
  </p:clrMapOvr>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754" name=""/>
        <p:cNvGrpSpPr/>
        <p:nvPr/>
      </p:nvGrpSpPr>
      <p:grpSpPr>
        <a:xfrm>
          <a:off x="0" y="0"/>
          <a:ext cx="0" cy="0"/>
          <a:chOff x="0" y="0"/>
          <a:chExt cx="0" cy="0"/>
        </a:xfrm>
      </p:grpSpPr>
      <p:sp>
        <p:nvSpPr>
          <p:cNvPr id="75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75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I/O</a:t>
            </a:r>
            <a:r>
              <a:rPr lang="zh-CN">
                <a:ea typeface="SimSun" pitchFamily="2" charset="-122"/>
              </a:rPr>
              <a:t>设备的通用结构</a:t>
            </a:r>
            <a:endParaRPr lang="en-US"/>
          </a:p>
          <a:p>
            <a:pPr marL="742950" lvl="1" indent="-285750">
              <a:spcBef>
                <a:spcPct val="20000"/>
              </a:spcBef>
              <a:buSzPct val="100000"/>
              <a:buChar char="–"/>
            </a:pPr>
            <a:r>
              <a:rPr lang="en-US">
                <a:ea typeface="SimSun" pitchFamily="2" charset="-122"/>
              </a:rPr>
              <a:t>Status</a:t>
            </a:r>
            <a:endParaRPr/>
          </a:p>
          <a:p>
            <a:pPr marL="742950" lvl="1" indent="-285750">
              <a:spcBef>
                <a:spcPct val="20000"/>
              </a:spcBef>
              <a:buSzPct val="100000"/>
              <a:buChar char="–"/>
            </a:pPr>
            <a:r>
              <a:rPr lang="en-US">
                <a:ea typeface="SimSun" pitchFamily="2" charset="-122"/>
              </a:rPr>
              <a:t>Command</a:t>
            </a:r>
            <a:endParaRPr/>
          </a:p>
          <a:p>
            <a:pPr marL="742950" lvl="1" indent="-285750">
              <a:spcBef>
                <a:spcPct val="20000"/>
              </a:spcBef>
              <a:buSzPct val="100000"/>
              <a:buChar char="–"/>
            </a:pPr>
            <a:r>
              <a:rPr lang="en-US">
                <a:ea typeface="SimSun" pitchFamily="2" charset="-122"/>
              </a:rPr>
              <a:t>Data</a:t>
            </a:r>
            <a:endParaRPr/>
          </a:p>
        </p:txBody>
      </p:sp>
      <p:sp>
        <p:nvSpPr>
          <p:cNvPr id="75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758" name="Picture 6"/>
          <p:cNvPicPr>
            <a:picLocks noGrp="true" noChangeAspect="true"/>
          </p:cNvPicPr>
          <p:nvPr/>
        </p:nvPicPr>
        <p:blipFill>
          <a:blip r:embed="rId1"/>
          <a:srcRect/>
          <a:stretch>
            <a:fillRect/>
          </a:stretch>
        </p:blipFill>
        <p:spPr>
          <a:xfrm>
            <a:off x="1219200" y="3733800"/>
            <a:ext cx="6596062" cy="2057400"/>
          </a:xfrm>
          <a:prstGeom prst="rect">
            <a:avLst/>
          </a:prstGeom>
          <a:noFill/>
        </p:spPr>
      </p:pic>
    </p:spTree>
  </p:cSld>
  <p:clrMapOvr>
    <a:masterClrMapping/>
  </p:clrMapOvr>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801" name=""/>
        <p:cNvGrpSpPr/>
        <p:nvPr/>
      </p:nvGrpSpPr>
      <p:grpSpPr>
        <a:xfrm>
          <a:off x="0" y="0"/>
          <a:ext cx="0" cy="0"/>
          <a:chOff x="0" y="0"/>
          <a:chExt cx="0" cy="0"/>
        </a:xfrm>
      </p:grpSpPr>
      <p:sp>
        <p:nvSpPr>
          <p:cNvPr id="80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80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File</a:t>
            </a:r>
            <a:r>
              <a:rPr lang="zh-CN">
                <a:ea typeface="SimSun" pitchFamily="2" charset="-122"/>
              </a:rPr>
              <a:t> </a:t>
            </a:r>
            <a:r>
              <a:rPr lang="en-US">
                <a:ea typeface="SimSun" pitchFamily="2" charset="-122"/>
              </a:rPr>
              <a:t>System</a:t>
            </a:r>
            <a:r>
              <a:rPr lang="zh-CN">
                <a:ea typeface="SimSun" pitchFamily="2" charset="-122"/>
              </a:rPr>
              <a:t> </a:t>
            </a:r>
            <a:r>
              <a:rPr lang="en-US">
                <a:ea typeface="SimSun" pitchFamily="2" charset="-122"/>
              </a:rPr>
              <a:t>Stack</a:t>
            </a:r>
            <a:endParaRPr/>
          </a:p>
        </p:txBody>
      </p:sp>
      <p:sp>
        <p:nvSpPr>
          <p:cNvPr id="80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805" name="Picture 6"/>
          <p:cNvPicPr>
            <a:picLocks noGrp="true" noChangeAspect="true"/>
          </p:cNvPicPr>
          <p:nvPr/>
        </p:nvPicPr>
        <p:blipFill>
          <a:blip r:embed="rId1"/>
          <a:srcRect/>
          <a:stretch>
            <a:fillRect/>
          </a:stretch>
        </p:blipFill>
        <p:spPr>
          <a:xfrm>
            <a:off x="685800" y="2514600"/>
            <a:ext cx="7683500" cy="3505200"/>
          </a:xfrm>
          <a:prstGeom prst="rect">
            <a:avLst/>
          </a:prstGeom>
          <a:noFill/>
        </p:spPr>
      </p:pic>
    </p:spTree>
  </p:cSld>
  <p:clrMapOvr>
    <a:masterClrMapping/>
  </p:clrMapOvr>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851" name=""/>
        <p:cNvGrpSpPr/>
        <p:nvPr/>
      </p:nvGrpSpPr>
      <p:grpSpPr>
        <a:xfrm>
          <a:off x="0" y="0"/>
          <a:ext cx="0" cy="0"/>
          <a:chOff x="0" y="0"/>
          <a:chExt cx="0" cy="0"/>
        </a:xfrm>
      </p:grpSpPr>
      <p:sp>
        <p:nvSpPr>
          <p:cNvPr id="85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85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latin typeface="Comic Sans MS"/>
                <a:ea typeface="SimSun"/>
              </a:rPr>
              <a:t>磁盘</a:t>
            </a:r>
            <a:endParaRPr lang="en-US"/>
          </a:p>
        </p:txBody>
      </p:sp>
      <p:sp>
        <p:nvSpPr>
          <p:cNvPr id="85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855" name="Picture 6"/>
          <p:cNvPicPr>
            <a:picLocks noGrp="true" noChangeAspect="true"/>
          </p:cNvPicPr>
          <p:nvPr/>
        </p:nvPicPr>
        <p:blipFill>
          <a:blip r:embed="rId1"/>
          <a:srcRect l="0" t="0" r="0" b="2397"/>
          <a:stretch>
            <a:fillRect/>
          </a:stretch>
        </p:blipFill>
        <p:spPr>
          <a:xfrm>
            <a:off x="1066800" y="2819400"/>
            <a:ext cx="6726237" cy="3419475"/>
          </a:xfrm>
          <a:prstGeom prst="rect">
            <a:avLst/>
          </a:prstGeom>
          <a:noFill/>
        </p:spPr>
      </p:pic>
    </p:spTree>
  </p:cSld>
  <p:clrMapOvr>
    <a:masterClrMapping/>
  </p:clrMapOvr>
  <p:transition/>
</p:sld>
</file>

<file path=ppt/slides/slide9.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磁盘调度</a:t>
            </a:r>
            <a:endParaRPr lang="en-US"/>
          </a:p>
          <a:p>
            <a:pPr marL="742950" lvl="1" indent="-285750">
              <a:spcBef>
                <a:spcPct val="20000"/>
              </a:spcBef>
              <a:buSzPct val="100000"/>
              <a:buChar char="–"/>
            </a:pPr>
            <a:r>
              <a:rPr lang="en-US" b="true" i="false" u="none">
                <a:ea typeface="SimSun" pitchFamily="2" charset="-122"/>
              </a:rPr>
              <a:t>: Shortest Seek Time First</a:t>
            </a:r>
            <a:endParaRPr/>
          </a:p>
          <a:p>
            <a:pPr marL="1143000" lvl="2" indent="-228600">
              <a:spcBef>
                <a:spcPct val="20000"/>
              </a:spcBef>
              <a:buSzPct val="100000"/>
              <a:buChar char="•"/>
            </a:pPr>
            <a:r>
              <a:rPr lang="en-US">
                <a:ea typeface="SimSun" pitchFamily="2" charset="-122"/>
              </a:rPr>
              <a:t>picking requests on the nearest track first</a:t>
            </a:r>
            <a:endParaRPr/>
          </a:p>
          <a:p>
            <a:pPr marL="742950" lvl="1" indent="-285750">
              <a:spcBef>
                <a:spcPct val="20000"/>
              </a:spcBef>
              <a:buSzPct val="100000"/>
              <a:buChar char="–"/>
            </a:pPr>
            <a:r>
              <a:rPr lang="en-US" b="true" i="false" u="none">
                <a:ea typeface="SimSun" pitchFamily="2" charset="-122"/>
              </a:rPr>
              <a:t> </a:t>
            </a:r>
            <a:r>
              <a:rPr lang="zh-CN" b="true" i="false" u="none">
                <a:ea typeface="SimSun" pitchFamily="2" charset="-122"/>
              </a:rPr>
              <a:t>问题</a:t>
            </a:r>
            <a:endParaRPr lang="en-US"/>
          </a:p>
          <a:p>
            <a:pPr marL="1143000" lvl="2" indent="-228600">
              <a:spcBef>
                <a:spcPct val="20000"/>
              </a:spcBef>
              <a:buSzPct val="100000"/>
              <a:buChar char="•"/>
            </a:pPr>
            <a:r>
              <a:rPr lang="zh-CN" b="true" i="false" u="none">
                <a:ea typeface="SimSun" pitchFamily="2" charset="-122"/>
              </a:rPr>
              <a:t>饥饿</a:t>
            </a:r>
            <a:endParaRPr lang="en-US"/>
          </a:p>
          <a:p>
            <a:pPr marL="1143000" lvl="2" indent="-228600">
              <a:spcBef>
                <a:spcPct val="20000"/>
              </a:spcBef>
              <a:buSzPct val="100000"/>
              <a:buChar char="•"/>
            </a:pPr>
            <a:r>
              <a:rPr lang="zh-CN" b="true" i="false" u="none">
                <a:ea typeface="SimSun" pitchFamily="2" charset="-122"/>
              </a:rPr>
              <a:t>陷入局部最优，达不到全局最优</a:t>
            </a:r>
            <a:endParaRPr lang="en-US"/>
          </a:p>
          <a:p>
            <a:pPr marL="742950" lvl="1" indent="-285750">
              <a:spcBef>
                <a:spcPct val="20000"/>
              </a:spcBef>
              <a:buSzPct val="100000"/>
              <a:buChar char="–"/>
            </a:pPr>
            <a:endParaRPr/>
          </a:p>
          <a:p>
            <a:pPr marL="742950" lvl="1" indent="-285750">
              <a:spcBef>
                <a:spcPct val="20000"/>
              </a:spcBef>
              <a:buSzPct val="100000"/>
              <a:buChar char="–"/>
            </a:pPr>
            <a:endParaRPr/>
          </a:p>
        </p:txBody>
      </p:sp>
      <p:sp>
        <p:nvSpPr>
          <p:cNvPr id="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0.xml><?xml version="1.0" encoding="utf-8"?>
<p:sld xmlns:a="http://schemas.openxmlformats.org/drawingml/2006/main" xmlns:p="http://schemas.openxmlformats.org/presentationml/2006/main">
  <p:cSld>
    <p:spTree>
      <p:nvGrpSpPr>
        <p:cNvPr id="104" name=""/>
        <p:cNvGrpSpPr/>
        <p:nvPr/>
      </p:nvGrpSpPr>
      <p:grpSpPr>
        <a:xfrm>
          <a:off x="0" y="0"/>
          <a:ext cx="0" cy="0"/>
          <a:chOff x="0" y="0"/>
          <a:chExt cx="0" cy="0"/>
        </a:xfrm>
      </p:grpSpPr>
      <p:sp>
        <p:nvSpPr>
          <p:cNvPr id="10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10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b="true" i="false" u="none">
                <a:latin typeface="Comic Sans MS"/>
                <a:ea typeface="SimSun"/>
              </a:rPr>
              <a:t>Elevator </a:t>
            </a:r>
            <a:endParaRPr lang="en-US"/>
          </a:p>
          <a:p>
            <a:pPr marL="742950" lvl="1" indent="-285750">
              <a:spcBef>
                <a:spcPct val="20000"/>
              </a:spcBef>
              <a:buSzPct val="100000"/>
              <a:buChar char="–"/>
            </a:pPr>
            <a:r>
              <a:rPr lang="zh-CN">
                <a:latin typeface="Comic Sans MS"/>
                <a:ea typeface="SimSun"/>
              </a:rPr>
              <a:t>外</a:t>
            </a:r>
            <a:r>
              <a:rPr lang="en-US">
                <a:latin typeface="Comic Sans MS"/>
                <a:ea typeface="SimSun"/>
              </a:rPr>
              <a:t>-&gt;</a:t>
            </a:r>
            <a:r>
              <a:rPr lang="zh-CN">
                <a:latin typeface="Comic Sans MS"/>
                <a:ea typeface="SimSun"/>
              </a:rPr>
              <a:t>内；内</a:t>
            </a:r>
            <a:r>
              <a:rPr lang="en-US">
                <a:latin typeface="Comic Sans MS"/>
                <a:ea typeface="SimSun"/>
              </a:rPr>
              <a:t>-&gt;</a:t>
            </a:r>
            <a:r>
              <a:rPr lang="zh-CN">
                <a:latin typeface="Comic Sans MS"/>
                <a:ea typeface="SimSun"/>
              </a:rPr>
              <a:t>外；外</a:t>
            </a:r>
            <a:r>
              <a:rPr lang="en-US">
                <a:latin typeface="Comic Sans MS"/>
                <a:ea typeface="SimSun"/>
              </a:rPr>
              <a:t>-&gt;</a:t>
            </a:r>
            <a:r>
              <a:rPr lang="zh-CN">
                <a:latin typeface="Comic Sans MS"/>
                <a:ea typeface="SimSun"/>
              </a:rPr>
              <a:t>内</a:t>
            </a:r>
            <a:r>
              <a:rPr>
                <a:latin typeface="Comic Sans MS"/>
                <a:ea typeface="SimSun"/>
              </a:rPr>
              <a:t>…</a:t>
            </a:r>
            <a:endParaRPr lang="en-US"/>
          </a:p>
          <a:p>
            <a:pPr marL="742950" lvl="1" indent="-285750">
              <a:spcBef>
                <a:spcPct val="20000"/>
              </a:spcBef>
              <a:buSzPct val="100000"/>
              <a:buChar char="–"/>
            </a:pPr>
            <a:r>
              <a:rPr lang="en-US">
                <a:latin typeface="Comic Sans MS"/>
                <a:ea typeface="SimSun"/>
              </a:rPr>
              <a:t>F-SCAN</a:t>
            </a:r>
            <a:endParaRPr/>
          </a:p>
          <a:p>
            <a:pPr marL="1143000" lvl="2" indent="-228600">
              <a:spcBef>
                <a:spcPct val="20000"/>
              </a:spcBef>
              <a:buSzPct val="100000"/>
              <a:buChar char="•"/>
            </a:pPr>
            <a:r>
              <a:rPr lang="en-US">
                <a:latin typeface="Comic Sans MS"/>
                <a:ea typeface="SimSun"/>
              </a:rPr>
              <a:t>Freeze</a:t>
            </a:r>
            <a:r>
              <a:rPr lang="zh-CN">
                <a:latin typeface="Comic Sans MS"/>
                <a:ea typeface="SimSun"/>
              </a:rPr>
              <a:t> </a:t>
            </a:r>
            <a:r>
              <a:rPr lang="en-US">
                <a:latin typeface="Comic Sans MS"/>
                <a:ea typeface="SimSun"/>
              </a:rPr>
              <a:t>the</a:t>
            </a:r>
            <a:r>
              <a:rPr lang="zh-CN">
                <a:latin typeface="Comic Sans MS"/>
                <a:ea typeface="SimSun"/>
              </a:rPr>
              <a:t> </a:t>
            </a:r>
            <a:r>
              <a:rPr lang="en-US">
                <a:latin typeface="Comic Sans MS"/>
                <a:ea typeface="SimSun"/>
              </a:rPr>
              <a:t>queue,</a:t>
            </a:r>
            <a:r>
              <a:rPr lang="zh-CN">
                <a:latin typeface="Comic Sans MS"/>
                <a:ea typeface="SimSun"/>
              </a:rPr>
              <a:t> </a:t>
            </a:r>
            <a:r>
              <a:rPr lang="zh-CN">
                <a:latin typeface="Comic Sans MS"/>
                <a:ea typeface="SimSun"/>
              </a:rPr>
              <a:t>一个方向扫完之后才处理新来的请求</a:t>
            </a:r>
            <a:endParaRPr lang="en-US"/>
          </a:p>
          <a:p>
            <a:pPr marL="1143000" lvl="2" indent="-228600">
              <a:spcBef>
                <a:spcPct val="20000"/>
              </a:spcBef>
              <a:buSzPct val="100000"/>
              <a:buChar char="•"/>
            </a:pPr>
            <a:r>
              <a:rPr lang="zh-CN">
                <a:latin typeface="Comic Sans MS"/>
                <a:ea typeface="SimSun"/>
              </a:rPr>
              <a:t>避免饥饿</a:t>
            </a:r>
            <a:endParaRPr lang="en-US"/>
          </a:p>
          <a:p>
            <a:pPr marL="1143000" lvl="2" indent="-228600">
              <a:spcBef>
                <a:spcPct val="20000"/>
              </a:spcBef>
              <a:buSzPct val="100000"/>
              <a:buChar char="•"/>
            </a:pPr>
            <a:r>
              <a:rPr lang="zh-CN">
                <a:latin typeface="Comic Sans MS"/>
                <a:ea typeface="SimSun"/>
              </a:rPr>
              <a:t>效率问题：新来的附近请求</a:t>
            </a:r>
            <a:endParaRPr lang="en-US"/>
          </a:p>
          <a:p>
            <a:pPr marL="742950" lvl="1" indent="-285750">
              <a:spcBef>
                <a:spcPct val="20000"/>
              </a:spcBef>
              <a:buSzPct val="100000"/>
              <a:buChar char="–"/>
            </a:pPr>
            <a:r>
              <a:rPr lang="en-US">
                <a:latin typeface="Comic Sans MS"/>
                <a:ea typeface="SimSun"/>
              </a:rPr>
              <a:t>C-SCAN</a:t>
            </a:r>
            <a:r>
              <a:rPr lang="zh-CN">
                <a:latin typeface="Comic Sans MS"/>
                <a:ea typeface="SimSun"/>
              </a:rPr>
              <a:t> </a:t>
            </a:r>
            <a:r>
              <a:rPr lang="en-US">
                <a:latin typeface="Comic Sans MS"/>
                <a:ea typeface="SimSun"/>
              </a:rPr>
              <a:t>(Circular</a:t>
            </a:r>
            <a:r>
              <a:rPr lang="zh-CN">
                <a:latin typeface="Comic Sans MS"/>
                <a:ea typeface="SimSun"/>
              </a:rPr>
              <a:t> </a:t>
            </a:r>
            <a:r>
              <a:rPr lang="en-US">
                <a:latin typeface="Comic Sans MS"/>
                <a:ea typeface="SimSun"/>
              </a:rPr>
              <a:t>SCAN)</a:t>
            </a:r>
            <a:endParaRPr/>
          </a:p>
          <a:p>
            <a:pPr marL="1143000" lvl="2" indent="-228600">
              <a:spcBef>
                <a:spcPct val="20000"/>
              </a:spcBef>
              <a:buSzPct val="100000"/>
              <a:buChar char="•"/>
            </a:pPr>
            <a:r>
              <a:rPr lang="zh-CN">
                <a:latin typeface="Comic Sans MS"/>
                <a:ea typeface="SimSun"/>
              </a:rPr>
              <a:t>从外到内移动磁头，移动到目前已有请求中最内道请求的位置，再置位到已有请求中最外道的位置</a:t>
            </a:r>
            <a:endParaRPr lang="en-US"/>
          </a:p>
          <a:p>
            <a:pPr marL="1143000" lvl="2" indent="-228600">
              <a:spcBef>
                <a:spcPct val="20000"/>
              </a:spcBef>
              <a:buSzPct val="100000"/>
              <a:buChar char="•"/>
            </a:pPr>
            <a:r>
              <a:rPr lang="zh-CN">
                <a:latin typeface="Comic Sans MS"/>
                <a:ea typeface="SimSun"/>
              </a:rPr>
              <a:t>所有磁道更加公平，否则中间磁道访问的机会更多</a:t>
            </a:r>
            <a:endParaRPr/>
          </a:p>
        </p:txBody>
      </p:sp>
      <p:sp>
        <p:nvSpPr>
          <p:cNvPr id="10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54" name=""/>
        <p:cNvGrpSpPr/>
        <p:nvPr/>
      </p:nvGrpSpPr>
      <p:grpSpPr>
        <a:xfrm>
          <a:off x="0" y="0"/>
          <a:ext cx="0" cy="0"/>
          <a:chOff x="0" y="0"/>
          <a:chExt cx="0" cy="0"/>
        </a:xfrm>
      </p:grpSpPr>
      <p:pic>
        <p:nvPicPr>
          <p:cNvPr id="155" name="Picture 6"/>
          <p:cNvPicPr>
            <a:picLocks noGrp="true" noChangeAspect="true"/>
          </p:cNvPicPr>
          <p:nvPr/>
        </p:nvPicPr>
        <p:blipFill>
          <a:blip r:embed="rId1"/>
          <a:srcRect/>
          <a:stretch>
            <a:fillRect/>
          </a:stretch>
        </p:blipFill>
        <p:spPr>
          <a:xfrm>
            <a:off x="5181600" y="3048000"/>
            <a:ext cx="3352800" cy="3705225"/>
          </a:xfrm>
          <a:prstGeom prst="rect">
            <a:avLst/>
          </a:prstGeom>
          <a:noFill/>
        </p:spPr>
      </p:pic>
      <p:sp>
        <p:nvSpPr>
          <p:cNvPr id="15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15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b="true" i="false" u="none">
                <a:ea typeface="SimSun" pitchFamily="2" charset="-122"/>
              </a:rPr>
              <a:t>SSTF</a:t>
            </a:r>
            <a:r>
              <a:rPr lang="zh-CN" b="true" i="false" u="none">
                <a:ea typeface="SimSun" pitchFamily="2" charset="-122"/>
              </a:rPr>
              <a:t>和</a:t>
            </a:r>
            <a:r>
              <a:rPr lang="en-US">
                <a:ea typeface="SimSun" pitchFamily="2" charset="-122"/>
              </a:rPr>
              <a:t>Elevator</a:t>
            </a:r>
            <a:r>
              <a:rPr lang="zh-CN">
                <a:ea typeface="SimSun" pitchFamily="2" charset="-122"/>
              </a:rPr>
              <a:t>算法的通用问题</a:t>
            </a:r>
            <a:endParaRPr lang="en-US"/>
          </a:p>
          <a:p>
            <a:pPr marL="742950" lvl="1" indent="-285750">
              <a:spcBef>
                <a:spcPct val="20000"/>
              </a:spcBef>
              <a:buSzPct val="100000"/>
              <a:buChar char="–"/>
            </a:pPr>
            <a:r>
              <a:rPr lang="zh-CN">
                <a:ea typeface="SimSun" pitchFamily="2" charset="-122"/>
              </a:rPr>
              <a:t>没有考虑到旋转的影响</a:t>
            </a:r>
            <a:endParaRPr lang="en-US"/>
          </a:p>
          <a:p>
            <a:pPr marL="342900" lvl="0" indent="-342900">
              <a:spcBef>
                <a:spcPct val="20000"/>
              </a:spcBef>
              <a:buSzPct val="100000"/>
              <a:buChar char="•"/>
            </a:pPr>
            <a:r>
              <a:rPr lang="en-US" b="true" i="false" u="none">
                <a:ea typeface="SimSun" pitchFamily="2" charset="-122"/>
              </a:rPr>
              <a:t>SPTF: Shortest Positioning Time First </a:t>
            </a:r>
            <a:endParaRPr lang="en-US"/>
          </a:p>
          <a:p>
            <a:pPr marL="742950" lvl="1" indent="-285750">
              <a:spcBef>
                <a:spcPct val="20000"/>
              </a:spcBef>
              <a:buSzPct val="100000"/>
              <a:buChar char="–"/>
            </a:pPr>
            <a:r>
              <a:rPr lang="zh-CN">
                <a:ea typeface="SimSun" pitchFamily="2" charset="-122"/>
              </a:rPr>
              <a:t>当前磁头在</a:t>
            </a:r>
            <a:r>
              <a:rPr lang="en-US">
                <a:ea typeface="SimSun" pitchFamily="2" charset="-122"/>
              </a:rPr>
              <a:t>30</a:t>
            </a:r>
            <a:endParaRPr/>
          </a:p>
          <a:p>
            <a:pPr marL="742950" lvl="1" indent="-285750">
              <a:spcBef>
                <a:spcPct val="20000"/>
              </a:spcBef>
              <a:buSzPct val="100000"/>
              <a:buChar char="–"/>
            </a:pPr>
            <a:r>
              <a:rPr lang="zh-CN">
                <a:ea typeface="SimSun" pitchFamily="2" charset="-122"/>
              </a:rPr>
              <a:t>下一步到</a:t>
            </a:r>
            <a:r>
              <a:rPr lang="en-US">
                <a:ea typeface="SimSun" pitchFamily="2" charset="-122"/>
              </a:rPr>
              <a:t>16</a:t>
            </a:r>
            <a:r>
              <a:rPr lang="zh-CN">
                <a:ea typeface="SimSun" pitchFamily="2" charset="-122"/>
              </a:rPr>
              <a:t>，还是</a:t>
            </a:r>
            <a:r>
              <a:rPr lang="en-US">
                <a:ea typeface="SimSun" pitchFamily="2" charset="-122"/>
              </a:rPr>
              <a:t>8</a:t>
            </a:r>
            <a:r>
              <a:rPr lang="zh-CN">
                <a:ea typeface="SimSun" pitchFamily="2" charset="-122"/>
              </a:rPr>
              <a:t>？</a:t>
            </a:r>
            <a:endParaRPr lang="en-US"/>
          </a:p>
          <a:p>
            <a:pPr marL="742950" lvl="1" indent="-285750">
              <a:spcBef>
                <a:spcPct val="20000"/>
              </a:spcBef>
              <a:buSzPct val="100000"/>
              <a:buChar char="–"/>
            </a:pPr>
            <a:r>
              <a:rPr lang="en-US">
                <a:ea typeface="SimSun" pitchFamily="2" charset="-122"/>
              </a:rPr>
              <a:t>It</a:t>
            </a:r>
            <a:r>
              <a:rPr lang="zh-CN">
                <a:ea typeface="SimSun" pitchFamily="2" charset="-122"/>
              </a:rPr>
              <a:t> </a:t>
            </a:r>
            <a:r>
              <a:rPr lang="en-US">
                <a:ea typeface="SimSun" pitchFamily="2" charset="-122"/>
              </a:rPr>
              <a:t>depends</a:t>
            </a:r>
            <a:endParaRPr/>
          </a:p>
          <a:p>
            <a:pPr marL="742950" lvl="1" indent="-285750">
              <a:spcBef>
                <a:spcPct val="20000"/>
              </a:spcBef>
              <a:buSzPct val="100000"/>
              <a:buChar char="–"/>
            </a:pPr>
            <a:r>
              <a:rPr lang="zh-CN">
                <a:ea typeface="SimSun" pitchFamily="2" charset="-122"/>
              </a:rPr>
              <a:t>看</a:t>
            </a:r>
            <a:r>
              <a:rPr lang="en-US">
                <a:ea typeface="SimSun" pitchFamily="2" charset="-122"/>
              </a:rPr>
              <a:t>Seek</a:t>
            </a:r>
            <a:r>
              <a:rPr lang="zh-CN">
                <a:ea typeface="SimSun" pitchFamily="2" charset="-122"/>
              </a:rPr>
              <a:t> </a:t>
            </a:r>
            <a:r>
              <a:rPr lang="en-US">
                <a:ea typeface="SimSun" pitchFamily="2" charset="-122"/>
              </a:rPr>
              <a:t>time</a:t>
            </a:r>
            <a:r>
              <a:rPr lang="zh-CN">
                <a:ea typeface="SimSun" pitchFamily="2" charset="-122"/>
              </a:rPr>
              <a:t>和</a:t>
            </a:r>
            <a:r>
              <a:rPr lang="en-US">
                <a:ea typeface="SimSun" pitchFamily="2" charset="-122"/>
              </a:rPr>
              <a:t>rotation</a:t>
            </a:r>
            <a:r>
              <a:rPr lang="zh-CN">
                <a:ea typeface="SimSun" pitchFamily="2" charset="-122"/>
              </a:rPr>
              <a:t> </a:t>
            </a:r>
            <a:endParaRPr lang="en-US"/>
          </a:p>
          <a:p>
            <a:pPr marL="742950" lvl="1" indent="-285750">
              <a:spcBef>
                <a:spcPct val="20000"/>
              </a:spcBef>
              <a:buNone/>
            </a:pPr>
            <a:r>
              <a:rPr lang="en-US">
                <a:ea typeface="SimSun" pitchFamily="2" charset="-122"/>
              </a:rPr>
              <a:t>delay</a:t>
            </a:r>
            <a:r>
              <a:rPr lang="zh-CN">
                <a:ea typeface="SimSun" pitchFamily="2" charset="-122"/>
              </a:rPr>
              <a:t>哪个更大</a:t>
            </a:r>
            <a:r>
              <a:rPr lang="zh-CN">
                <a:ea typeface="SimSun" pitchFamily="2" charset="-122"/>
              </a:rPr>
              <a:t>，</a:t>
            </a:r>
            <a:r>
              <a:rPr lang="zh-CN">
                <a:ea typeface="SimSun" pitchFamily="2" charset="-122"/>
              </a:rPr>
              <a:t>最好在</a:t>
            </a:r>
            <a:endParaRPr lang="en-US"/>
          </a:p>
          <a:p>
            <a:pPr marL="742950" lvl="1" indent="-285750">
              <a:spcBef>
                <a:spcPct val="20000"/>
              </a:spcBef>
              <a:buNone/>
            </a:pPr>
            <a:r>
              <a:rPr lang="en-US">
                <a:ea typeface="SimSun" pitchFamily="2" charset="-122"/>
              </a:rPr>
              <a:t>Disk</a:t>
            </a:r>
            <a:r>
              <a:rPr lang="zh-CN">
                <a:ea typeface="SimSun" pitchFamily="2" charset="-122"/>
              </a:rPr>
              <a:t> </a:t>
            </a:r>
            <a:r>
              <a:rPr lang="en-US">
                <a:ea typeface="SimSun" pitchFamily="2" charset="-122"/>
              </a:rPr>
              <a:t>controller</a:t>
            </a:r>
            <a:r>
              <a:rPr lang="zh-CN">
                <a:ea typeface="SimSun" pitchFamily="2" charset="-122"/>
              </a:rPr>
              <a:t>里面实现</a:t>
            </a:r>
            <a:endParaRPr/>
          </a:p>
        </p:txBody>
      </p:sp>
      <p:sp>
        <p:nvSpPr>
          <p:cNvPr id="15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27" name=""/>
        <p:cNvGrpSpPr/>
        <p:nvPr/>
      </p:nvGrpSpPr>
      <p:grpSpPr>
        <a:xfrm>
          <a:off x="0" y="0"/>
          <a:ext cx="0" cy="0"/>
          <a:chOff x="0" y="0"/>
          <a:chExt cx="0" cy="0"/>
        </a:xfrm>
      </p:grpSpPr>
      <p:sp>
        <p:nvSpPr>
          <p:cNvPr id="22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课堂练习</a:t>
            </a:r>
            <a:endParaRPr/>
          </a:p>
        </p:txBody>
      </p:sp>
      <p:sp>
        <p:nvSpPr>
          <p:cNvPr id="22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磁盘调度算法</a:t>
            </a:r>
            <a:endParaRPr/>
          </a:p>
        </p:txBody>
      </p:sp>
      <p:sp>
        <p:nvSpPr>
          <p:cNvPr id="23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31" name="图片 4"/>
          <p:cNvPicPr>
            <a:picLocks noGrp="true" noChangeAspect="true"/>
          </p:cNvPicPr>
          <p:nvPr/>
        </p:nvPicPr>
        <p:blipFill>
          <a:blip r:embed="rId1"/>
          <a:srcRect/>
          <a:stretch>
            <a:fillRect/>
          </a:stretch>
        </p:blipFill>
        <p:spPr>
          <a:xfrm>
            <a:off x="304800" y="2133600"/>
            <a:ext cx="8486775" cy="3962400"/>
          </a:xfrm>
          <a:prstGeom prst="rect">
            <a:avLst/>
          </a:prstGeom>
          <a:noFill/>
        </p:spPr>
      </p:pic>
      <p:sp>
        <p:nvSpPr>
          <p:cNvPr id="232" name="矩形 1"/>
          <p:cNvSpPr>
            <a:spLocks noGrp="true" noChangeShapeType="true"/>
          </p:cNvSpPr>
          <p:nvPr/>
        </p:nvSpPr>
        <p:spPr>
          <a:xfrm>
            <a:off x="4495800" y="4648200"/>
            <a:ext cx="1125537" cy="338137"/>
          </a:xfrm>
          <a:prstGeom prst="rect">
            <a:avLst/>
          </a:prstGeom>
          <a:noFill/>
        </p:spPr>
        <p:txBody>
          <a:bodyPr wrap="none" anchor="t">
            <a:spAutoFit/>
          </a:bodyPr>
          <a:lstStyle/>
          <a:p>
            <a:pPr lvl="0"/>
            <a:r>
              <a:rPr lang="en-US"/>
              <a:t>(F-SCAN)</a:t>
            </a:r>
            <a:endParaRPr/>
          </a:p>
        </p:txBody>
      </p:sp>
    </p:spTree>
  </p:cSld>
  <p:clrMapOvr>
    <a:masterClrMapping/>
  </p:clrMapOvr>
  <p:transition/>
</p:sld>
</file>

<file path=ppt/slides/slide13.xml><?xml version="1.0" encoding="utf-8"?>
<p:sld xmlns:a="http://schemas.openxmlformats.org/drawingml/2006/main" xmlns:p="http://schemas.openxmlformats.org/presentationml/2006/main">
  <p:cSld>
    <p:spTree>
      <p:nvGrpSpPr>
        <p:cNvPr id="274" name=""/>
        <p:cNvGrpSpPr/>
        <p:nvPr/>
      </p:nvGrpSpPr>
      <p:grpSpPr>
        <a:xfrm>
          <a:off x="0" y="0"/>
          <a:ext cx="0" cy="0"/>
          <a:chOff x="0" y="0"/>
          <a:chExt cx="0" cy="0"/>
        </a:xfrm>
      </p:grpSpPr>
      <p:sp>
        <p:nvSpPr>
          <p:cNvPr id="27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练习答案</a:t>
            </a:r>
            <a:endParaRPr/>
          </a:p>
        </p:txBody>
      </p:sp>
      <p:sp>
        <p:nvSpPr>
          <p:cNvPr id="27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最短查找时间优先</a:t>
            </a:r>
            <a:endParaRPr lang="en-US"/>
          </a:p>
          <a:p>
            <a:pPr marL="742950" lvl="1" indent="-285750">
              <a:spcBef>
                <a:spcPct val="20000"/>
              </a:spcBef>
              <a:buSzPct val="100000"/>
              <a:buChar char="–"/>
            </a:pPr>
            <a:r>
              <a:rPr lang="en-US">
                <a:ea typeface="SimSun" pitchFamily="2" charset="-122"/>
              </a:rPr>
              <a:t>100-90-80-125-140-160-190-30-25-20-10</a:t>
            </a:r>
            <a:endParaRPr/>
          </a:p>
          <a:p>
            <a:pPr marL="742950" lvl="1" indent="-285750">
              <a:spcBef>
                <a:spcPct val="20000"/>
              </a:spcBef>
              <a:buSzPct val="100000"/>
              <a:buChar char="–"/>
            </a:pPr>
            <a:r>
              <a:rPr lang="en-US">
                <a:ea typeface="SimSun" pitchFamily="2" charset="-122"/>
              </a:rPr>
              <a:t>10+10+45+15+20+30+160+5+5+10 = 310</a:t>
            </a:r>
            <a:endParaRPr/>
          </a:p>
          <a:p>
            <a:pPr marL="342900" lvl="0" indent="-342900">
              <a:spcBef>
                <a:spcPct val="20000"/>
              </a:spcBef>
              <a:buSzPct val="100000"/>
              <a:buChar char="•"/>
            </a:pPr>
            <a:endParaRPr/>
          </a:p>
          <a:p>
            <a:pPr marL="342900" lvl="0" indent="-342900">
              <a:spcBef>
                <a:spcPct val="20000"/>
              </a:spcBef>
              <a:buSzPct val="100000"/>
              <a:buChar char="•"/>
            </a:pPr>
            <a:r>
              <a:rPr lang="zh-CN">
                <a:ea typeface="SimSun" pitchFamily="2" charset="-122"/>
              </a:rPr>
              <a:t>电梯算法（</a:t>
            </a:r>
            <a:r>
              <a:rPr lang="en-US">
                <a:ea typeface="SimSun" pitchFamily="2" charset="-122"/>
              </a:rPr>
              <a:t>F-SCAN)	</a:t>
            </a:r>
            <a:endParaRPr/>
          </a:p>
          <a:p>
            <a:pPr marL="742950" lvl="1" indent="-285750">
              <a:spcBef>
                <a:spcPct val="20000"/>
              </a:spcBef>
              <a:buSzPct val="100000"/>
              <a:buChar char="–"/>
            </a:pPr>
            <a:r>
              <a:rPr lang="en-US">
                <a:ea typeface="SimSun" pitchFamily="2" charset="-122"/>
              </a:rPr>
              <a:t>100-125-140-160-190-90-80-30-25-20-10</a:t>
            </a:r>
            <a:endParaRPr/>
          </a:p>
          <a:p>
            <a:pPr marL="742950" lvl="1" indent="-285750">
              <a:spcBef>
                <a:spcPct val="20000"/>
              </a:spcBef>
              <a:buSzPct val="100000"/>
              <a:buChar char="–"/>
            </a:pPr>
            <a:r>
              <a:rPr lang="en-US">
                <a:ea typeface="SimSun" pitchFamily="2" charset="-122"/>
              </a:rPr>
              <a:t>25+15+20+30+100+10+50+5+5+10 = 270</a:t>
            </a:r>
            <a:endParaRPr/>
          </a:p>
        </p:txBody>
      </p:sp>
      <p:sp>
        <p:nvSpPr>
          <p:cNvPr id="27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321" name=""/>
        <p:cNvGrpSpPr/>
        <p:nvPr/>
      </p:nvGrpSpPr>
      <p:grpSpPr>
        <a:xfrm>
          <a:off x="0" y="0"/>
          <a:ext cx="0" cy="0"/>
          <a:chOff x="0" y="0"/>
          <a:chExt cx="0" cy="0"/>
        </a:xfrm>
      </p:grpSpPr>
      <p:sp>
        <p:nvSpPr>
          <p:cNvPr id="32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23" name="内容占位符 2"/>
          <p:cNvSpPr>
            <a:spLocks noGrp="true" noChangeShapeType="true"/>
          </p:cNvSpPr>
          <p:nvPr>
            <p:ph type="obj"/>
          </p:nvPr>
        </p:nvSpPr>
        <p:spPr>
          <a:xfrm>
            <a:off x="457200" y="1600200"/>
            <a:ext cx="84582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RAID</a:t>
            </a:r>
            <a:endParaRPr/>
          </a:p>
          <a:p>
            <a:pPr marL="742950" lvl="1" indent="-285750">
              <a:spcBef>
                <a:spcPct val="20000"/>
              </a:spcBef>
              <a:buSzPct val="100000"/>
              <a:buChar char="–"/>
            </a:pPr>
            <a:r>
              <a:rPr lang="en-US">
                <a:ea typeface="SimSun" pitchFamily="2" charset="-122"/>
              </a:rPr>
              <a:t>1988 </a:t>
            </a:r>
            <a:r>
              <a:rPr lang="zh-CN">
                <a:ea typeface="SimSun" pitchFamily="2" charset="-122"/>
              </a:rPr>
              <a:t>年美国加州大学伯克利分校的</a:t>
            </a:r>
            <a:r>
              <a:rPr lang="en-US">
                <a:ea typeface="SimSun" pitchFamily="2" charset="-122"/>
              </a:rPr>
              <a:t> D. A. Patterson</a:t>
            </a:r>
            <a:r>
              <a:rPr lang="zh-CN">
                <a:ea typeface="SimSun" pitchFamily="2" charset="-122"/>
              </a:rPr>
              <a:t>教授等首次在论文</a:t>
            </a:r>
            <a:r>
              <a:rPr lang="en-US">
                <a:ea typeface="SimSun" pitchFamily="2" charset="-122"/>
              </a:rPr>
              <a:t> “A Case of Redundant Array of Inexpensive Disks” </a:t>
            </a:r>
            <a:r>
              <a:rPr lang="zh-CN">
                <a:ea typeface="SimSun" pitchFamily="2" charset="-122"/>
              </a:rPr>
              <a:t>中提出了</a:t>
            </a:r>
            <a:r>
              <a:rPr lang="en-US">
                <a:ea typeface="SimSun" pitchFamily="2" charset="-122"/>
              </a:rPr>
              <a:t> RAID </a:t>
            </a:r>
            <a:r>
              <a:rPr lang="zh-CN">
                <a:ea typeface="SimSun" pitchFamily="2" charset="-122"/>
              </a:rPr>
              <a:t>概念，即廉价冗余磁盘阵列（</a:t>
            </a:r>
            <a:r>
              <a:rPr lang="en-US">
                <a:ea typeface="SimSun" pitchFamily="2" charset="-122"/>
              </a:rPr>
              <a:t>Redundant Array of Inexpensive Disks</a:t>
            </a:r>
            <a:r>
              <a:rPr lang="zh-CN">
                <a:ea typeface="SimSun" pitchFamily="2" charset="-122"/>
              </a:rPr>
              <a:t>）</a:t>
            </a:r>
            <a:endParaRPr lang="en-US"/>
          </a:p>
          <a:p>
            <a:pPr marL="742950" lvl="1" indent="-285750">
              <a:spcBef>
                <a:spcPct val="20000"/>
              </a:spcBef>
              <a:buSzPct val="100000"/>
              <a:buChar char="–"/>
            </a:pPr>
            <a:r>
              <a:rPr lang="zh-CN">
                <a:ea typeface="SimSun" pitchFamily="2" charset="-122"/>
              </a:rPr>
              <a:t>后来</a:t>
            </a:r>
            <a:r>
              <a:rPr lang="en-US">
                <a:ea typeface="SimSun" pitchFamily="2" charset="-122"/>
              </a:rPr>
              <a:t>RAID </a:t>
            </a:r>
            <a:r>
              <a:rPr lang="zh-CN">
                <a:ea typeface="SimSun" pitchFamily="2" charset="-122"/>
              </a:rPr>
              <a:t>咨询委员会决定用“独立”替代“廉价”，于时</a:t>
            </a:r>
            <a:r>
              <a:rPr lang="en-US">
                <a:ea typeface="SimSun" pitchFamily="2" charset="-122"/>
              </a:rPr>
              <a:t> RAID </a:t>
            </a:r>
            <a:r>
              <a:rPr lang="zh-CN">
                <a:ea typeface="SimSun" pitchFamily="2" charset="-122"/>
              </a:rPr>
              <a:t>变成了独立磁盘冗余阵列（</a:t>
            </a:r>
            <a:r>
              <a:rPr lang="en-US">
                <a:ea typeface="SimSun" pitchFamily="2" charset="-122"/>
              </a:rPr>
              <a:t>Redundant Array of Independent Disks</a:t>
            </a:r>
            <a:r>
              <a:rPr lang="zh-CN">
                <a:ea typeface="SimSun" pitchFamily="2" charset="-122"/>
              </a:rPr>
              <a:t>）</a:t>
            </a:r>
            <a:endParaRPr/>
          </a:p>
          <a:p>
            <a:pPr marL="742950" lvl="1" indent="-285750">
              <a:spcBef>
                <a:spcPct val="20000"/>
              </a:spcBef>
              <a:buSzPct val="100000"/>
              <a:buChar char="–"/>
            </a:pPr>
            <a:endParaRPr/>
          </a:p>
        </p:txBody>
      </p:sp>
      <p:sp>
        <p:nvSpPr>
          <p:cNvPr id="32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325" name="图片 2" descr="穿西装的男人站在桌子上  描述已自动生成"/>
          <p:cNvPicPr>
            <a:picLocks noGrp="true" noChangeAspect="true"/>
          </p:cNvPicPr>
          <p:nvPr/>
        </p:nvPicPr>
        <p:blipFill>
          <a:blip r:embed="rId1"/>
          <a:srcRect/>
          <a:stretch>
            <a:fillRect/>
          </a:stretch>
        </p:blipFill>
        <p:spPr>
          <a:xfrm rot="0" flipH="false" flipV="false">
            <a:off x="2732314" y="5184140"/>
            <a:ext cx="3008368" cy="1575435"/>
          </a:xfrm>
          <a:prstGeom prst="rect">
            <a:avLst/>
          </a:prstGeom>
          <a:noFill/>
        </p:spPr>
      </p:pic>
      <p:sp>
        <p:nvSpPr>
          <p:cNvPr id="326" name="文本框 4"/>
          <p:cNvSpPr txBox="true">
            <a:spLocks noGrp="true" noChangeShapeType="true"/>
          </p:cNvSpPr>
          <p:nvPr/>
        </p:nvSpPr>
        <p:spPr>
          <a:xfrm>
            <a:off x="6113462" y="6175375"/>
            <a:ext cx="1905000" cy="584200"/>
          </a:xfrm>
          <a:prstGeom prst="rect">
            <a:avLst/>
          </a:prstGeom>
          <a:noFill/>
        </p:spPr>
        <p:txBody>
          <a:bodyPr lIns="91440" tIns="45720" rIns="91440" bIns="45720" anchor="t">
            <a:spAutoFit/>
          </a:bodyPr>
          <a:lstStyle/>
          <a:p>
            <a:pPr lvl="0"/>
            <a:r>
              <a:rPr lang="zh-CN">
                <a:solidFill>
                  <a:srgbClr val="7F7F7F"/>
                </a:solidFill>
              </a:rPr>
              <a:t>图灵奖获得者 </a:t>
            </a:r>
            <a:r>
              <a:rPr lang="en-US">
                <a:solidFill>
                  <a:srgbClr val="7F7F7F"/>
                </a:solidFill>
              </a:rPr>
              <a:t>David  Patterson</a:t>
            </a:r>
            <a:endParaRPr/>
          </a:p>
        </p:txBody>
      </p:sp>
    </p:spTree>
  </p:cSld>
  <p:clrMapOvr>
    <a:masterClrMapping/>
  </p:clrMapOvr>
  <p:transition/>
</p:sld>
</file>

<file path=ppt/slides/slide15.xml><?xml version="1.0" encoding="utf-8"?>
<p:sld xmlns:a="http://schemas.openxmlformats.org/drawingml/2006/main" xmlns:p="http://schemas.openxmlformats.org/presentationml/2006/main">
  <p:cSld>
    <p:spTree>
      <p:nvGrpSpPr>
        <p:cNvPr id="340" name=""/>
        <p:cNvGrpSpPr/>
        <p:nvPr/>
      </p:nvGrpSpPr>
      <p:grpSpPr>
        <a:xfrm>
          <a:off x="0" y="0"/>
          <a:ext cx="0" cy="0"/>
          <a:chOff x="0" y="0"/>
          <a:chExt cx="0" cy="0"/>
        </a:xfrm>
      </p:grpSpPr>
      <p:sp>
        <p:nvSpPr>
          <p:cNvPr id="34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4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b="true" i="false" u="none">
                <a:ea typeface="SimSun" pitchFamily="2" charset="-122"/>
              </a:rPr>
              <a:t>无冗余（</a:t>
            </a:r>
            <a:r>
              <a:rPr lang="en-US" b="true" i="false" u="none">
                <a:ea typeface="SimSun" pitchFamily="2" charset="-122"/>
              </a:rPr>
              <a:t>RAID 0</a:t>
            </a:r>
            <a:r>
              <a:rPr lang="zh-CN" b="true" i="false" u="none">
                <a:ea typeface="SimSun" pitchFamily="2" charset="-122"/>
              </a:rPr>
              <a:t>）</a:t>
            </a:r>
            <a:endParaRPr lang="en-US"/>
          </a:p>
          <a:p>
            <a:pPr marL="742950" lvl="1" indent="-285750">
              <a:spcBef>
                <a:spcPct val="20000"/>
              </a:spcBef>
              <a:buSzPct val="100000"/>
              <a:buChar char="–"/>
            </a:pPr>
            <a:r>
              <a:rPr lang="zh-CN" b="true" i="false" u="none">
                <a:ea typeface="SimSun" pitchFamily="2" charset="-122"/>
              </a:rPr>
              <a:t>条带化（</a:t>
            </a:r>
            <a:r>
              <a:rPr lang="en-US" b="true" i="false" u="none">
                <a:ea typeface="SimSun" pitchFamily="2" charset="-122"/>
              </a:rPr>
              <a:t>striping</a:t>
            </a:r>
            <a:r>
              <a:rPr lang="zh-CN" b="true" i="false" u="none">
                <a:ea typeface="SimSun" pitchFamily="2" charset="-122"/>
              </a:rPr>
              <a:t>）</a:t>
            </a:r>
            <a:endParaRPr lang="en-US"/>
          </a:p>
          <a:p>
            <a:pPr marL="342900" lvl="0" indent="-342900">
              <a:spcBef>
                <a:spcPct val="20000"/>
              </a:spcBef>
              <a:buSzPct val="100000"/>
              <a:buChar char="•"/>
            </a:pPr>
            <a:r>
              <a:rPr lang="zh-CN" b="true" i="false" u="none">
                <a:ea typeface="SimSun" pitchFamily="2" charset="-122"/>
              </a:rPr>
              <a:t>镜像（</a:t>
            </a:r>
            <a:r>
              <a:rPr lang="en-US" b="true" i="false" u="none">
                <a:ea typeface="SimSun" pitchFamily="2" charset="-122"/>
              </a:rPr>
              <a:t>RAID 1</a:t>
            </a:r>
            <a:r>
              <a:rPr lang="zh-CN" b="true" i="false" u="none">
                <a:ea typeface="SimSun" pitchFamily="2" charset="-122"/>
              </a:rPr>
              <a:t>）</a:t>
            </a:r>
            <a:endParaRPr lang="en-US"/>
          </a:p>
          <a:p>
            <a:pPr marL="342900" lvl="0" indent="-342900">
              <a:spcBef>
                <a:spcPct val="20000"/>
              </a:spcBef>
              <a:buSzPct val="100000"/>
              <a:buChar char="•"/>
            </a:pPr>
            <a:r>
              <a:rPr lang="zh-CN" b="true" i="false" u="none">
                <a:ea typeface="SimSun" pitchFamily="2" charset="-122"/>
              </a:rPr>
              <a:t>块交叉奇偶校验（</a:t>
            </a:r>
            <a:r>
              <a:rPr lang="en-US" b="true" i="false" u="none">
                <a:ea typeface="SimSun" pitchFamily="2" charset="-122"/>
              </a:rPr>
              <a:t>RAID 5</a:t>
            </a:r>
            <a:r>
              <a:rPr lang="zh-CN" b="true" i="false" u="none">
                <a:ea typeface="SimSun" pitchFamily="2" charset="-122"/>
              </a:rPr>
              <a:t>）</a:t>
            </a:r>
            <a:endParaRPr lang="en-US"/>
          </a:p>
          <a:p>
            <a:pPr marL="342900" lvl="0" indent="-342900">
              <a:spcBef>
                <a:spcPct val="20000"/>
              </a:spcBef>
              <a:buSzPct val="100000"/>
              <a:buChar char="•"/>
            </a:pPr>
            <a:r>
              <a:rPr lang="en-US" b="true" i="false" u="none">
                <a:ea typeface="SimSun" pitchFamily="2" charset="-122"/>
              </a:rPr>
              <a:t>RAID 10/RAID 01</a:t>
            </a:r>
            <a:endParaRPr lang="en-US"/>
          </a:p>
          <a:p>
            <a:pPr marL="342900" lvl="0" indent="-342900">
              <a:spcBef>
                <a:spcPct val="20000"/>
              </a:spcBef>
              <a:buSzPct val="100000"/>
              <a:buChar char="•"/>
            </a:pPr>
            <a:r>
              <a:rPr lang="en-US" b="true" i="false" u="none">
                <a:ea typeface="SimSun" pitchFamily="2" charset="-122"/>
              </a:rPr>
              <a:t>JBOD</a:t>
            </a:r>
            <a:endParaRPr/>
          </a:p>
        </p:txBody>
      </p:sp>
      <p:sp>
        <p:nvSpPr>
          <p:cNvPr id="34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344" name=""/>
        <p:cNvGrpSpPr/>
        <p:nvPr/>
      </p:nvGrpSpPr>
      <p:grpSpPr>
        <a:xfrm>
          <a:off x="0" y="0"/>
          <a:ext cx="0" cy="0"/>
          <a:chOff x="0" y="0"/>
          <a:chExt cx="0" cy="0"/>
        </a:xfrm>
      </p:grpSpPr>
      <p:sp>
        <p:nvSpPr>
          <p:cNvPr id="34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4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p>
            <a:pPr/>
            <a:endParaRPr sz="1400" dirty="false"/>
          </a:p>
        </p:txBody>
      </p:sp>
      <p:sp>
        <p:nvSpPr>
          <p:cNvPr id="34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348" name="内容占位符 4"/>
          <p:cNvPicPr>
            <a:picLocks noGrp="true" noChangeAspect="true"/>
          </p:cNvPicPr>
          <p:nvPr/>
        </p:nvPicPr>
        <p:blipFill>
          <a:blip r:embed="rId1"/>
          <a:srcRect/>
          <a:stretch>
            <a:fillRect/>
          </a:stretch>
        </p:blipFill>
        <p:spPr>
          <a:xfrm>
            <a:off x="34925" y="333375"/>
            <a:ext cx="9109075" cy="6269037"/>
          </a:xfrm>
          <a:prstGeom prst="rect">
            <a:avLst/>
          </a:prstGeom>
          <a:noFill/>
        </p:spPr>
      </p:pic>
    </p:spTree>
  </p:cSld>
  <p:clrMapOvr>
    <a:masterClrMapping/>
  </p:clrMapOvr>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349" name=""/>
        <p:cNvGrpSpPr/>
        <p:nvPr/>
      </p:nvGrpSpPr>
      <p:grpSpPr>
        <a:xfrm>
          <a:off x="0" y="0"/>
          <a:ext cx="0" cy="0"/>
          <a:chOff x="0" y="0"/>
          <a:chExt cx="0" cy="0"/>
        </a:xfrm>
      </p:grpSpPr>
      <p:sp>
        <p:nvSpPr>
          <p:cNvPr id="35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5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RAID5</a:t>
            </a:r>
            <a:endParaRPr/>
          </a:p>
          <a:p>
            <a:pPr marL="742950" lvl="1" indent="-285750">
              <a:spcBef>
                <a:spcPct val="20000"/>
              </a:spcBef>
              <a:buSzPct val="100000"/>
              <a:buChar char="–"/>
            </a:pPr>
            <a:r>
              <a:rPr lang="zh-CN">
                <a:ea typeface="SimSun" pitchFamily="2" charset="-122"/>
              </a:rPr>
              <a:t>四份原始数据分别是</a:t>
            </a:r>
            <a:r>
              <a:rPr lang="en-US">
                <a:ea typeface="SimSun" pitchFamily="2" charset="-122"/>
              </a:rPr>
              <a:t>0</a:t>
            </a:r>
            <a:r>
              <a:rPr lang="zh-CN">
                <a:ea typeface="SimSun" pitchFamily="2" charset="-122"/>
              </a:rPr>
              <a:t>、</a:t>
            </a:r>
            <a:r>
              <a:rPr lang="en-US">
                <a:ea typeface="SimSun" pitchFamily="2" charset="-122"/>
              </a:rPr>
              <a:t>1</a:t>
            </a:r>
            <a:r>
              <a:rPr lang="zh-CN">
                <a:ea typeface="SimSun" pitchFamily="2" charset="-122"/>
              </a:rPr>
              <a:t>、</a:t>
            </a:r>
            <a:r>
              <a:rPr lang="en-US">
                <a:ea typeface="SimSun" pitchFamily="2" charset="-122"/>
              </a:rPr>
              <a:t>1</a:t>
            </a:r>
            <a:r>
              <a:rPr lang="zh-CN">
                <a:ea typeface="SimSun" pitchFamily="2" charset="-122"/>
              </a:rPr>
              <a:t>、</a:t>
            </a:r>
            <a:r>
              <a:rPr lang="en-US">
                <a:ea typeface="SimSun" pitchFamily="2" charset="-122"/>
              </a:rPr>
              <a:t>0</a:t>
            </a:r>
            <a:r>
              <a:rPr lang="zh-CN">
                <a:ea typeface="SimSun" pitchFamily="2" charset="-122"/>
              </a:rPr>
              <a:t>，采用偶校验，校验位</a:t>
            </a:r>
            <a:r>
              <a:rPr lang="en-US">
                <a:ea typeface="SimSun" pitchFamily="2" charset="-122"/>
              </a:rPr>
              <a:t>P</a:t>
            </a:r>
            <a:r>
              <a:rPr lang="zh-CN">
                <a:ea typeface="SimSun" pitchFamily="2" charset="-122"/>
              </a:rPr>
              <a:t>是</a:t>
            </a:r>
            <a:r>
              <a:rPr lang="en-US">
                <a:ea typeface="SimSun" pitchFamily="2" charset="-122"/>
              </a:rPr>
              <a:t>0</a:t>
            </a:r>
            <a:r>
              <a:rPr lang="zh-CN">
                <a:ea typeface="SimSun" pitchFamily="2" charset="-122"/>
              </a:rPr>
              <a:t>（</a:t>
            </a:r>
            <a:r>
              <a:rPr lang="en-US">
                <a:ea typeface="SimSun" pitchFamily="2" charset="-122"/>
              </a:rPr>
              <a:t>=0⊕1⊕1⊕0</a:t>
            </a:r>
            <a:r>
              <a:rPr lang="zh-CN">
                <a:ea typeface="SimSun" pitchFamily="2" charset="-122"/>
              </a:rPr>
              <a:t>）</a:t>
            </a:r>
            <a:endParaRPr lang="en-US"/>
          </a:p>
          <a:p>
            <a:pPr marL="742950" lvl="1" indent="-285750">
              <a:spcBef>
                <a:spcPct val="20000"/>
              </a:spcBef>
              <a:buSzPct val="100000"/>
              <a:buChar char="–"/>
            </a:pPr>
            <a:r>
              <a:rPr lang="zh-CN">
                <a:ea typeface="SimSun" pitchFamily="2" charset="-122"/>
              </a:rPr>
              <a:t>当</a:t>
            </a:r>
            <a:r>
              <a:rPr lang="en-US">
                <a:ea typeface="SimSun" pitchFamily="2" charset="-122"/>
              </a:rPr>
              <a:t>D</a:t>
            </a:r>
            <a:r>
              <a:rPr lang="en-US" sz="1800">
                <a:ea typeface="SimSun" pitchFamily="2" charset="-122"/>
              </a:rPr>
              <a:t>0</a:t>
            </a:r>
            <a:r>
              <a:rPr lang="zh-CN">
                <a:ea typeface="SimSun" pitchFamily="2" charset="-122"/>
              </a:rPr>
              <a:t>从</a:t>
            </a:r>
            <a:r>
              <a:rPr lang="en-US">
                <a:ea typeface="SimSun" pitchFamily="2" charset="-122"/>
              </a:rPr>
              <a:t>0</a:t>
            </a:r>
            <a:r>
              <a:rPr lang="zh-CN">
                <a:ea typeface="SimSun" pitchFamily="2" charset="-122"/>
              </a:rPr>
              <a:t>修改为</a:t>
            </a:r>
            <a:r>
              <a:rPr lang="en-US">
                <a:ea typeface="SimSun" pitchFamily="2" charset="-122"/>
              </a:rPr>
              <a:t>1</a:t>
            </a:r>
            <a:r>
              <a:rPr lang="zh-CN">
                <a:ea typeface="SimSun" pitchFamily="2" charset="-122"/>
              </a:rPr>
              <a:t>后，新校验位</a:t>
            </a:r>
            <a:r>
              <a:rPr lang="en-US">
                <a:ea typeface="SimSun" pitchFamily="2" charset="-122"/>
              </a:rPr>
              <a:t>P’=D</a:t>
            </a:r>
            <a:r>
              <a:rPr lang="en-US" sz="1800">
                <a:ea typeface="SimSun" pitchFamily="2" charset="-122"/>
              </a:rPr>
              <a:t>0</a:t>
            </a:r>
            <a:r>
              <a:rPr lang="en-US">
                <a:ea typeface="SimSun" pitchFamily="2" charset="-122"/>
              </a:rPr>
              <a:t>’ ⊕D</a:t>
            </a:r>
            <a:r>
              <a:rPr lang="en-US" sz="1800">
                <a:ea typeface="SimSun" pitchFamily="2" charset="-122"/>
              </a:rPr>
              <a:t>0</a:t>
            </a:r>
            <a:r>
              <a:rPr lang="en-US">
                <a:ea typeface="SimSun" pitchFamily="2" charset="-122"/>
              </a:rPr>
              <a:t>⊕P=1⊕0⊕0=1</a:t>
            </a:r>
            <a:r>
              <a:rPr lang="zh-CN">
                <a:ea typeface="SimSun" pitchFamily="2" charset="-122"/>
              </a:rPr>
              <a:t> </a:t>
            </a:r>
            <a:endParaRPr lang="en-US"/>
          </a:p>
          <a:p>
            <a:pPr marL="342900" lvl="0" indent="-342900">
              <a:spcBef>
                <a:spcPct val="20000"/>
              </a:spcBef>
              <a:buSzPct val="100000"/>
              <a:buChar char="•"/>
            </a:pPr>
            <a:endParaRPr/>
          </a:p>
        </p:txBody>
      </p:sp>
      <p:sp>
        <p:nvSpPr>
          <p:cNvPr id="35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353" name="图片 4"/>
          <p:cNvPicPr>
            <a:picLocks noGrp="true" noChangeAspect="true"/>
          </p:cNvPicPr>
          <p:nvPr/>
        </p:nvPicPr>
        <p:blipFill>
          <a:blip r:embed="rId1"/>
          <a:srcRect/>
          <a:stretch>
            <a:fillRect/>
          </a:stretch>
        </p:blipFill>
        <p:spPr>
          <a:xfrm>
            <a:off x="2133600" y="3714750"/>
            <a:ext cx="4724400" cy="3086100"/>
          </a:xfrm>
          <a:prstGeom prst="rect">
            <a:avLst/>
          </a:prstGeom>
          <a:noFill/>
        </p:spPr>
      </p:pic>
    </p:spTree>
  </p:cSld>
  <p:clrMapOvr>
    <a:masterClrMapping/>
  </p:clrMapOvr>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354" name=""/>
        <p:cNvGrpSpPr/>
        <p:nvPr/>
      </p:nvGrpSpPr>
      <p:grpSpPr>
        <a:xfrm>
          <a:off x="0" y="0"/>
          <a:ext cx="0" cy="0"/>
          <a:chOff x="0" y="0"/>
          <a:chExt cx="0" cy="0"/>
        </a:xfrm>
      </p:grpSpPr>
      <p:sp>
        <p:nvSpPr>
          <p:cNvPr id="35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5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Flash-based SSD</a:t>
            </a:r>
            <a:endParaRPr/>
          </a:p>
        </p:txBody>
      </p:sp>
      <p:sp>
        <p:nvSpPr>
          <p:cNvPr id="35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358" name="直接连接符 12"/>
          <p:cNvSpPr>
            <a:spLocks noGrp="true" noChangeShapeType="true"/>
          </p:cNvSpPr>
          <p:nvPr/>
        </p:nvSpPr>
        <p:spPr>
          <a:xfrm>
            <a:off x="2568575" y="3000375"/>
            <a:ext cx="1417637" cy="0"/>
          </a:xfrm>
          <a:prstGeom prst="line">
            <a:avLst/>
          </a:prstGeom>
          <a:noFill/>
          <a:ln w="9524">
            <a:solidFill>
              <a:srgbClr val="000000"/>
            </a:solidFill>
            <a:round/>
            <a:headEnd/>
            <a:tailEnd/>
          </a:ln>
        </p:spPr>
        <p:txBody>
          <a:bodyPr lIns="91440" tIns="45720" rIns="91440" bIns="45720"/>
          <a:lstStyle/>
          <a:p>
            <a:pPr/>
            <a:endParaRPr sz="1400" dirty="false"/>
          </a:p>
        </p:txBody>
      </p:sp>
      <p:sp>
        <p:nvSpPr>
          <p:cNvPr id="359" name="菱形 5"/>
          <p:cNvSpPr>
            <a:spLocks noGrp="true" noChangeShapeType="true"/>
          </p:cNvSpPr>
          <p:nvPr/>
        </p:nvSpPr>
        <p:spPr>
          <a:xfrm>
            <a:off x="3497262" y="2827337"/>
            <a:ext cx="704850" cy="706437"/>
          </a:xfrm>
          <a:prstGeom prst="diamond">
            <a:avLst/>
          </a:prstGeom>
          <a:solidFill>
            <a:srgbClr val="414455"/>
          </a:solidFill>
        </p:spPr>
        <p:txBody>
          <a:bodyPr lIns="51435" tIns="25718" rIns="51435" bIns="25718" anchor="ctr" anchorCtr="false"/>
          <a:lstStyle/>
          <a:p>
            <a:pPr/>
            <a:endParaRPr sz="1400" dirty="false"/>
          </a:p>
        </p:txBody>
      </p:sp>
      <p:sp>
        <p:nvSpPr>
          <p:cNvPr id="360" name="菱形 6"/>
          <p:cNvSpPr>
            <a:spLocks noGrp="true" noChangeShapeType="true"/>
          </p:cNvSpPr>
          <p:nvPr/>
        </p:nvSpPr>
        <p:spPr>
          <a:xfrm>
            <a:off x="3673475" y="3541712"/>
            <a:ext cx="704850" cy="704850"/>
          </a:xfrm>
          <a:prstGeom prst="diamond">
            <a:avLst/>
          </a:prstGeom>
          <a:solidFill>
            <a:srgbClr val="E09320"/>
          </a:solidFill>
        </p:spPr>
        <p:txBody>
          <a:bodyPr lIns="51435" tIns="25718" rIns="51435" bIns="25718" anchor="ctr" anchorCtr="false"/>
          <a:lstStyle/>
          <a:p>
            <a:pPr/>
            <a:endParaRPr sz="1400" dirty="false"/>
          </a:p>
        </p:txBody>
      </p:sp>
      <p:sp>
        <p:nvSpPr>
          <p:cNvPr id="361" name="菱形 7"/>
          <p:cNvSpPr>
            <a:spLocks noGrp="true" noChangeShapeType="true"/>
          </p:cNvSpPr>
          <p:nvPr/>
        </p:nvSpPr>
        <p:spPr>
          <a:xfrm>
            <a:off x="4025900" y="3525837"/>
            <a:ext cx="704850" cy="704850"/>
          </a:xfrm>
          <a:prstGeom prst="diamond">
            <a:avLst/>
          </a:prstGeom>
          <a:solidFill>
            <a:srgbClr val="0E90BE"/>
          </a:solidFill>
        </p:spPr>
        <p:txBody>
          <a:bodyPr lIns="51435" tIns="25718" rIns="51435" bIns="25718" anchor="ctr" anchorCtr="false"/>
          <a:lstStyle/>
          <a:p>
            <a:pPr/>
            <a:endParaRPr sz="1400" dirty="false"/>
          </a:p>
        </p:txBody>
      </p:sp>
      <p:sp>
        <p:nvSpPr>
          <p:cNvPr id="362" name="菱形 8"/>
          <p:cNvSpPr>
            <a:spLocks noGrp="true" noChangeShapeType="true"/>
          </p:cNvSpPr>
          <p:nvPr/>
        </p:nvSpPr>
        <p:spPr>
          <a:xfrm>
            <a:off x="4025900" y="2647950"/>
            <a:ext cx="704850" cy="704850"/>
          </a:xfrm>
          <a:prstGeom prst="diamond">
            <a:avLst/>
          </a:prstGeom>
          <a:solidFill>
            <a:srgbClr val="53C3B0"/>
          </a:solidFill>
        </p:spPr>
        <p:txBody>
          <a:bodyPr lIns="51435" tIns="25718" rIns="51435" bIns="25718" anchor="ctr" anchorCtr="false"/>
          <a:lstStyle/>
          <a:p>
            <a:pPr/>
            <a:endParaRPr sz="1400" dirty="false"/>
          </a:p>
        </p:txBody>
      </p:sp>
      <p:sp>
        <p:nvSpPr>
          <p:cNvPr id="363" name="直接连接符 20"/>
          <p:cNvSpPr>
            <a:spLocks noGrp="true" noChangeShapeType="true"/>
          </p:cNvSpPr>
          <p:nvPr/>
        </p:nvSpPr>
        <p:spPr>
          <a:xfrm>
            <a:off x="4511675" y="2827337"/>
            <a:ext cx="1417637" cy="0"/>
          </a:xfrm>
          <a:prstGeom prst="line">
            <a:avLst/>
          </a:prstGeom>
          <a:noFill/>
          <a:ln w="9524">
            <a:solidFill>
              <a:srgbClr val="00B050"/>
            </a:solidFill>
            <a:round/>
            <a:headEnd/>
            <a:tailEnd/>
          </a:ln>
        </p:spPr>
        <p:txBody>
          <a:bodyPr lIns="91440" tIns="45720" rIns="91440" bIns="45720"/>
          <a:lstStyle/>
          <a:p>
            <a:pPr/>
            <a:endParaRPr sz="1400" dirty="false"/>
          </a:p>
        </p:txBody>
      </p:sp>
      <p:sp>
        <p:nvSpPr>
          <p:cNvPr id="364" name="直接连接符 21"/>
          <p:cNvSpPr>
            <a:spLocks noGrp="true" noChangeShapeType="true"/>
          </p:cNvSpPr>
          <p:nvPr/>
        </p:nvSpPr>
        <p:spPr>
          <a:xfrm>
            <a:off x="4471987" y="4106862"/>
            <a:ext cx="1417637" cy="0"/>
          </a:xfrm>
          <a:prstGeom prst="line">
            <a:avLst/>
          </a:prstGeom>
          <a:noFill/>
          <a:ln w="9524">
            <a:solidFill>
              <a:srgbClr val="0E90BE"/>
            </a:solidFill>
            <a:round/>
            <a:headEnd/>
            <a:tailEnd/>
          </a:ln>
        </p:spPr>
        <p:txBody>
          <a:bodyPr lIns="91440" tIns="45720" rIns="91440" bIns="45720"/>
          <a:lstStyle/>
          <a:p>
            <a:pPr/>
            <a:endParaRPr sz="1400" dirty="false"/>
          </a:p>
        </p:txBody>
      </p:sp>
      <p:sp>
        <p:nvSpPr>
          <p:cNvPr id="365" name="直接连接符 22"/>
          <p:cNvSpPr>
            <a:spLocks noGrp="true" noChangeShapeType="true"/>
          </p:cNvSpPr>
          <p:nvPr/>
        </p:nvSpPr>
        <p:spPr>
          <a:xfrm>
            <a:off x="2533650" y="4106862"/>
            <a:ext cx="1417637" cy="0"/>
          </a:xfrm>
          <a:prstGeom prst="line">
            <a:avLst/>
          </a:prstGeom>
          <a:noFill/>
          <a:ln w="9524">
            <a:solidFill>
              <a:srgbClr val="E09320"/>
            </a:solidFill>
            <a:round/>
            <a:headEnd/>
            <a:tailEnd/>
          </a:ln>
        </p:spPr>
        <p:txBody>
          <a:bodyPr lIns="91440" tIns="45720" rIns="91440" bIns="45720"/>
          <a:lstStyle/>
          <a:p>
            <a:pPr/>
            <a:endParaRPr sz="1400" dirty="false"/>
          </a:p>
        </p:txBody>
      </p:sp>
      <p:sp>
        <p:nvSpPr>
          <p:cNvPr id="366" name="流程图: 联系 23"/>
          <p:cNvSpPr>
            <a:spLocks noGrp="true" noChangeShapeType="true"/>
          </p:cNvSpPr>
          <p:nvPr/>
        </p:nvSpPr>
        <p:spPr>
          <a:xfrm>
            <a:off x="5767387" y="2566987"/>
            <a:ext cx="284162" cy="284162"/>
          </a:xfrm>
          <a:prstGeom prst="flowChartConnector">
            <a:avLst/>
          </a:prstGeom>
          <a:solidFill>
            <a:srgbClr val="53C3B0"/>
          </a:solidFill>
        </p:spPr>
        <p:txBody>
          <a:bodyPr lIns="51435" tIns="25718" rIns="51435" bIns="25718" anchor="ctr" anchorCtr="false"/>
          <a:lstStyle/>
          <a:p>
            <a:pPr lvl="0" algn="ctr">
              <a:buNone/>
            </a:pPr>
            <a:r>
              <a:rPr lang="en-US" sz="1300">
                <a:solidFill>
                  <a:srgbClr val="FFFFFF"/>
                </a:solidFill>
                <a:latin typeface="Microsoft YaHei" charset="-122"/>
                <a:ea typeface="Microsoft YaHei" charset="-122"/>
              </a:rPr>
              <a:t>B</a:t>
            </a:r>
            <a:endParaRPr/>
          </a:p>
        </p:txBody>
      </p:sp>
      <p:sp>
        <p:nvSpPr>
          <p:cNvPr id="367" name="流程图: 联系 24"/>
          <p:cNvSpPr>
            <a:spLocks noGrp="true" noChangeShapeType="true"/>
          </p:cNvSpPr>
          <p:nvPr/>
        </p:nvSpPr>
        <p:spPr>
          <a:xfrm>
            <a:off x="5727700" y="3843337"/>
            <a:ext cx="282575" cy="282575"/>
          </a:xfrm>
          <a:prstGeom prst="flowChartConnector">
            <a:avLst/>
          </a:prstGeom>
          <a:solidFill>
            <a:srgbClr val="0E90BE"/>
          </a:solidFill>
        </p:spPr>
        <p:txBody>
          <a:bodyPr lIns="51435" tIns="25718" rIns="51435" bIns="25718" anchor="ctr" anchorCtr="false"/>
          <a:lstStyle/>
          <a:p>
            <a:pPr lvl="0" algn="ctr">
              <a:buNone/>
            </a:pPr>
            <a:r>
              <a:rPr lang="en-US" sz="1300">
                <a:solidFill>
                  <a:srgbClr val="FFFFFF"/>
                </a:solidFill>
                <a:latin typeface="Microsoft YaHei" charset="-122"/>
                <a:ea typeface="Microsoft YaHei" charset="-122"/>
              </a:rPr>
              <a:t>D</a:t>
            </a:r>
            <a:endParaRPr/>
          </a:p>
        </p:txBody>
      </p:sp>
      <p:sp>
        <p:nvSpPr>
          <p:cNvPr id="368" name="流程图: 联系 25"/>
          <p:cNvSpPr>
            <a:spLocks noGrp="true" noChangeShapeType="true"/>
          </p:cNvSpPr>
          <p:nvPr/>
        </p:nvSpPr>
        <p:spPr>
          <a:xfrm>
            <a:off x="2474912" y="3843337"/>
            <a:ext cx="284162" cy="282575"/>
          </a:xfrm>
          <a:prstGeom prst="flowChartConnector">
            <a:avLst/>
          </a:prstGeom>
          <a:solidFill>
            <a:srgbClr val="E09320"/>
          </a:solidFill>
        </p:spPr>
        <p:txBody>
          <a:bodyPr lIns="51435" tIns="25718" rIns="51435" bIns="25718" anchor="ctr" anchorCtr="false"/>
          <a:lstStyle/>
          <a:p>
            <a:pPr lvl="0" algn="ctr">
              <a:buNone/>
            </a:pPr>
            <a:r>
              <a:rPr lang="en-US" sz="1300">
                <a:solidFill>
                  <a:srgbClr val="FFFFFF"/>
                </a:solidFill>
                <a:latin typeface="Microsoft YaHei" charset="-122"/>
                <a:ea typeface="Microsoft YaHei" charset="-122"/>
              </a:rPr>
              <a:t>C</a:t>
            </a:r>
            <a:endParaRPr/>
          </a:p>
        </p:txBody>
      </p:sp>
      <p:sp>
        <p:nvSpPr>
          <p:cNvPr id="369" name="流程图: 联系 26"/>
          <p:cNvSpPr>
            <a:spLocks noGrp="true" noChangeShapeType="true"/>
          </p:cNvSpPr>
          <p:nvPr/>
        </p:nvSpPr>
        <p:spPr>
          <a:xfrm>
            <a:off x="2474912" y="2728912"/>
            <a:ext cx="284162" cy="284162"/>
          </a:xfrm>
          <a:prstGeom prst="flowChartConnector">
            <a:avLst/>
          </a:prstGeom>
          <a:solidFill>
            <a:srgbClr val="414455"/>
          </a:solidFill>
        </p:spPr>
        <p:txBody>
          <a:bodyPr lIns="51435" tIns="25718" rIns="51435" bIns="25718" anchor="ctr" anchorCtr="false"/>
          <a:lstStyle/>
          <a:p>
            <a:pPr lvl="0" algn="ctr">
              <a:buNone/>
            </a:pPr>
            <a:r>
              <a:rPr lang="en-US" sz="1300">
                <a:solidFill>
                  <a:srgbClr val="FFFFFF"/>
                </a:solidFill>
                <a:latin typeface="Microsoft YaHei" charset="-122"/>
                <a:ea typeface="Microsoft YaHei" charset="-122"/>
              </a:rPr>
              <a:t>A</a:t>
            </a:r>
            <a:endParaRPr/>
          </a:p>
        </p:txBody>
      </p:sp>
      <p:sp>
        <p:nvSpPr>
          <p:cNvPr id="370" name="文本框 20"/>
          <p:cNvSpPr txBox="true">
            <a:spLocks noGrp="true" noChangeShapeType="true"/>
          </p:cNvSpPr>
          <p:nvPr/>
        </p:nvSpPr>
        <p:spPr>
          <a:xfrm>
            <a:off x="4587875" y="2576512"/>
            <a:ext cx="1185862" cy="236537"/>
          </a:xfrm>
          <a:prstGeom prst="rect">
            <a:avLst/>
          </a:prstGeom>
          <a:noFill/>
        </p:spPr>
        <p:txBody>
          <a:bodyPr wrap="none" anchor="t">
            <a:spAutoFit/>
          </a:bodyPr>
          <a:lstStyle/>
          <a:p>
            <a:pPr lvl="0">
              <a:buNone/>
            </a:pPr>
            <a:r>
              <a:rPr lang="zh-CN" sz="1200">
                <a:solidFill>
                  <a:srgbClr val="0D0D0D"/>
                </a:solidFill>
                <a:latin typeface="Microsoft YaHei" charset="-122"/>
                <a:ea typeface="Microsoft YaHei" charset="-122"/>
              </a:rPr>
              <a:t>新型</a:t>
            </a:r>
            <a:r>
              <a:rPr lang="en-US" sz="1200">
                <a:solidFill>
                  <a:srgbClr val="0D0D0D"/>
                </a:solidFill>
                <a:latin typeface="Microsoft YaHei" charset="-122"/>
                <a:ea typeface="Microsoft YaHei" charset="-122"/>
              </a:rPr>
              <a:t>NVMe</a:t>
            </a:r>
            <a:r>
              <a:rPr lang="zh-CN" sz="1200">
                <a:solidFill>
                  <a:srgbClr val="0D0D0D"/>
                </a:solidFill>
                <a:latin typeface="Microsoft YaHei" charset="-122"/>
                <a:ea typeface="Microsoft YaHei" charset="-122"/>
              </a:rPr>
              <a:t>接口</a:t>
            </a:r>
            <a:endParaRPr/>
          </a:p>
        </p:txBody>
      </p:sp>
      <p:sp>
        <p:nvSpPr>
          <p:cNvPr id="371" name="文本框 21"/>
          <p:cNvSpPr txBox="true">
            <a:spLocks noGrp="true" noChangeShapeType="true"/>
          </p:cNvSpPr>
          <p:nvPr/>
        </p:nvSpPr>
        <p:spPr>
          <a:xfrm>
            <a:off x="5114925" y="3878262"/>
            <a:ext cx="565150" cy="236537"/>
          </a:xfrm>
          <a:prstGeom prst="rect">
            <a:avLst/>
          </a:prstGeom>
          <a:noFill/>
        </p:spPr>
        <p:txBody>
          <a:bodyPr wrap="none" anchor="t">
            <a:spAutoFit/>
          </a:bodyPr>
          <a:lstStyle/>
          <a:p>
            <a:pPr lvl="0"/>
            <a:r>
              <a:rPr lang="zh-CN" sz="1200">
                <a:latin typeface="Microsoft YaHei" charset="1"/>
                <a:ea typeface="Microsoft YaHei" charset="1"/>
              </a:rPr>
              <a:t>局限性</a:t>
            </a:r>
            <a:endParaRPr/>
          </a:p>
        </p:txBody>
      </p:sp>
      <p:sp>
        <p:nvSpPr>
          <p:cNvPr id="372" name="文本框 22"/>
          <p:cNvSpPr txBox="true">
            <a:spLocks noGrp="true" noChangeShapeType="true"/>
          </p:cNvSpPr>
          <p:nvPr/>
        </p:nvSpPr>
        <p:spPr>
          <a:xfrm>
            <a:off x="2754312" y="3832225"/>
            <a:ext cx="873125" cy="236537"/>
          </a:xfrm>
          <a:prstGeom prst="rect">
            <a:avLst/>
          </a:prstGeom>
          <a:noFill/>
        </p:spPr>
        <p:txBody>
          <a:bodyPr wrap="none" anchor="t">
            <a:spAutoFit/>
          </a:bodyPr>
          <a:lstStyle/>
          <a:p>
            <a:pPr lvl="0"/>
            <a:r>
              <a:rPr lang="zh-CN" sz="1200">
                <a:latin typeface="Microsoft YaHei" charset="1"/>
                <a:ea typeface="Microsoft YaHei" charset="1"/>
              </a:rPr>
              <a:t>全闪存阵列</a:t>
            </a:r>
            <a:endParaRPr/>
          </a:p>
        </p:txBody>
      </p:sp>
      <p:sp>
        <p:nvSpPr>
          <p:cNvPr id="373" name="文本框 23"/>
          <p:cNvSpPr txBox="true">
            <a:spLocks noGrp="true" noChangeShapeType="true"/>
          </p:cNvSpPr>
          <p:nvPr/>
        </p:nvSpPr>
        <p:spPr>
          <a:xfrm>
            <a:off x="2754312" y="2763837"/>
            <a:ext cx="831850" cy="236537"/>
          </a:xfrm>
          <a:prstGeom prst="rect">
            <a:avLst/>
          </a:prstGeom>
          <a:noFill/>
        </p:spPr>
        <p:txBody>
          <a:bodyPr wrap="none" anchor="t">
            <a:spAutoFit/>
          </a:bodyPr>
          <a:lstStyle/>
          <a:p>
            <a:pPr lvl="0"/>
            <a:r>
              <a:rPr lang="en-US" sz="1200">
                <a:latin typeface="Microsoft YaHei" charset="1"/>
                <a:ea typeface="Microsoft YaHei" charset="1"/>
              </a:rPr>
              <a:t>3D NAND</a:t>
            </a:r>
            <a:endParaRPr/>
          </a:p>
        </p:txBody>
      </p:sp>
      <p:sp>
        <p:nvSpPr>
          <p:cNvPr id="374" name="矩形 20"/>
          <p:cNvSpPr>
            <a:spLocks noGrp="true" noChangeShapeType="true"/>
          </p:cNvSpPr>
          <p:nvPr/>
        </p:nvSpPr>
        <p:spPr>
          <a:xfrm>
            <a:off x="5105400" y="2846387"/>
            <a:ext cx="2322512" cy="898525"/>
          </a:xfrm>
          <a:prstGeom prst="rect">
            <a:avLst/>
          </a:prstGeom>
          <a:noFill/>
        </p:spPr>
        <p:txBody>
          <a:bodyPr lIns="51435" tIns="25718" rIns="51435" bIns="25718" anchor="t">
            <a:spAutoFit/>
          </a:bodyPr>
          <a:lstStyle/>
          <a:p>
            <a:pPr lvl="0"/>
            <a:r>
              <a:rPr lang="zh-CN" sz="1100">
                <a:solidFill>
                  <a:srgbClr val="0D0D0D"/>
                </a:solidFill>
                <a:latin typeface="微软雅黑 Light" charset="1"/>
                <a:ea typeface="微软雅黑 Light" charset="1"/>
              </a:rPr>
              <a:t>快速、高并发</a:t>
            </a:r>
            <a:endParaRPr lang="en-US" sz="1100"/>
          </a:p>
          <a:p>
            <a:pPr lvl="0"/>
            <a:r>
              <a:rPr lang="en-US" sz="1100">
                <a:latin typeface="微软雅黑 Light" charset="1"/>
                <a:ea typeface="微软雅黑 Light" charset="1"/>
              </a:rPr>
              <a:t>4KB</a:t>
            </a:r>
            <a:r>
              <a:rPr lang="zh-CN" sz="1100">
                <a:latin typeface="微软雅黑 Light" charset="1"/>
                <a:ea typeface="微软雅黑 Light" charset="1"/>
              </a:rPr>
              <a:t>随机读延迟 </a:t>
            </a:r>
            <a:r>
              <a:rPr lang="en-US" sz="1100">
                <a:latin typeface="微软雅黑 Light" charset="1"/>
                <a:ea typeface="微软雅黑 Light" charset="1"/>
              </a:rPr>
              <a:t>125μs</a:t>
            </a:r>
            <a:endParaRPr/>
          </a:p>
          <a:p>
            <a:pPr lvl="0"/>
            <a:r>
              <a:rPr lang="en-US" sz="1100">
                <a:latin typeface="微软雅黑 Light" charset="1"/>
                <a:ea typeface="微软雅黑 Light" charset="1"/>
              </a:rPr>
              <a:t>4KB</a:t>
            </a:r>
            <a:r>
              <a:rPr lang="zh-CN" sz="1100">
                <a:latin typeface="微软雅黑 Light" charset="1"/>
                <a:ea typeface="微软雅黑 Light" charset="1"/>
              </a:rPr>
              <a:t> 随机写延迟 </a:t>
            </a:r>
            <a:r>
              <a:rPr lang="en-US" sz="1100">
                <a:latin typeface="微软雅黑 Light" charset="1"/>
                <a:ea typeface="微软雅黑 Light" charset="1"/>
              </a:rPr>
              <a:t>15μs</a:t>
            </a:r>
            <a:endParaRPr/>
          </a:p>
          <a:p>
            <a:pPr lvl="0"/>
            <a:r>
              <a:rPr lang="en-US" sz="1100">
                <a:solidFill>
                  <a:srgbClr val="0D0D0D"/>
                </a:solidFill>
                <a:latin typeface="微软雅黑 Light" charset="1"/>
                <a:ea typeface="微软雅黑 Light" charset="1"/>
              </a:rPr>
              <a:t>4KB</a:t>
            </a:r>
            <a:r>
              <a:rPr lang="zh-CN" sz="1100">
                <a:solidFill>
                  <a:srgbClr val="0D0D0D"/>
                </a:solidFill>
                <a:latin typeface="微软雅黑 Light" charset="1"/>
                <a:ea typeface="微软雅黑 Light" charset="1"/>
              </a:rPr>
              <a:t>随机写</a:t>
            </a:r>
            <a:r>
              <a:rPr lang="en-US" sz="1100">
                <a:solidFill>
                  <a:srgbClr val="0D0D0D"/>
                </a:solidFill>
                <a:latin typeface="微软雅黑 Light" charset="1"/>
                <a:ea typeface="微软雅黑 Light" charset="1"/>
              </a:rPr>
              <a:t>IOPS 120K</a:t>
            </a:r>
            <a:endParaRPr/>
          </a:p>
          <a:p>
            <a:pPr lvl="0"/>
            <a:endParaRPr/>
          </a:p>
        </p:txBody>
      </p:sp>
      <p:sp>
        <p:nvSpPr>
          <p:cNvPr id="375" name="矩形 20"/>
          <p:cNvSpPr>
            <a:spLocks noGrp="true" noChangeShapeType="true"/>
          </p:cNvSpPr>
          <p:nvPr/>
        </p:nvSpPr>
        <p:spPr>
          <a:xfrm>
            <a:off x="5014912" y="4121150"/>
            <a:ext cx="2108200" cy="390525"/>
          </a:xfrm>
          <a:prstGeom prst="rect">
            <a:avLst/>
          </a:prstGeom>
          <a:noFill/>
        </p:spPr>
        <p:txBody>
          <a:bodyPr lIns="51435" tIns="25718" rIns="51435" bIns="25718" anchor="t">
            <a:spAutoFit/>
          </a:bodyPr>
          <a:lstStyle/>
          <a:p>
            <a:pPr lvl="0"/>
            <a:r>
              <a:rPr lang="zh-CN" sz="1100">
                <a:latin typeface="微软雅黑 Light" charset="1"/>
                <a:ea typeface="微软雅黑 Light" charset="1"/>
              </a:rPr>
              <a:t>成本；耐久性、可靠性；</a:t>
            </a:r>
            <a:endParaRPr lang="en-US" sz="1100"/>
          </a:p>
          <a:p>
            <a:pPr lvl="0"/>
            <a:r>
              <a:rPr lang="en-US" sz="1100">
                <a:latin typeface="微软雅黑 Light" charset="1"/>
                <a:ea typeface="微软雅黑 Light" charset="1"/>
              </a:rPr>
              <a:t>SSD RAID</a:t>
            </a:r>
            <a:r>
              <a:rPr lang="zh-CN" sz="1100">
                <a:latin typeface="微软雅黑 Light" charset="1"/>
                <a:ea typeface="微软雅黑 Light" charset="1"/>
              </a:rPr>
              <a:t>控制器成熟度</a:t>
            </a:r>
            <a:endParaRPr/>
          </a:p>
        </p:txBody>
      </p:sp>
      <p:sp>
        <p:nvSpPr>
          <p:cNvPr id="376" name="矩形 21"/>
          <p:cNvSpPr>
            <a:spLocks noGrp="true" noChangeShapeType="true"/>
          </p:cNvSpPr>
          <p:nvPr/>
        </p:nvSpPr>
        <p:spPr>
          <a:xfrm>
            <a:off x="1517650" y="4106862"/>
            <a:ext cx="2241550" cy="558800"/>
          </a:xfrm>
          <a:prstGeom prst="rect">
            <a:avLst/>
          </a:prstGeom>
          <a:noFill/>
        </p:spPr>
        <p:txBody>
          <a:bodyPr lIns="51435" tIns="25718" rIns="51435" bIns="25718" anchor="t">
            <a:spAutoFit/>
          </a:bodyPr>
          <a:lstStyle/>
          <a:p>
            <a:pPr lvl="0"/>
            <a:r>
              <a:rPr lang="zh-CN" sz="1100">
                <a:latin typeface="微软雅黑 Light" charset="1"/>
                <a:ea typeface="微软雅黑 Light" charset="1"/>
              </a:rPr>
              <a:t>在很多领域取代磁盘（每</a:t>
            </a:r>
            <a:r>
              <a:rPr lang="en-US" sz="1100">
                <a:latin typeface="微软雅黑 Light" charset="1"/>
                <a:ea typeface="微软雅黑 Light" charset="1"/>
              </a:rPr>
              <a:t>GB</a:t>
            </a:r>
            <a:r>
              <a:rPr lang="zh-CN" sz="1100">
                <a:latin typeface="微软雅黑 Light" charset="1"/>
                <a:ea typeface="微软雅黑 Light" charset="1"/>
              </a:rPr>
              <a:t>成本低于</a:t>
            </a:r>
            <a:r>
              <a:rPr lang="en-US" sz="1100">
                <a:latin typeface="微软雅黑 Light" charset="1"/>
                <a:ea typeface="微软雅黑 Light" charset="1"/>
              </a:rPr>
              <a:t>1</a:t>
            </a:r>
            <a:r>
              <a:rPr lang="zh-CN" sz="1100">
                <a:latin typeface="微软雅黑 Light" charset="1"/>
                <a:ea typeface="微软雅黑 Light" charset="1"/>
              </a:rPr>
              <a:t>美元）</a:t>
            </a:r>
            <a:endParaRPr lang="en-US" sz="1100"/>
          </a:p>
          <a:p>
            <a:pPr lvl="0"/>
            <a:r>
              <a:rPr lang="en-US" sz="1100">
                <a:latin typeface="Tahoma"/>
              </a:rPr>
              <a:t>Pure Storage Flash Blade: 15 GB/s </a:t>
            </a:r>
            <a:endParaRPr/>
          </a:p>
        </p:txBody>
      </p:sp>
      <p:sp>
        <p:nvSpPr>
          <p:cNvPr id="377" name="矩形 22"/>
          <p:cNvSpPr>
            <a:spLocks noGrp="true" noChangeShapeType="true"/>
          </p:cNvSpPr>
          <p:nvPr/>
        </p:nvSpPr>
        <p:spPr>
          <a:xfrm>
            <a:off x="1517650" y="3014662"/>
            <a:ext cx="1958975" cy="390525"/>
          </a:xfrm>
          <a:prstGeom prst="rect">
            <a:avLst/>
          </a:prstGeom>
          <a:noFill/>
        </p:spPr>
        <p:txBody>
          <a:bodyPr lIns="51435" tIns="25718" rIns="51435" bIns="25718" anchor="t">
            <a:spAutoFit/>
          </a:bodyPr>
          <a:lstStyle/>
          <a:p>
            <a:pPr lvl="0"/>
            <a:r>
              <a:rPr lang="zh-CN" sz="1100">
                <a:latin typeface="微软雅黑 Light" charset="1"/>
                <a:ea typeface="微软雅黑 Light" charset="1"/>
              </a:rPr>
              <a:t>超大容量，目前可达</a:t>
            </a:r>
            <a:r>
              <a:rPr lang="en-US" sz="1100">
                <a:latin typeface="微软雅黑 Light" charset="1"/>
                <a:ea typeface="微软雅黑 Light" charset="1"/>
              </a:rPr>
              <a:t>176</a:t>
            </a:r>
            <a:r>
              <a:rPr lang="zh-CN" sz="1100">
                <a:latin typeface="微软雅黑 Light" charset="1"/>
                <a:ea typeface="微软雅黑 Light" charset="1"/>
              </a:rPr>
              <a:t>层</a:t>
            </a:r>
            <a:endParaRPr lang="en-US" sz="1100"/>
          </a:p>
          <a:p>
            <a:pPr lvl="0"/>
            <a:r>
              <a:rPr lang="zh-CN" sz="1100">
                <a:latin typeface="微软雅黑 Light" charset="1"/>
                <a:ea typeface="微软雅黑 Light" charset="1"/>
              </a:rPr>
              <a:t>单盘</a:t>
            </a:r>
            <a:r>
              <a:rPr lang="en-US" sz="1100">
                <a:latin typeface="微软雅黑 Light" charset="1"/>
                <a:ea typeface="微软雅黑 Light" charset="1"/>
              </a:rPr>
              <a:t>200TB</a:t>
            </a:r>
            <a:r>
              <a:rPr lang="zh-CN" sz="1100">
                <a:latin typeface="微软雅黑 Light" charset="1"/>
                <a:ea typeface="微软雅黑 Light" charset="1"/>
              </a:rPr>
              <a:t>（</a:t>
            </a:r>
            <a:r>
              <a:rPr lang="zh-CN" sz="1100">
                <a:latin typeface="微软雅黑 Light" charset="1"/>
                <a:ea typeface="微软雅黑 Light" charset="1"/>
              </a:rPr>
              <a:t>Nimbus Data</a:t>
            </a:r>
            <a:r>
              <a:rPr lang="zh-CN" sz="1100">
                <a:latin typeface="微软雅黑 Light" charset="1"/>
                <a:ea typeface="微软雅黑 Light" charset="1"/>
              </a:rPr>
              <a:t>）</a:t>
            </a:r>
            <a:endParaRPr/>
          </a:p>
        </p:txBody>
      </p:sp>
      <p:grpSp>
        <p:nvGrpSpPr>
          <p:cNvPr id="378" name="组合 35"/>
          <p:cNvGrpSpPr/>
          <p:nvPr/>
        </p:nvGrpSpPr>
        <p:grpSpPr>
          <a:xfrm>
            <a:off x="3378200" y="2647950"/>
            <a:ext cx="1619250" cy="1620837"/>
            <a:chOff x="4282167" y="2497180"/>
            <a:chExt cx="2880320" cy="2880320"/>
          </a:xfrm>
        </p:grpSpPr>
        <p:sp>
          <p:nvSpPr>
            <p:cNvPr id="379" name="菱形 25"/>
            <p:cNvSpPr>
              <a:spLocks noChangeShapeType="true"/>
            </p:cNvSpPr>
            <p:nvPr/>
          </p:nvSpPr>
          <p:spPr>
            <a:xfrm>
              <a:off x="4282167" y="2497180"/>
              <a:ext cx="2880320" cy="2880320"/>
            </a:xfrm>
            <a:prstGeom prst="diamond">
              <a:avLst/>
            </a:prstGeom>
            <a:solidFill>
              <a:srgbClr val="414455"/>
            </a:solidFill>
            <a:effectLst>
              <a:outerShdw sy="-19000" rotWithShape="false">
                <a:srgbClr val="808080">
                  <a:alpha val="3921"/>
                </a:srgbClr>
              </a:outerShdw>
            </a:effectLst>
          </p:spPr>
          <p:txBody>
            <a:bodyPr lIns="68580" tIns="34290" rIns="68580" bIns="34290" anchor="ctr" anchorCtr="false"/>
            <a:lstStyle/>
            <a:p>
              <a:pPr/>
              <a:endParaRPr sz="1400" dirty="false"/>
            </a:p>
          </p:txBody>
        </p:sp>
        <p:sp>
          <p:nvSpPr>
            <p:cNvPr id="380" name="文本框 31"/>
            <p:cNvSpPr txBox="true">
              <a:spLocks noChangeShapeType="true"/>
            </p:cNvSpPr>
            <p:nvPr/>
          </p:nvSpPr>
          <p:spPr>
            <a:xfrm>
              <a:off x="5046119" y="3316023"/>
              <a:ext cx="1328569" cy="1149033"/>
            </a:xfrm>
            <a:prstGeom prst="rect">
              <a:avLst/>
            </a:prstGeom>
            <a:noFill/>
          </p:spPr>
          <p:txBody>
            <a:bodyPr wrap="none" anchor="t">
              <a:spAutoFit/>
            </a:bodyPr>
            <a:lstStyle/>
            <a:p>
              <a:pPr lvl="0" algn="ctr"/>
              <a:r>
                <a:rPr lang="zh-CN" sz="1800">
                  <a:solidFill>
                    <a:schemeClr val="lt1"/>
                  </a:solidFill>
                  <a:latin typeface="Microsoft YaHei" charset="1"/>
                  <a:ea typeface="Microsoft YaHei" charset="1"/>
                </a:rPr>
                <a:t>闪存</a:t>
              </a:r>
              <a:endParaRPr lang="en-US" sz="1800"/>
            </a:p>
            <a:p>
              <a:pPr lvl="0" algn="ctr"/>
              <a:r>
                <a:rPr lang="en-US" sz="1800">
                  <a:solidFill>
                    <a:schemeClr val="lt1"/>
                  </a:solidFill>
                  <a:latin typeface="Microsoft YaHei" charset="1"/>
                  <a:ea typeface="Microsoft YaHei" charset="1"/>
                </a:rPr>
                <a:t>Flash</a:t>
              </a:r>
              <a:endParaRPr/>
            </a:p>
          </p:txBody>
        </p:sp>
      </p:grpSp>
      <p:pic>
        <p:nvPicPr>
          <p:cNvPr id="381" name="图片 30"/>
          <p:cNvPicPr>
            <a:picLocks noGrp="true" noChangeAspect="true"/>
          </p:cNvPicPr>
          <p:nvPr/>
        </p:nvPicPr>
        <p:blipFill>
          <a:blip r:embed="rId1"/>
          <a:srcRect/>
          <a:stretch>
            <a:fillRect/>
          </a:stretch>
        </p:blipFill>
        <p:spPr>
          <a:xfrm>
            <a:off x="2533650" y="4846637"/>
            <a:ext cx="2397125" cy="1109662"/>
          </a:xfrm>
          <a:prstGeom prst="rect">
            <a:avLst/>
          </a:prstGeom>
          <a:noFill/>
        </p:spPr>
      </p:pic>
      <p:pic>
        <p:nvPicPr>
          <p:cNvPr id="382" name="图片 31"/>
          <p:cNvPicPr>
            <a:picLocks noGrp="true" noChangeAspect="true"/>
          </p:cNvPicPr>
          <p:nvPr/>
        </p:nvPicPr>
        <p:blipFill>
          <a:blip r:embed="rId2"/>
          <a:srcRect/>
          <a:stretch>
            <a:fillRect/>
          </a:stretch>
        </p:blipFill>
        <p:spPr>
          <a:xfrm>
            <a:off x="4830762" y="4656137"/>
            <a:ext cx="2997200" cy="1533525"/>
          </a:xfrm>
          <a:prstGeom prst="rect">
            <a:avLst/>
          </a:prstGeom>
          <a:noFill/>
        </p:spPr>
      </p:pic>
      <p:pic>
        <p:nvPicPr>
          <p:cNvPr id="383" name="图片 32"/>
          <p:cNvPicPr>
            <a:picLocks noGrp="true" noChangeAspect="true"/>
          </p:cNvPicPr>
          <p:nvPr/>
        </p:nvPicPr>
        <p:blipFill>
          <a:blip r:embed="rId3"/>
          <a:srcRect/>
          <a:stretch>
            <a:fillRect/>
          </a:stretch>
        </p:blipFill>
        <p:spPr>
          <a:xfrm>
            <a:off x="1239837" y="4641850"/>
            <a:ext cx="1285875" cy="1562100"/>
          </a:xfrm>
          <a:prstGeom prst="rect">
            <a:avLst/>
          </a:prstGeom>
          <a:noFill/>
        </p:spPr>
      </p:pic>
    </p:spTree>
  </p:cSld>
  <p:clrMapOvr>
    <a:masterClrMapping/>
  </p:clrMapOvr>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387" name=""/>
        <p:cNvGrpSpPr/>
        <p:nvPr/>
      </p:nvGrpSpPr>
      <p:grpSpPr>
        <a:xfrm>
          <a:off x="0" y="0"/>
          <a:ext cx="0" cy="0"/>
          <a:chOff x="0" y="0"/>
          <a:chExt cx="0" cy="0"/>
        </a:xfrm>
      </p:grpSpPr>
      <p:sp>
        <p:nvSpPr>
          <p:cNvPr id="38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8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Flash-based SSD</a:t>
            </a:r>
            <a:endParaRPr/>
          </a:p>
          <a:p>
            <a:pPr marL="742950" lvl="1" indent="-285750">
              <a:spcBef>
                <a:spcPct val="20000"/>
              </a:spcBef>
              <a:buSzPct val="100000"/>
              <a:buChar char="–"/>
            </a:pPr>
            <a:r>
              <a:rPr lang="en-US">
                <a:ea typeface="SimSun" pitchFamily="2" charset="-122"/>
              </a:rPr>
              <a:t>Flash</a:t>
            </a:r>
            <a:r>
              <a:rPr lang="zh-CN">
                <a:ea typeface="SimSun" pitchFamily="2" charset="-122"/>
              </a:rPr>
              <a:t>：与</a:t>
            </a:r>
            <a:r>
              <a:rPr lang="en-US">
                <a:ea typeface="SimSun" pitchFamily="2" charset="-122"/>
              </a:rPr>
              <a:t>E2PROM</a:t>
            </a:r>
            <a:r>
              <a:rPr lang="zh-CN">
                <a:ea typeface="SimSun" pitchFamily="2" charset="-122"/>
              </a:rPr>
              <a:t>类似，利用捕获电子存储信息</a:t>
            </a:r>
            <a:endParaRPr lang="en-US"/>
          </a:p>
          <a:p>
            <a:pPr marL="742950" lvl="1" indent="-285750">
              <a:spcBef>
                <a:spcPct val="20000"/>
              </a:spcBef>
              <a:buSzPct val="100000"/>
              <a:buChar char="–"/>
            </a:pPr>
            <a:r>
              <a:rPr lang="zh-CN">
                <a:ea typeface="SimSun" pitchFamily="2" charset="-122"/>
              </a:rPr>
              <a:t>闪存的基本存储单元由</a:t>
            </a:r>
            <a:r>
              <a:rPr lang="en-US">
                <a:ea typeface="SimSun" pitchFamily="2" charset="-122"/>
              </a:rPr>
              <a:t>P</a:t>
            </a:r>
            <a:r>
              <a:rPr lang="zh-CN">
                <a:ea typeface="SimSun" pitchFamily="2" charset="-122"/>
              </a:rPr>
              <a:t>型基片、源极、漏极、控制栅和浮置栅等构成</a:t>
            </a:r>
            <a:endParaRPr/>
          </a:p>
          <a:p>
            <a:pPr marL="1143000" lvl="2" indent="-228600">
              <a:spcBef>
                <a:spcPct val="20000"/>
              </a:spcBef>
              <a:buSzPct val="100000"/>
              <a:buChar char="•"/>
            </a:pPr>
            <a:endParaRPr/>
          </a:p>
        </p:txBody>
      </p:sp>
      <p:sp>
        <p:nvSpPr>
          <p:cNvPr id="39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391" name="图片 4"/>
          <p:cNvPicPr>
            <a:picLocks noGrp="true" noChangeAspect="true"/>
          </p:cNvPicPr>
          <p:nvPr/>
        </p:nvPicPr>
        <p:blipFill>
          <a:blip r:embed="rId1"/>
          <a:srcRect/>
          <a:stretch>
            <a:fillRect/>
          </a:stretch>
        </p:blipFill>
        <p:spPr>
          <a:xfrm>
            <a:off x="2484437" y="4097337"/>
            <a:ext cx="3743325" cy="1779587"/>
          </a:xfrm>
          <a:prstGeom prst="rect">
            <a:avLst/>
          </a:prstGeom>
          <a:noFill/>
        </p:spPr>
      </p:pic>
    </p:spTree>
  </p:cSld>
  <p:clrMapOvr>
    <a:masterClrMapping/>
  </p:clrMapOvr>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392" name=""/>
        <p:cNvGrpSpPr/>
        <p:nvPr/>
      </p:nvGrpSpPr>
      <p:grpSpPr>
        <a:xfrm>
          <a:off x="0" y="0"/>
          <a:ext cx="0" cy="0"/>
          <a:chOff x="0" y="0"/>
          <a:chExt cx="0" cy="0"/>
        </a:xfrm>
      </p:grpSpPr>
      <p:sp>
        <p:nvSpPr>
          <p:cNvPr id="393"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394"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闪存操作接口</a:t>
            </a:r>
            <a:endParaRPr lang="en-US"/>
          </a:p>
          <a:p>
            <a:pPr marL="742950" lvl="1" indent="-285750">
              <a:spcBef>
                <a:spcPct val="20000"/>
              </a:spcBef>
              <a:buSzPct val="100000"/>
              <a:buChar char="–"/>
            </a:pPr>
            <a:r>
              <a:rPr lang="zh-CN">
                <a:ea typeface="SimSun" pitchFamily="2" charset="-122"/>
              </a:rPr>
              <a:t>读、写、擦除</a:t>
            </a:r>
            <a:endParaRPr lang="en-US"/>
          </a:p>
          <a:p>
            <a:pPr marL="742950" lvl="1" indent="-285750">
              <a:spcBef>
                <a:spcPct val="20000"/>
              </a:spcBef>
              <a:buSzPct val="100000"/>
              <a:buChar char="–"/>
            </a:pPr>
            <a:r>
              <a:rPr lang="zh-CN">
                <a:ea typeface="SimSun" pitchFamily="2" charset="-122"/>
              </a:rPr>
              <a:t>耐久性问题：由于氧化层很薄，允许擦除的次数存在上限。</a:t>
            </a:r>
            <a:endParaRPr/>
          </a:p>
          <a:p>
            <a:pPr marL="342900" lvl="0" indent="-342900">
              <a:spcBef>
                <a:spcPct val="20000"/>
              </a:spcBef>
              <a:buSzPct val="100000"/>
              <a:buChar char="•"/>
            </a:pPr>
            <a:endParaRPr/>
          </a:p>
        </p:txBody>
      </p:sp>
      <p:sp>
        <p:nvSpPr>
          <p:cNvPr id="395"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396" name="图片 4"/>
          <p:cNvPicPr>
            <a:picLocks noGrp="true" noChangeAspect="true"/>
          </p:cNvPicPr>
          <p:nvPr/>
        </p:nvPicPr>
        <p:blipFill>
          <a:blip r:embed="rId1"/>
          <a:srcRect/>
          <a:stretch>
            <a:fillRect/>
          </a:stretch>
        </p:blipFill>
        <p:spPr>
          <a:xfrm>
            <a:off x="1225550" y="3276600"/>
            <a:ext cx="6724650" cy="1816100"/>
          </a:xfrm>
          <a:prstGeom prst="rect">
            <a:avLst/>
          </a:prstGeom>
          <a:noFill/>
        </p:spPr>
      </p:pic>
      <p:pic>
        <p:nvPicPr>
          <p:cNvPr id="397" name="图片 1"/>
          <p:cNvPicPr>
            <a:picLocks noGrp="true" noChangeAspect="true"/>
          </p:cNvPicPr>
          <p:nvPr/>
        </p:nvPicPr>
        <p:blipFill>
          <a:blip r:embed="rId2"/>
          <a:srcRect/>
          <a:stretch>
            <a:fillRect/>
          </a:stretch>
        </p:blipFill>
        <p:spPr>
          <a:xfrm>
            <a:off x="1414462" y="5113337"/>
            <a:ext cx="7119937" cy="1655762"/>
          </a:xfrm>
          <a:prstGeom prst="rect">
            <a:avLst/>
          </a:prstGeom>
          <a:noFill/>
        </p:spPr>
      </p:pic>
    </p:spTree>
  </p:cSld>
  <p:clrMapOvr>
    <a:masterClrMapping/>
  </p:clrMapOvr>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398" name=""/>
        <p:cNvGrpSpPr/>
        <p:nvPr/>
      </p:nvGrpSpPr>
      <p:grpSpPr>
        <a:xfrm>
          <a:off x="0" y="0"/>
          <a:ext cx="0" cy="0"/>
          <a:chOff x="0" y="0"/>
          <a:chExt cx="0" cy="0"/>
        </a:xfrm>
      </p:grpSpPr>
      <p:sp>
        <p:nvSpPr>
          <p:cNvPr id="39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00" name="内容占位符 2"/>
          <p:cNvSpPr>
            <a:spLocks noGrp="true" noChangeShapeType="true"/>
          </p:cNvSpPr>
          <p:nvPr>
            <p:ph type="obj"/>
          </p:nvPr>
        </p:nvSpPr>
        <p:spPr>
          <a:xfrm>
            <a:off x="457200" y="1600200"/>
            <a:ext cx="5257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Flash</a:t>
            </a:r>
            <a:r>
              <a:rPr lang="zh-CN">
                <a:ea typeface="SimSun" pitchFamily="2" charset="-122"/>
              </a:rPr>
              <a:t>的分类：</a:t>
            </a:r>
            <a:endParaRPr lang="en-US"/>
          </a:p>
          <a:p>
            <a:pPr marL="742950" lvl="1" indent="-285750">
              <a:spcBef>
                <a:spcPct val="20000"/>
              </a:spcBef>
              <a:buSzPct val="100000"/>
              <a:buChar char="–"/>
            </a:pPr>
            <a:r>
              <a:rPr lang="en-US">
                <a:ea typeface="SimSun" pitchFamily="2" charset="-122"/>
              </a:rPr>
              <a:t>NOR Flash</a:t>
            </a:r>
            <a:endParaRPr/>
          </a:p>
          <a:p>
            <a:pPr marL="1143000" lvl="2" indent="-228600">
              <a:spcBef>
                <a:spcPct val="20000"/>
              </a:spcBef>
              <a:buSzPct val="100000"/>
              <a:buChar char="•"/>
            </a:pPr>
            <a:r>
              <a:rPr lang="zh-CN">
                <a:ea typeface="SimSun" pitchFamily="2" charset="-122"/>
              </a:rPr>
              <a:t>以</a:t>
            </a:r>
            <a:r>
              <a:rPr lang="en-US">
                <a:ea typeface="SimSun" pitchFamily="2" charset="-122"/>
              </a:rPr>
              <a:t>bit</a:t>
            </a:r>
            <a:r>
              <a:rPr lang="zh-CN">
                <a:ea typeface="SimSun" pitchFamily="2" charset="-122"/>
              </a:rPr>
              <a:t>为基本访问单位；</a:t>
            </a:r>
            <a:endParaRPr lang="en-US"/>
          </a:p>
          <a:p>
            <a:pPr marL="1143000" lvl="2" indent="-228600">
              <a:spcBef>
                <a:spcPct val="20000"/>
              </a:spcBef>
              <a:buSzPct val="100000"/>
              <a:buChar char="•"/>
            </a:pPr>
            <a:r>
              <a:rPr lang="zh-CN">
                <a:ea typeface="SimSun" pitchFamily="2" charset="-122"/>
              </a:rPr>
              <a:t>读操作很快、写操作较慢、擦除操作很慢</a:t>
            </a:r>
            <a:endParaRPr lang="en-US"/>
          </a:p>
          <a:p>
            <a:pPr marL="742950" lvl="1" indent="-285750">
              <a:spcBef>
                <a:spcPct val="20000"/>
              </a:spcBef>
              <a:buSzPct val="100000"/>
              <a:buChar char="–"/>
            </a:pPr>
            <a:r>
              <a:rPr lang="en-US">
                <a:ea typeface="SimSun" pitchFamily="2" charset="-122"/>
              </a:rPr>
              <a:t>NAND Flash</a:t>
            </a:r>
            <a:endParaRPr/>
          </a:p>
          <a:p>
            <a:pPr marL="1143000" lvl="2" indent="-228600">
              <a:spcBef>
                <a:spcPct val="20000"/>
              </a:spcBef>
              <a:buSzPct val="100000"/>
              <a:buChar char="•"/>
            </a:pPr>
            <a:r>
              <a:rPr lang="en-US">
                <a:ea typeface="SimSun" pitchFamily="2" charset="-122"/>
              </a:rPr>
              <a:t>NAND Flash</a:t>
            </a:r>
            <a:r>
              <a:rPr lang="zh-CN">
                <a:ea typeface="SimSun" pitchFamily="2" charset="-122"/>
              </a:rPr>
              <a:t>是以页</a:t>
            </a:r>
            <a:r>
              <a:rPr lang="en-US">
                <a:ea typeface="SimSun" pitchFamily="2" charset="-122"/>
              </a:rPr>
              <a:t>(</a:t>
            </a:r>
            <a:r>
              <a:rPr lang="zh-CN">
                <a:ea typeface="SimSun" pitchFamily="2" charset="-122"/>
              </a:rPr>
              <a:t>若干</a:t>
            </a:r>
            <a:r>
              <a:rPr lang="en-US">
                <a:ea typeface="SimSun" pitchFamily="2" charset="-122"/>
              </a:rPr>
              <a:t>KB)</a:t>
            </a:r>
            <a:r>
              <a:rPr lang="zh-CN">
                <a:ea typeface="SimSun" pitchFamily="2" charset="-122"/>
              </a:rPr>
              <a:t>为单位进行读写操作，以块</a:t>
            </a:r>
            <a:r>
              <a:rPr lang="en-US">
                <a:ea typeface="SimSun" pitchFamily="2" charset="-122"/>
              </a:rPr>
              <a:t>(</a:t>
            </a:r>
            <a:r>
              <a:rPr lang="zh-CN">
                <a:ea typeface="SimSun" pitchFamily="2" charset="-122"/>
              </a:rPr>
              <a:t>几百</a:t>
            </a:r>
            <a:r>
              <a:rPr lang="en-US">
                <a:ea typeface="SimSun" pitchFamily="2" charset="-122"/>
              </a:rPr>
              <a:t>KB</a:t>
            </a:r>
            <a:r>
              <a:rPr lang="zh-CN">
                <a:ea typeface="SimSun" pitchFamily="2" charset="-122"/>
              </a:rPr>
              <a:t>或几</a:t>
            </a:r>
            <a:r>
              <a:rPr lang="en-US">
                <a:ea typeface="SimSun" pitchFamily="2" charset="-122"/>
              </a:rPr>
              <a:t>MB)</a:t>
            </a:r>
            <a:r>
              <a:rPr lang="zh-CN">
                <a:ea typeface="SimSun" pitchFamily="2" charset="-122"/>
              </a:rPr>
              <a:t>为单位进行擦除操；</a:t>
            </a:r>
            <a:endParaRPr lang="en-US"/>
          </a:p>
          <a:p>
            <a:pPr marL="1143000" lvl="2" indent="-228600">
              <a:spcBef>
                <a:spcPct val="20000"/>
              </a:spcBef>
              <a:buSzPct val="100000"/>
              <a:buChar char="•"/>
            </a:pPr>
            <a:r>
              <a:rPr lang="en-US">
                <a:ea typeface="SimSun" pitchFamily="2" charset="-122"/>
              </a:rPr>
              <a:t>NAND Flash</a:t>
            </a:r>
            <a:r>
              <a:rPr lang="zh-CN">
                <a:ea typeface="SimSun" pitchFamily="2" charset="-122"/>
              </a:rPr>
              <a:t>的读操作相对</a:t>
            </a:r>
            <a:r>
              <a:rPr lang="en-US">
                <a:ea typeface="SimSun" pitchFamily="2" charset="-122"/>
              </a:rPr>
              <a:t>NOR Flash</a:t>
            </a:r>
            <a:r>
              <a:rPr lang="zh-CN">
                <a:ea typeface="SimSun" pitchFamily="2" charset="-122"/>
              </a:rPr>
              <a:t>慢，但写和擦除操作比</a:t>
            </a:r>
            <a:r>
              <a:rPr lang="en-US">
                <a:ea typeface="SimSun" pitchFamily="2" charset="-122"/>
              </a:rPr>
              <a:t>NOR Flash</a:t>
            </a:r>
            <a:r>
              <a:rPr lang="zh-CN">
                <a:ea typeface="SimSun" pitchFamily="2" charset="-122"/>
              </a:rPr>
              <a:t>块</a:t>
            </a:r>
            <a:endParaRPr/>
          </a:p>
          <a:p>
            <a:pPr marL="742950" lvl="1" indent="-285750">
              <a:spcBef>
                <a:spcPct val="20000"/>
              </a:spcBef>
              <a:buSzPct val="100000"/>
              <a:buChar char="–"/>
            </a:pPr>
            <a:endParaRPr/>
          </a:p>
        </p:txBody>
      </p:sp>
      <p:sp>
        <p:nvSpPr>
          <p:cNvPr id="40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02" name="Picture 2"/>
          <p:cNvPicPr>
            <a:picLocks noGrp="true" noChangeAspect="true"/>
          </p:cNvPicPr>
          <p:nvPr/>
        </p:nvPicPr>
        <p:blipFill>
          <a:blip r:embed="rId1"/>
          <a:srcRect l="17608" t="0" r="0" b="0"/>
          <a:stretch>
            <a:fillRect/>
          </a:stretch>
        </p:blipFill>
        <p:spPr>
          <a:xfrm>
            <a:off x="5521325" y="2209800"/>
            <a:ext cx="3551237" cy="3457575"/>
          </a:xfrm>
          <a:prstGeom prst="rect">
            <a:avLst/>
          </a:prstGeom>
          <a:noFill/>
        </p:spPr>
      </p:pic>
    </p:spTree>
  </p:cSld>
  <p:clrMapOvr>
    <a:masterClrMapping/>
  </p:clrMapOvr>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403" name=""/>
        <p:cNvGrpSpPr/>
        <p:nvPr/>
      </p:nvGrpSpPr>
      <p:grpSpPr>
        <a:xfrm>
          <a:off x="0" y="0"/>
          <a:ext cx="0" cy="0"/>
          <a:chOff x="0" y="0"/>
          <a:chExt cx="0" cy="0"/>
        </a:xfrm>
      </p:grpSpPr>
      <p:sp>
        <p:nvSpPr>
          <p:cNvPr id="40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0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Flash</a:t>
            </a:r>
            <a:r>
              <a:rPr lang="zh-CN">
                <a:ea typeface="SimSun" pitchFamily="2" charset="-122"/>
              </a:rPr>
              <a:t>的分类：</a:t>
            </a:r>
            <a:endParaRPr lang="en-US"/>
          </a:p>
          <a:p>
            <a:pPr marL="742950" lvl="1" indent="-285750">
              <a:spcBef>
                <a:spcPct val="20000"/>
              </a:spcBef>
              <a:buSzPct val="100000"/>
              <a:buChar char="–"/>
            </a:pPr>
            <a:r>
              <a:rPr lang="zh-CN">
                <a:ea typeface="SimSun" pitchFamily="2" charset="-122"/>
              </a:rPr>
              <a:t>一个存储单元上存储多个二进制位</a:t>
            </a:r>
            <a:endParaRPr lang="en-US"/>
          </a:p>
          <a:p>
            <a:pPr marL="1143000" lvl="2" indent="-228600">
              <a:spcBef>
                <a:spcPct val="20000"/>
              </a:spcBef>
              <a:buSzPct val="100000"/>
              <a:buChar char="•"/>
            </a:pPr>
            <a:r>
              <a:rPr lang="en-US">
                <a:ea typeface="SimSun" pitchFamily="2" charset="-122"/>
              </a:rPr>
              <a:t>SLC</a:t>
            </a:r>
            <a:r>
              <a:rPr lang="zh-CN">
                <a:ea typeface="SimSun" pitchFamily="2" charset="-122"/>
              </a:rPr>
              <a:t>（</a:t>
            </a:r>
            <a:r>
              <a:rPr lang="en-US">
                <a:ea typeface="SimSun" pitchFamily="2" charset="-122"/>
              </a:rPr>
              <a:t>Single-Level Cell</a:t>
            </a:r>
            <a:r>
              <a:rPr lang="zh-CN">
                <a:ea typeface="SimSun" pitchFamily="2" charset="-122"/>
              </a:rPr>
              <a:t>）</a:t>
            </a:r>
            <a:endParaRPr lang="en-US"/>
          </a:p>
          <a:p>
            <a:pPr marL="1600200" lvl="3" indent="-228600">
              <a:spcBef>
                <a:spcPct val="20000"/>
              </a:spcBef>
              <a:buSzPct val="100000"/>
              <a:buChar char="–"/>
            </a:pPr>
            <a:r>
              <a:rPr lang="en-US">
                <a:ea typeface="SimSun" pitchFamily="2" charset="-122"/>
              </a:rPr>
              <a:t>SLC</a:t>
            </a:r>
            <a:r>
              <a:rPr lang="zh-CN">
                <a:ea typeface="SimSun" pitchFamily="2" charset="-122"/>
              </a:rPr>
              <a:t>的最大可擦除次数一般在</a:t>
            </a:r>
            <a:r>
              <a:rPr lang="en-US">
                <a:ea typeface="SimSun" pitchFamily="2" charset="-122"/>
              </a:rPr>
              <a:t>10</a:t>
            </a:r>
            <a:r>
              <a:rPr lang="zh-CN">
                <a:ea typeface="SimSun" pitchFamily="2" charset="-122"/>
              </a:rPr>
              <a:t>万次</a:t>
            </a:r>
            <a:endParaRPr lang="en-US"/>
          </a:p>
          <a:p>
            <a:pPr marL="1143000" lvl="2" indent="-228600">
              <a:spcBef>
                <a:spcPct val="20000"/>
              </a:spcBef>
              <a:buSzPct val="100000"/>
              <a:buChar char="•"/>
            </a:pPr>
            <a:r>
              <a:rPr lang="en-US">
                <a:ea typeface="SimSun" pitchFamily="2" charset="-122"/>
              </a:rPr>
              <a:t>MLC</a:t>
            </a:r>
            <a:r>
              <a:rPr lang="zh-CN">
                <a:ea typeface="SimSun" pitchFamily="2" charset="-122"/>
              </a:rPr>
              <a:t>（</a:t>
            </a:r>
            <a:r>
              <a:rPr lang="en-US">
                <a:ea typeface="SimSun" pitchFamily="2" charset="-122"/>
              </a:rPr>
              <a:t>Multi-Level Cell</a:t>
            </a:r>
            <a:r>
              <a:rPr lang="zh-CN">
                <a:ea typeface="SimSun" pitchFamily="2" charset="-122"/>
              </a:rPr>
              <a:t>）</a:t>
            </a:r>
            <a:endParaRPr lang="en-US"/>
          </a:p>
          <a:p>
            <a:pPr marL="1600200" lvl="3" indent="-228600">
              <a:spcBef>
                <a:spcPct val="20000"/>
              </a:spcBef>
              <a:buSzPct val="100000"/>
              <a:buChar char="–"/>
            </a:pPr>
            <a:r>
              <a:rPr lang="en-US">
                <a:ea typeface="SimSun" pitchFamily="2" charset="-122"/>
              </a:rPr>
              <a:t>MLC</a:t>
            </a:r>
            <a:r>
              <a:rPr lang="zh-CN">
                <a:ea typeface="SimSun" pitchFamily="2" charset="-122"/>
              </a:rPr>
              <a:t>在</a:t>
            </a:r>
            <a:r>
              <a:rPr lang="en-US">
                <a:ea typeface="SimSun" pitchFamily="2" charset="-122"/>
              </a:rPr>
              <a:t>5000~10000</a:t>
            </a:r>
            <a:r>
              <a:rPr lang="zh-CN">
                <a:ea typeface="SimSun" pitchFamily="2" charset="-122"/>
              </a:rPr>
              <a:t>次</a:t>
            </a:r>
            <a:endParaRPr lang="en-US"/>
          </a:p>
          <a:p>
            <a:pPr marL="1143000" lvl="2" indent="-228600">
              <a:spcBef>
                <a:spcPct val="20000"/>
              </a:spcBef>
              <a:buSzPct val="100000"/>
              <a:buChar char="•"/>
            </a:pPr>
            <a:r>
              <a:rPr lang="en-US">
                <a:ea typeface="SimSun" pitchFamily="2" charset="-122"/>
              </a:rPr>
              <a:t>TLC</a:t>
            </a:r>
            <a:r>
              <a:rPr lang="zh-CN">
                <a:ea typeface="SimSun" pitchFamily="2" charset="-122"/>
              </a:rPr>
              <a:t>（</a:t>
            </a:r>
            <a:r>
              <a:rPr lang="en-US">
                <a:ea typeface="SimSun" pitchFamily="2" charset="-122"/>
              </a:rPr>
              <a:t>Triple-Level Cell</a:t>
            </a:r>
            <a:r>
              <a:rPr lang="zh-CN">
                <a:ea typeface="SimSun" pitchFamily="2" charset="-122"/>
              </a:rPr>
              <a:t>）</a:t>
            </a:r>
            <a:endParaRPr lang="en-US"/>
          </a:p>
          <a:p>
            <a:pPr marL="1600200" lvl="3" indent="-228600">
              <a:spcBef>
                <a:spcPct val="20000"/>
              </a:spcBef>
              <a:buSzPct val="100000"/>
              <a:buChar char="–"/>
            </a:pPr>
            <a:r>
              <a:rPr lang="en-US">
                <a:ea typeface="SimSun" pitchFamily="2" charset="-122"/>
              </a:rPr>
              <a:t>TLC</a:t>
            </a:r>
            <a:r>
              <a:rPr lang="zh-CN">
                <a:ea typeface="SimSun" pitchFamily="2" charset="-122"/>
              </a:rPr>
              <a:t>一般在</a:t>
            </a:r>
            <a:r>
              <a:rPr lang="en-US">
                <a:ea typeface="SimSun" pitchFamily="2" charset="-122"/>
              </a:rPr>
              <a:t>1000</a:t>
            </a:r>
            <a:r>
              <a:rPr lang="zh-CN">
                <a:ea typeface="SimSun" pitchFamily="2" charset="-122"/>
              </a:rPr>
              <a:t>次以内</a:t>
            </a:r>
            <a:endParaRPr/>
          </a:p>
          <a:p>
            <a:pPr marL="342900" lvl="0" indent="-342900">
              <a:spcBef>
                <a:spcPct val="20000"/>
              </a:spcBef>
              <a:buSzPct val="100000"/>
              <a:buChar char="•"/>
            </a:pPr>
            <a:endParaRPr/>
          </a:p>
        </p:txBody>
      </p:sp>
      <p:sp>
        <p:nvSpPr>
          <p:cNvPr id="406"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07" name="图片 1"/>
          <p:cNvPicPr>
            <a:picLocks noGrp="true" noChangeAspect="true"/>
          </p:cNvPicPr>
          <p:nvPr/>
        </p:nvPicPr>
        <p:blipFill>
          <a:blip r:embed="rId1"/>
          <a:srcRect/>
          <a:stretch>
            <a:fillRect/>
          </a:stretch>
        </p:blipFill>
        <p:spPr>
          <a:xfrm>
            <a:off x="1524000" y="4859337"/>
            <a:ext cx="5491162" cy="1770062"/>
          </a:xfrm>
          <a:prstGeom prst="rect">
            <a:avLst/>
          </a:prstGeom>
          <a:noFill/>
        </p:spPr>
      </p:pic>
    </p:spTree>
  </p:cSld>
  <p:clrMapOvr>
    <a:masterClrMapping/>
  </p:clrMapOvr>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408" name=""/>
        <p:cNvGrpSpPr/>
        <p:nvPr/>
      </p:nvGrpSpPr>
      <p:grpSpPr>
        <a:xfrm>
          <a:off x="0" y="0"/>
          <a:ext cx="0" cy="0"/>
          <a:chOff x="0" y="0"/>
          <a:chExt cx="0" cy="0"/>
        </a:xfrm>
      </p:grpSpPr>
      <p:sp>
        <p:nvSpPr>
          <p:cNvPr id="40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10"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Flash</a:t>
            </a:r>
            <a:r>
              <a:rPr lang="zh-CN">
                <a:ea typeface="SimSun" pitchFamily="2" charset="-122"/>
              </a:rPr>
              <a:t>的内部结构</a:t>
            </a:r>
            <a:endParaRPr/>
          </a:p>
        </p:txBody>
      </p:sp>
      <p:sp>
        <p:nvSpPr>
          <p:cNvPr id="41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12" name="Picture 4"/>
          <p:cNvPicPr>
            <a:picLocks noGrp="true" noChangeAspect="true"/>
          </p:cNvPicPr>
          <p:nvPr/>
        </p:nvPicPr>
        <p:blipFill>
          <a:blip r:embed="rId1"/>
          <a:srcRect/>
          <a:stretch>
            <a:fillRect/>
          </a:stretch>
        </p:blipFill>
        <p:spPr>
          <a:xfrm>
            <a:off x="715962" y="2316162"/>
            <a:ext cx="3216275" cy="2520950"/>
          </a:xfrm>
          <a:prstGeom prst="rect">
            <a:avLst/>
          </a:prstGeom>
          <a:noFill/>
        </p:spPr>
      </p:pic>
      <p:pic>
        <p:nvPicPr>
          <p:cNvPr id="413" name="Picture 3"/>
          <p:cNvPicPr>
            <a:picLocks noGrp="true" noChangeAspect="true"/>
          </p:cNvPicPr>
          <p:nvPr/>
        </p:nvPicPr>
        <p:blipFill>
          <a:blip r:embed="rId2"/>
          <a:srcRect/>
          <a:stretch>
            <a:fillRect/>
          </a:stretch>
        </p:blipFill>
        <p:spPr>
          <a:xfrm>
            <a:off x="4191000" y="1600200"/>
            <a:ext cx="4824412" cy="4795837"/>
          </a:xfrm>
          <a:prstGeom prst="rect">
            <a:avLst/>
          </a:prstGeom>
          <a:noFill/>
        </p:spPr>
      </p:pic>
      <p:pic>
        <p:nvPicPr>
          <p:cNvPr id="414" name="图片 1"/>
          <p:cNvPicPr>
            <a:picLocks noGrp="true" noChangeAspect="true"/>
          </p:cNvPicPr>
          <p:nvPr/>
        </p:nvPicPr>
        <p:blipFill>
          <a:blip r:embed="rId3"/>
          <a:srcRect/>
          <a:stretch>
            <a:fillRect/>
          </a:stretch>
        </p:blipFill>
        <p:spPr>
          <a:xfrm>
            <a:off x="204787" y="5194300"/>
            <a:ext cx="4721225" cy="1054100"/>
          </a:xfrm>
          <a:prstGeom prst="rect">
            <a:avLst/>
          </a:prstGeom>
          <a:noFill/>
        </p:spPr>
      </p:pic>
    </p:spTree>
  </p:cSld>
  <p:clrMapOvr>
    <a:masterClrMapping/>
  </p:clrMapOv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415" name=""/>
        <p:cNvGrpSpPr/>
        <p:nvPr/>
      </p:nvGrpSpPr>
      <p:grpSpPr>
        <a:xfrm>
          <a:off x="0" y="0"/>
          <a:ext cx="0" cy="0"/>
          <a:chOff x="0" y="0"/>
          <a:chExt cx="0" cy="0"/>
        </a:xfrm>
      </p:grpSpPr>
      <p:sp>
        <p:nvSpPr>
          <p:cNvPr id="41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1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闪存的写放大现象</a:t>
            </a:r>
            <a:endParaRPr lang="en-US"/>
          </a:p>
          <a:p>
            <a:pPr marL="742950" lvl="1" indent="-285750">
              <a:spcBef>
                <a:spcPct val="20000"/>
              </a:spcBef>
              <a:buSzPct val="100000"/>
              <a:buChar char="–"/>
            </a:pPr>
            <a:r>
              <a:rPr lang="zh-CN">
                <a:ea typeface="SimSun" pitchFamily="2" charset="-122"/>
              </a:rPr>
              <a:t>根本原因是擦除块</a:t>
            </a:r>
            <a:r>
              <a:rPr lang="en-US">
                <a:ea typeface="SimSun" pitchFamily="2" charset="-122"/>
              </a:rPr>
              <a:t>&gt;</a:t>
            </a:r>
            <a:r>
              <a:rPr lang="zh-CN">
                <a:ea typeface="SimSun" pitchFamily="2" charset="-122"/>
              </a:rPr>
              <a:t>读写单元</a:t>
            </a:r>
            <a:endParaRPr lang="en-US"/>
          </a:p>
          <a:p>
            <a:pPr marL="742950" lvl="1" indent="-285750">
              <a:spcBef>
                <a:spcPct val="20000"/>
              </a:spcBef>
              <a:buSzPct val="100000"/>
              <a:buChar char="–"/>
            </a:pPr>
            <a:r>
              <a:rPr lang="zh-CN">
                <a:ea typeface="SimSun" pitchFamily="2" charset="-122"/>
              </a:rPr>
              <a:t>擦除块前，先要将其中有效数据搬移到其他未知，即产生了额外的写入量</a:t>
            </a:r>
            <a:endParaRPr/>
          </a:p>
          <a:p>
            <a:pPr marL="342900" lvl="0" indent="-342900">
              <a:spcBef>
                <a:spcPct val="20000"/>
              </a:spcBef>
              <a:buSzPct val="100000"/>
              <a:buChar char="•"/>
            </a:pPr>
            <a:endParaRPr/>
          </a:p>
        </p:txBody>
      </p:sp>
      <p:sp>
        <p:nvSpPr>
          <p:cNvPr id="41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19" name="对象 4"/>
          <p:cNvPicPr>
            <a:picLocks noGrp="true" noChangeAspect="true"/>
          </p:cNvPicPr>
          <p:nvPr/>
        </p:nvPicPr>
        <p:blipFill>
          <a:blip r:embed="rId1"/>
          <a:srcRect/>
          <a:stretch>
            <a:fillRect/>
          </a:stretch>
        </p:blipFill>
        <p:spPr>
          <a:xfrm>
            <a:off x="2411412" y="4005262"/>
            <a:ext cx="4873625" cy="2160587"/>
          </a:xfrm>
          <a:prstGeom prst="rect">
            <a:avLst/>
          </a:prstGeom>
          <a:noFill/>
        </p:spPr>
      </p:pic>
    </p:spTree>
  </p:cSld>
  <p:clrMapOvr>
    <a:masterClrMapping/>
  </p:clrMapOvr>
  <p:transition/>
</p:sld>
</file>

<file path=ppt/slides/slide25.xml><?xml version="1.0" encoding="utf-8"?>
<p:sld xmlns:a="http://schemas.openxmlformats.org/drawingml/2006/main" xmlns:p="http://schemas.openxmlformats.org/presentationml/2006/main">
  <p:cSld>
    <p:spTree>
      <p:nvGrpSpPr>
        <p:cNvPr id="420" name=""/>
        <p:cNvGrpSpPr/>
        <p:nvPr/>
      </p:nvGrpSpPr>
      <p:grpSpPr>
        <a:xfrm>
          <a:off x="0" y="0"/>
          <a:ext cx="0" cy="0"/>
          <a:chOff x="0" y="0"/>
          <a:chExt cx="0" cy="0"/>
        </a:xfrm>
      </p:grpSpPr>
      <p:sp>
        <p:nvSpPr>
          <p:cNvPr id="42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2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sz="2600" b="true" i="true" u="none">
                <a:latin typeface="Comic Sans MS"/>
                <a:ea typeface="SimSun"/>
              </a:rPr>
              <a:t>Flash</a:t>
            </a:r>
            <a:r>
              <a:rPr lang="zh-CN" sz="2600" b="true" i="true" u="none">
                <a:latin typeface="Comic Sans MS"/>
                <a:ea typeface="SimSun"/>
              </a:rPr>
              <a:t>的优点</a:t>
            </a:r>
            <a:endParaRPr lang="en-US"/>
          </a:p>
          <a:p>
            <a:pPr marL="742950" lvl="1" indent="-285750">
              <a:spcBef>
                <a:spcPct val="20000"/>
              </a:spcBef>
              <a:buSzPct val="100000"/>
              <a:buChar char="–"/>
            </a:pPr>
            <a:r>
              <a:rPr lang="zh-CN" sz="2200" b="true" i="false" u="none">
                <a:latin typeface="Comic Sans MS"/>
                <a:ea typeface="SimSun"/>
              </a:rPr>
              <a:t>高存储密</a:t>
            </a:r>
            <a:r>
              <a:rPr lang="en-US" sz="2200" b="true" i="false" u="none">
                <a:latin typeface="Comic Sans MS"/>
                <a:ea typeface="SimSun"/>
              </a:rPr>
              <a:t>(</a:t>
            </a:r>
            <a:r>
              <a:rPr lang="en-US" sz="2200">
                <a:latin typeface="Comic Sans MS"/>
                <a:ea typeface="SimSun"/>
              </a:rPr>
              <a:t>3D NAND)</a:t>
            </a:r>
            <a:endParaRPr/>
          </a:p>
          <a:p>
            <a:pPr marL="742950" lvl="1" indent="-285750">
              <a:spcBef>
                <a:spcPct val="20000"/>
              </a:spcBef>
              <a:buSzPct val="100000"/>
              <a:buChar char="–"/>
            </a:pPr>
            <a:r>
              <a:rPr lang="zh-CN" sz="2200" b="true" i="false" u="none">
                <a:latin typeface="Comic Sans MS"/>
                <a:ea typeface="SimSun"/>
              </a:rPr>
              <a:t>非易失性</a:t>
            </a:r>
            <a:r>
              <a:rPr lang="en-US" sz="2200" b="true" i="false" u="none">
                <a:latin typeface="Comic Sans MS"/>
                <a:ea typeface="SimSun"/>
              </a:rPr>
              <a:t>(Non-Volatile)</a:t>
            </a:r>
            <a:endParaRPr lang="en-US"/>
          </a:p>
          <a:p>
            <a:pPr marL="742950" lvl="1" indent="-285750">
              <a:spcBef>
                <a:spcPct val="20000"/>
              </a:spcBef>
              <a:buSzPct val="100000"/>
              <a:buChar char="–"/>
            </a:pPr>
            <a:r>
              <a:rPr lang="zh-CN" sz="2200" b="true" i="false" u="none">
                <a:latin typeface="Comic Sans MS"/>
                <a:ea typeface="SimSun"/>
              </a:rPr>
              <a:t>节能</a:t>
            </a:r>
            <a:endParaRPr lang="en-US"/>
          </a:p>
          <a:p>
            <a:pPr marL="742950" lvl="1" indent="-285750">
              <a:spcBef>
                <a:spcPct val="20000"/>
              </a:spcBef>
              <a:buSzPct val="100000"/>
              <a:buChar char="–"/>
            </a:pPr>
            <a:r>
              <a:rPr lang="zh-CN" sz="2200" b="true" i="false" u="none">
                <a:latin typeface="Comic Sans MS"/>
                <a:ea typeface="SimSun"/>
              </a:rPr>
              <a:t>高性能</a:t>
            </a:r>
            <a:endParaRPr lang="en-US"/>
          </a:p>
          <a:p>
            <a:pPr marL="742950" lvl="1" indent="-285750">
              <a:spcBef>
                <a:spcPct val="20000"/>
              </a:spcBef>
              <a:buSzPct val="100000"/>
              <a:buChar char="–"/>
            </a:pPr>
            <a:r>
              <a:rPr lang="zh-CN" sz="2200" b="true" i="false" u="none">
                <a:latin typeface="Comic Sans MS"/>
                <a:ea typeface="SimSun"/>
              </a:rPr>
              <a:t>高可靠性</a:t>
            </a:r>
            <a:r>
              <a:rPr lang="en-US" sz="2200">
                <a:latin typeface="Comic Sans MS"/>
                <a:ea typeface="SimSun"/>
              </a:rPr>
              <a:t>(</a:t>
            </a:r>
            <a:r>
              <a:rPr lang="zh-CN" sz="2200">
                <a:latin typeface="Comic Sans MS"/>
                <a:ea typeface="SimSun"/>
              </a:rPr>
              <a:t>闪存的</a:t>
            </a:r>
            <a:r>
              <a:rPr lang="en-US" sz="2200">
                <a:latin typeface="Comic Sans MS"/>
                <a:ea typeface="SimSun"/>
              </a:rPr>
              <a:t>MTTF</a:t>
            </a:r>
            <a:r>
              <a:rPr lang="zh-CN" sz="2200">
                <a:latin typeface="Comic Sans MS"/>
                <a:ea typeface="SimSun"/>
              </a:rPr>
              <a:t>更长；没有机械装置，不受震动等影响</a:t>
            </a:r>
            <a:r>
              <a:rPr lang="en-US" sz="2200">
                <a:latin typeface="Comic Sans MS"/>
                <a:ea typeface="SimSun"/>
              </a:rPr>
              <a:t>)</a:t>
            </a:r>
            <a:endParaRPr lang="en-US"/>
          </a:p>
          <a:p>
            <a:pPr marL="342900" lvl="0" indent="-342900">
              <a:spcBef>
                <a:spcPct val="20000"/>
              </a:spcBef>
              <a:buSzPct val="100000"/>
              <a:buChar char="•"/>
            </a:pPr>
            <a:r>
              <a:rPr lang="en-US" sz="2600" b="true" i="true" u="none">
                <a:latin typeface="Comic Sans MS"/>
                <a:ea typeface="SimSun"/>
              </a:rPr>
              <a:t>Flash</a:t>
            </a:r>
            <a:r>
              <a:rPr lang="zh-CN" sz="2600" b="true" i="true" u="none">
                <a:latin typeface="Comic Sans MS"/>
                <a:ea typeface="SimSun"/>
              </a:rPr>
              <a:t>的缺点</a:t>
            </a:r>
            <a:endParaRPr lang="en-US"/>
          </a:p>
          <a:p>
            <a:pPr marL="742950" lvl="1" indent="-285750">
              <a:spcBef>
                <a:spcPct val="20000"/>
              </a:spcBef>
              <a:buSzPct val="100000"/>
              <a:buChar char="–"/>
            </a:pPr>
            <a:r>
              <a:rPr lang="zh-CN" sz="2200" b="true" i="false" u="none">
                <a:latin typeface="Comic Sans MS"/>
                <a:ea typeface="SimSun"/>
              </a:rPr>
              <a:t>价格较高</a:t>
            </a:r>
            <a:endParaRPr lang="en-US"/>
          </a:p>
          <a:p>
            <a:pPr marL="742950" lvl="1" indent="-285750">
              <a:spcBef>
                <a:spcPct val="20000"/>
              </a:spcBef>
              <a:buSzPct val="100000"/>
              <a:buChar char="–"/>
            </a:pPr>
            <a:r>
              <a:rPr lang="zh-CN" sz="2200" b="true" i="false" u="none">
                <a:latin typeface="Comic Sans MS"/>
                <a:ea typeface="SimSun"/>
              </a:rPr>
              <a:t>读写不平衡</a:t>
            </a:r>
            <a:endParaRPr lang="en-US"/>
          </a:p>
          <a:p>
            <a:pPr marL="1143000" lvl="2" indent="-228600">
              <a:spcBef>
                <a:spcPct val="20000"/>
              </a:spcBef>
              <a:buSzPct val="100000"/>
              <a:buChar char="•"/>
            </a:pPr>
            <a:r>
              <a:rPr lang="zh-CN" sz="1800" b="true" i="false" u="none">
                <a:latin typeface="Comic Sans MS"/>
                <a:ea typeface="SimSun"/>
              </a:rPr>
              <a:t>写本身就比读慢，还有更慢的擦除</a:t>
            </a:r>
            <a:endParaRPr lang="en-US"/>
          </a:p>
          <a:p>
            <a:pPr marL="742950" lvl="1" indent="-285750">
              <a:spcBef>
                <a:spcPct val="20000"/>
              </a:spcBef>
              <a:buSzPct val="100000"/>
              <a:buChar char="–"/>
            </a:pPr>
            <a:r>
              <a:rPr lang="zh-CN" sz="2200" b="true" i="false" u="none">
                <a:latin typeface="Comic Sans MS"/>
                <a:ea typeface="SimSun"/>
              </a:rPr>
              <a:t>写入耐久性有限</a:t>
            </a:r>
            <a:endParaRPr lang="en-US"/>
          </a:p>
          <a:p>
            <a:pPr marL="742950" lvl="1" indent="-285750">
              <a:spcBef>
                <a:spcPct val="20000"/>
              </a:spcBef>
              <a:buSzPct val="100000"/>
              <a:buChar char="–"/>
            </a:pPr>
            <a:endParaRPr sz="2200"/>
          </a:p>
          <a:p>
            <a:pPr marL="342900" lvl="0" indent="-342900">
              <a:spcBef>
                <a:spcPct val="20000"/>
              </a:spcBef>
              <a:buSzPct val="100000"/>
              <a:buChar char="•"/>
            </a:pPr>
            <a:endParaRPr/>
          </a:p>
        </p:txBody>
      </p:sp>
      <p:sp>
        <p:nvSpPr>
          <p:cNvPr id="42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424" name=""/>
        <p:cNvGrpSpPr/>
        <p:nvPr/>
      </p:nvGrpSpPr>
      <p:grpSpPr>
        <a:xfrm>
          <a:off x="0" y="0"/>
          <a:ext cx="0" cy="0"/>
          <a:chOff x="0" y="0"/>
          <a:chExt cx="0" cy="0"/>
        </a:xfrm>
      </p:grpSpPr>
      <p:sp>
        <p:nvSpPr>
          <p:cNvPr id="42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2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固态硬盘的内部结构</a:t>
            </a:r>
            <a:endParaRPr lang="en-US"/>
          </a:p>
          <a:p>
            <a:pPr marL="742950" lvl="1" indent="-285750">
              <a:spcBef>
                <a:spcPct val="20000"/>
              </a:spcBef>
              <a:buSzPct val="100000"/>
              <a:buChar char="–"/>
            </a:pPr>
            <a:r>
              <a:rPr lang="zh-CN">
                <a:ea typeface="SimSun" pitchFamily="2" charset="-122"/>
              </a:rPr>
              <a:t>包括接口逻辑模块、处理器、内存、缓冲区管理、多路访问通道和很多闪存芯片</a:t>
            </a:r>
            <a:endParaRPr lang="en-US"/>
          </a:p>
          <a:p>
            <a:pPr marL="742950" lvl="1" indent="-285750">
              <a:spcBef>
                <a:spcPct val="20000"/>
              </a:spcBef>
              <a:buSzPct val="100000"/>
              <a:buChar char="–"/>
            </a:pPr>
            <a:r>
              <a:rPr lang="zh-CN">
                <a:ea typeface="SimSun" pitchFamily="2" charset="-122"/>
              </a:rPr>
              <a:t>直观的说，固态硬盘本身相当于一台微型的计算机</a:t>
            </a:r>
            <a:endParaRPr lang="en-US"/>
          </a:p>
          <a:p>
            <a:pPr marL="742950" lvl="1" indent="-285750">
              <a:spcBef>
                <a:spcPct val="20000"/>
              </a:spcBef>
              <a:buSzPct val="100000"/>
              <a:buChar char="–"/>
            </a:pPr>
            <a:endParaRPr/>
          </a:p>
          <a:p>
            <a:pPr marL="342900" lvl="0" indent="-342900">
              <a:spcBef>
                <a:spcPct val="20000"/>
              </a:spcBef>
              <a:buSzPct val="100000"/>
              <a:buChar char="•"/>
            </a:pPr>
            <a:endParaRPr/>
          </a:p>
        </p:txBody>
      </p:sp>
      <p:sp>
        <p:nvSpPr>
          <p:cNvPr id="42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28" name="图片 4"/>
          <p:cNvPicPr>
            <a:picLocks noGrp="true" noChangeAspect="true"/>
          </p:cNvPicPr>
          <p:nvPr/>
        </p:nvPicPr>
        <p:blipFill>
          <a:blip r:embed="rId1"/>
          <a:srcRect/>
          <a:stretch>
            <a:fillRect/>
          </a:stretch>
        </p:blipFill>
        <p:spPr>
          <a:xfrm>
            <a:off x="1677987" y="3403600"/>
            <a:ext cx="5903912" cy="2997200"/>
          </a:xfrm>
          <a:prstGeom prst="rect">
            <a:avLst/>
          </a:prstGeom>
          <a:noFill/>
        </p:spPr>
      </p:pic>
    </p:spTree>
  </p:cSld>
  <p:clrMapOvr>
    <a:masterClrMapping/>
  </p:clrMapOvr>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429" name=""/>
        <p:cNvGrpSpPr/>
        <p:nvPr/>
      </p:nvGrpSpPr>
      <p:grpSpPr>
        <a:xfrm>
          <a:off x="0" y="0"/>
          <a:ext cx="0" cy="0"/>
          <a:chOff x="0" y="0"/>
          <a:chExt cx="0" cy="0"/>
        </a:xfrm>
      </p:grpSpPr>
      <p:sp>
        <p:nvSpPr>
          <p:cNvPr id="43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3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FTL</a:t>
            </a:r>
            <a:r>
              <a:rPr lang="zh-CN">
                <a:ea typeface="SimSun" pitchFamily="2" charset="-122"/>
              </a:rPr>
              <a:t>（</a:t>
            </a:r>
            <a:r>
              <a:rPr lang="en-US">
                <a:ea typeface="SimSun" pitchFamily="2" charset="-122"/>
              </a:rPr>
              <a:t>Flash Translation Layer</a:t>
            </a:r>
            <a:r>
              <a:rPr lang="zh-CN">
                <a:ea typeface="SimSun" pitchFamily="2" charset="-122"/>
              </a:rPr>
              <a:t>）</a:t>
            </a:r>
            <a:endParaRPr lang="en-US"/>
          </a:p>
          <a:p>
            <a:pPr marL="742950" lvl="1" indent="-285750">
              <a:spcBef>
                <a:spcPct val="20000"/>
              </a:spcBef>
              <a:buSzPct val="100000"/>
              <a:buChar char="–"/>
            </a:pPr>
            <a:r>
              <a:rPr lang="zh-CN">
                <a:ea typeface="SimSun" pitchFamily="2" charset="-122"/>
              </a:rPr>
              <a:t>将</a:t>
            </a:r>
            <a:r>
              <a:rPr lang="en-US">
                <a:ea typeface="SimSun" pitchFamily="2" charset="-122"/>
              </a:rPr>
              <a:t>Flash Chip</a:t>
            </a:r>
            <a:r>
              <a:rPr lang="zh-CN">
                <a:ea typeface="SimSun" pitchFamily="2" charset="-122"/>
              </a:rPr>
              <a:t>封装成标准块设备（只有</a:t>
            </a:r>
            <a:r>
              <a:rPr lang="en-US">
                <a:ea typeface="SimSun" pitchFamily="2" charset="-122"/>
              </a:rPr>
              <a:t>Read, Write</a:t>
            </a:r>
            <a:r>
              <a:rPr lang="zh-CN">
                <a:ea typeface="SimSun" pitchFamily="2" charset="-122"/>
              </a:rPr>
              <a:t>两种操作）</a:t>
            </a:r>
            <a:endParaRPr lang="en-US"/>
          </a:p>
          <a:p>
            <a:pPr marL="742950" lvl="1" indent="-285750">
              <a:spcBef>
                <a:spcPct val="20000"/>
              </a:spcBef>
              <a:buSzPct val="100000"/>
              <a:buChar char="–"/>
            </a:pPr>
            <a:r>
              <a:rPr lang="zh-CN">
                <a:ea typeface="SimSun" pitchFamily="2" charset="-122"/>
              </a:rPr>
              <a:t>地址映射（</a:t>
            </a:r>
            <a:r>
              <a:rPr lang="en-US">
                <a:ea typeface="SimSun" pitchFamily="2" charset="-122"/>
              </a:rPr>
              <a:t>Mapping</a:t>
            </a:r>
            <a:r>
              <a:rPr lang="zh-CN">
                <a:ea typeface="SimSun" pitchFamily="2" charset="-122"/>
              </a:rPr>
              <a:t>）、垃圾回收（</a:t>
            </a:r>
            <a:r>
              <a:rPr lang="en-US">
                <a:ea typeface="SimSun" pitchFamily="2" charset="-122"/>
              </a:rPr>
              <a:t>Garbage Collection</a:t>
            </a:r>
            <a:r>
              <a:rPr lang="zh-CN">
                <a:ea typeface="SimSun" pitchFamily="2" charset="-122"/>
              </a:rPr>
              <a:t>）、磨损平衡（</a:t>
            </a:r>
            <a:r>
              <a:rPr lang="en-US">
                <a:ea typeface="SimSun" pitchFamily="2" charset="-122"/>
              </a:rPr>
              <a:t>Wear-Leveling</a:t>
            </a:r>
            <a:r>
              <a:rPr lang="zh-CN">
                <a:ea typeface="SimSun" pitchFamily="2" charset="-122"/>
              </a:rPr>
              <a:t>）</a:t>
            </a:r>
            <a:endParaRPr/>
          </a:p>
          <a:p>
            <a:pPr marL="342900" lvl="0" indent="-342900">
              <a:spcBef>
                <a:spcPct val="20000"/>
              </a:spcBef>
              <a:buSzPct val="100000"/>
              <a:buChar char="•"/>
            </a:pPr>
            <a:endParaRPr/>
          </a:p>
        </p:txBody>
      </p:sp>
      <p:sp>
        <p:nvSpPr>
          <p:cNvPr id="43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33" name="Picture 2"/>
          <p:cNvPicPr>
            <a:picLocks noGrp="true" noChangeAspect="true"/>
          </p:cNvPicPr>
          <p:nvPr/>
        </p:nvPicPr>
        <p:blipFill>
          <a:blip r:embed="rId1"/>
          <a:srcRect/>
          <a:stretch>
            <a:fillRect/>
          </a:stretch>
        </p:blipFill>
        <p:spPr>
          <a:xfrm rot="0" flipH="false" flipV="false">
            <a:off x="842963" y="3810000"/>
            <a:ext cx="6738937" cy="2668587"/>
          </a:xfrm>
          <a:prstGeom prst="rect">
            <a:avLst/>
          </a:prstGeom>
          <a:noFill/>
        </p:spPr>
      </p:pic>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434" name=""/>
        <p:cNvGrpSpPr/>
        <p:nvPr/>
      </p:nvGrpSpPr>
      <p:grpSpPr>
        <a:xfrm>
          <a:off x="0" y="0"/>
          <a:ext cx="0" cy="0"/>
          <a:chOff x="0" y="0"/>
          <a:chExt cx="0" cy="0"/>
        </a:xfrm>
      </p:grpSpPr>
      <p:sp>
        <p:nvSpPr>
          <p:cNvPr id="43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3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Mapping</a:t>
            </a:r>
            <a:endParaRPr/>
          </a:p>
          <a:p>
            <a:pPr marL="742950" lvl="1" indent="-285750">
              <a:spcBef>
                <a:spcPct val="20000"/>
              </a:spcBef>
              <a:buSzPct val="100000"/>
              <a:buChar char="–"/>
            </a:pPr>
            <a:r>
              <a:rPr lang="zh-CN">
                <a:latin typeface="Comic Sans MS"/>
                <a:ea typeface="SimSun"/>
              </a:rPr>
              <a:t>逻辑页</a:t>
            </a:r>
            <a:r>
              <a:rPr lang="en-US">
                <a:latin typeface="Comic Sans MS"/>
                <a:ea typeface="SimSun"/>
              </a:rPr>
              <a:t>-&gt;</a:t>
            </a:r>
            <a:r>
              <a:rPr lang="zh-CN">
                <a:latin typeface="Comic Sans MS"/>
                <a:ea typeface="SimSun"/>
              </a:rPr>
              <a:t>物理页的映射关系</a:t>
            </a:r>
            <a:endParaRPr lang="en-US"/>
          </a:p>
          <a:p>
            <a:pPr marL="742950" lvl="1" indent="-285750">
              <a:spcBef>
                <a:spcPct val="20000"/>
              </a:spcBef>
              <a:buSzPct val="100000"/>
              <a:buChar char="–"/>
            </a:pPr>
            <a:r>
              <a:rPr lang="en-US">
                <a:latin typeface="Comic Sans MS"/>
                <a:ea typeface="SimSun"/>
              </a:rPr>
              <a:t>In-memory</a:t>
            </a:r>
            <a:r>
              <a:rPr lang="zh-CN">
                <a:latin typeface="Comic Sans MS"/>
                <a:ea typeface="SimSun"/>
              </a:rPr>
              <a:t>，可以通过</a:t>
            </a:r>
            <a:r>
              <a:rPr lang="en-US">
                <a:latin typeface="Comic Sans MS"/>
                <a:ea typeface="SimSun"/>
              </a:rPr>
              <a:t>Flash</a:t>
            </a:r>
            <a:r>
              <a:rPr lang="zh-CN">
                <a:latin typeface="Comic Sans MS"/>
                <a:ea typeface="SimSun"/>
              </a:rPr>
              <a:t>上内容</a:t>
            </a:r>
            <a:r>
              <a:rPr lang="en-US">
                <a:latin typeface="Comic Sans MS"/>
                <a:ea typeface="SimSun"/>
              </a:rPr>
              <a:t>recovery</a:t>
            </a:r>
            <a:endParaRPr/>
          </a:p>
          <a:p>
            <a:pPr marL="742950" lvl="1" indent="-285750">
              <a:spcBef>
                <a:spcPct val="20000"/>
              </a:spcBef>
              <a:buSzPct val="100000"/>
              <a:buChar char="–"/>
            </a:pPr>
            <a:r>
              <a:rPr lang="zh-CN">
                <a:latin typeface="Comic Sans MS"/>
                <a:ea typeface="SimSun"/>
              </a:rPr>
              <a:t>最简单是</a:t>
            </a:r>
            <a:r>
              <a:rPr lang="en-US">
                <a:latin typeface="Comic Sans MS"/>
                <a:ea typeface="SimSun"/>
              </a:rPr>
              <a:t>page-level mapping</a:t>
            </a:r>
            <a:r>
              <a:rPr lang="zh-CN">
                <a:latin typeface="Comic Sans MS"/>
                <a:ea typeface="SimSun"/>
              </a:rPr>
              <a:t>，但占用内存空间较大</a:t>
            </a:r>
            <a:endParaRPr lang="en-US"/>
          </a:p>
        </p:txBody>
      </p:sp>
      <p:sp>
        <p:nvSpPr>
          <p:cNvPr id="43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38" name="图片 4"/>
          <p:cNvPicPr>
            <a:picLocks noGrp="true" noChangeAspect="true"/>
          </p:cNvPicPr>
          <p:nvPr/>
        </p:nvPicPr>
        <p:blipFill>
          <a:blip r:embed="rId1"/>
          <a:srcRect/>
          <a:stretch>
            <a:fillRect/>
          </a:stretch>
        </p:blipFill>
        <p:spPr>
          <a:xfrm>
            <a:off x="609600" y="4033837"/>
            <a:ext cx="8343900" cy="2135187"/>
          </a:xfrm>
          <a:prstGeom prst="rect">
            <a:avLst/>
          </a:prstGeom>
          <a:noFill/>
        </p:spPr>
      </p:pic>
    </p:spTree>
  </p:cSld>
  <p:clrMapOvr>
    <a:masterClrMapping/>
  </p:clrMapOvr>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444" name=""/>
        <p:cNvGrpSpPr/>
        <p:nvPr/>
      </p:nvGrpSpPr>
      <p:grpSpPr>
        <a:xfrm>
          <a:off x="0" y="0"/>
          <a:ext cx="0" cy="0"/>
          <a:chOff x="0" y="0"/>
          <a:chExt cx="0" cy="0"/>
        </a:xfrm>
      </p:grpSpPr>
      <p:sp>
        <p:nvSpPr>
          <p:cNvPr id="44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4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Block-level mapping</a:t>
            </a:r>
            <a:endParaRPr/>
          </a:p>
          <a:p>
            <a:pPr marL="742950" lvl="1" indent="-285750">
              <a:spcBef>
                <a:spcPct val="20000"/>
              </a:spcBef>
              <a:buSzPct val="100000"/>
              <a:buChar char="–"/>
            </a:pPr>
            <a:r>
              <a:rPr lang="zh-CN">
                <a:ea typeface="SimSun" pitchFamily="2" charset="-122"/>
              </a:rPr>
              <a:t>节省空间</a:t>
            </a:r>
            <a:endParaRPr lang="en-US"/>
          </a:p>
          <a:p>
            <a:pPr marL="742950" lvl="1" indent="-285750">
              <a:spcBef>
                <a:spcPct val="20000"/>
              </a:spcBef>
              <a:buSzPct val="100000"/>
              <a:buChar char="–"/>
            </a:pPr>
            <a:r>
              <a:rPr lang="zh-CN">
                <a:ea typeface="SimSun" pitchFamily="2" charset="-122"/>
              </a:rPr>
              <a:t>但是粒度粗，不太方便</a:t>
            </a:r>
            <a:endParaRPr lang="en-US"/>
          </a:p>
          <a:p>
            <a:pPr marL="1143000" lvl="2" indent="-228600">
              <a:spcBef>
                <a:spcPct val="20000"/>
              </a:spcBef>
              <a:buSzPct val="100000"/>
              <a:buChar char="•"/>
            </a:pPr>
            <a:r>
              <a:rPr lang="zh-CN">
                <a:ea typeface="SimSun" pitchFamily="2" charset="-122"/>
              </a:rPr>
              <a:t>例如只修改</a:t>
            </a:r>
            <a:r>
              <a:rPr lang="en-US">
                <a:ea typeface="SimSun" pitchFamily="2" charset="-122"/>
              </a:rPr>
              <a:t>c’</a:t>
            </a:r>
            <a:r>
              <a:rPr lang="zh-CN">
                <a:ea typeface="SimSun" pitchFamily="2" charset="-122"/>
              </a:rPr>
              <a:t>，也会导致整个</a:t>
            </a:r>
            <a:r>
              <a:rPr lang="en-US">
                <a:ea typeface="SimSun" pitchFamily="2" charset="-122"/>
              </a:rPr>
              <a:t>block</a:t>
            </a:r>
            <a:r>
              <a:rPr lang="zh-CN">
                <a:ea typeface="SimSun" pitchFamily="2" charset="-122"/>
              </a:rPr>
              <a:t>要搬移</a:t>
            </a:r>
            <a:endParaRPr/>
          </a:p>
        </p:txBody>
      </p:sp>
      <p:sp>
        <p:nvSpPr>
          <p:cNvPr id="44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48" name="图片 4"/>
          <p:cNvPicPr>
            <a:picLocks noGrp="true" noChangeAspect="true"/>
          </p:cNvPicPr>
          <p:nvPr/>
        </p:nvPicPr>
        <p:blipFill>
          <a:blip r:embed="rId1"/>
          <a:srcRect/>
          <a:stretch>
            <a:fillRect/>
          </a:stretch>
        </p:blipFill>
        <p:spPr>
          <a:xfrm rot="0" flipH="false" flipV="false">
            <a:off x="1295400" y="3346450"/>
            <a:ext cx="6515100" cy="1784350"/>
          </a:xfrm>
          <a:prstGeom prst="rect">
            <a:avLst/>
          </a:prstGeom>
          <a:noFill/>
        </p:spPr>
      </p:pic>
      <p:pic>
        <p:nvPicPr>
          <p:cNvPr id="449" name="图片 5"/>
          <p:cNvPicPr>
            <a:picLocks noGrp="true" noChangeAspect="true"/>
          </p:cNvPicPr>
          <p:nvPr/>
        </p:nvPicPr>
        <p:blipFill>
          <a:blip r:embed="rId2"/>
          <a:srcRect/>
          <a:stretch>
            <a:fillRect/>
          </a:stretch>
        </p:blipFill>
        <p:spPr>
          <a:xfrm>
            <a:off x="1320800" y="5059362"/>
            <a:ext cx="6616700" cy="1677987"/>
          </a:xfrm>
          <a:prstGeom prst="rect">
            <a:avLst/>
          </a:prstGeom>
          <a:noFill/>
        </p:spPr>
      </p:pic>
    </p:spTree>
  </p:cSld>
  <p:clrMapOvr>
    <a:masterClrMapping/>
  </p:clrMapOvr>
  <p:transition/>
</p:sld>
</file>

<file path=ppt/slides/slide30.xml><?xml version="1.0" encoding="utf-8"?>
<p:sld xmlns:a="http://schemas.openxmlformats.org/drawingml/2006/main" xmlns:p="http://schemas.openxmlformats.org/presentationml/2006/main">
  <p:cSld>
    <p:spTree>
      <p:nvGrpSpPr>
        <p:cNvPr id="450" name=""/>
        <p:cNvGrpSpPr/>
        <p:nvPr/>
      </p:nvGrpSpPr>
      <p:grpSpPr>
        <a:xfrm>
          <a:off x="0" y="0"/>
          <a:ext cx="0" cy="0"/>
          <a:chOff x="0" y="0"/>
          <a:chExt cx="0" cy="0"/>
        </a:xfrm>
      </p:grpSpPr>
      <p:sp>
        <p:nvSpPr>
          <p:cNvPr id="45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5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Hybrid Mapping </a:t>
            </a:r>
            <a:endParaRPr/>
          </a:p>
          <a:p>
            <a:pPr marL="742950" lvl="1" indent="-285750">
              <a:spcBef>
                <a:spcPct val="20000"/>
              </a:spcBef>
              <a:buSzPct val="100000"/>
              <a:buChar char="–"/>
            </a:pPr>
            <a:endParaRPr lang="zh-CN">
              <a:latin typeface="Comic Sans MS"/>
              <a:ea typeface="SimSun"/>
            </a:endParaRPr>
          </a:p>
          <a:p>
            <a:pPr marL="742950" lvl="1" indent="-285750">
              <a:spcBef>
                <a:spcPct val="20000"/>
              </a:spcBef>
              <a:buSzPct val="100000"/>
              <a:buChar char="–"/>
            </a:pPr>
            <a:endParaRPr lang="zh-CN">
              <a:latin typeface="Comic Sans MS"/>
              <a:ea typeface="SimSun"/>
            </a:endParaRPr>
          </a:p>
          <a:p>
            <a:pPr marL="742950" lvl="1" indent="-285750">
              <a:spcBef>
                <a:spcPct val="20000"/>
              </a:spcBef>
              <a:buSzPct val="100000"/>
              <a:buChar char="–"/>
            </a:pPr>
            <a:endParaRPr lang="zh-CN">
              <a:latin typeface="Comic Sans MS"/>
              <a:ea typeface="SimSun"/>
            </a:endParaRPr>
          </a:p>
          <a:p>
            <a:pPr marL="742950" lvl="1" indent="-285750">
              <a:spcBef>
                <a:spcPct val="20000"/>
              </a:spcBef>
              <a:buSzPct val="100000"/>
              <a:buChar char="–"/>
            </a:pPr>
            <a:r>
              <a:rPr lang="zh-CN">
                <a:latin typeface="Comic Sans MS"/>
                <a:ea typeface="SimSun"/>
              </a:rPr>
              <a:t>借鉴以上两者的优点，对多数</a:t>
            </a:r>
            <a:r>
              <a:rPr lang="en-US">
                <a:latin typeface="Comic Sans MS"/>
                <a:ea typeface="SimSun"/>
              </a:rPr>
              <a:t>block</a:t>
            </a:r>
            <a:r>
              <a:rPr lang="zh-CN">
                <a:latin typeface="Comic Sans MS"/>
                <a:ea typeface="SimSun"/>
              </a:rPr>
              <a:t>采用</a:t>
            </a:r>
            <a:r>
              <a:rPr lang="en-US">
                <a:latin typeface="Comic Sans MS"/>
                <a:ea typeface="SimSun"/>
              </a:rPr>
              <a:t>block-level mapping (data table)</a:t>
            </a:r>
            <a:r>
              <a:rPr lang="zh-CN">
                <a:latin typeface="Comic Sans MS"/>
                <a:ea typeface="SimSun"/>
              </a:rPr>
              <a:t>，对少数需要局部更新的</a:t>
            </a:r>
            <a:r>
              <a:rPr lang="en-US">
                <a:latin typeface="Comic Sans MS"/>
                <a:ea typeface="SimSun"/>
              </a:rPr>
              <a:t>block</a:t>
            </a:r>
            <a:r>
              <a:rPr lang="zh-CN">
                <a:latin typeface="Comic Sans MS"/>
                <a:ea typeface="SimSun"/>
              </a:rPr>
              <a:t>，创建</a:t>
            </a:r>
            <a:r>
              <a:rPr lang="en-US">
                <a:latin typeface="Comic Sans MS"/>
                <a:ea typeface="SimSun"/>
              </a:rPr>
              <a:t>log blocks</a:t>
            </a:r>
            <a:r>
              <a:rPr lang="zh-CN">
                <a:latin typeface="Comic Sans MS"/>
                <a:ea typeface="SimSun"/>
              </a:rPr>
              <a:t>并</a:t>
            </a:r>
            <a:r>
              <a:rPr lang="zh-CN">
                <a:latin typeface="Comic Sans MS"/>
                <a:ea typeface="SimSun"/>
              </a:rPr>
              <a:t>采用</a:t>
            </a:r>
            <a:r>
              <a:rPr lang="en-US">
                <a:latin typeface="Comic Sans MS"/>
                <a:ea typeface="SimSun"/>
              </a:rPr>
              <a:t>page-level mapping</a:t>
            </a:r>
            <a:r>
              <a:rPr lang="en-US">
                <a:latin typeface="Comic Sans MS"/>
                <a:ea typeface="SimSun"/>
              </a:rPr>
              <a:t> (log table)</a:t>
            </a:r>
            <a:endParaRPr/>
          </a:p>
          <a:p>
            <a:pPr marL="742950" lvl="1" indent="-285750">
              <a:spcBef>
                <a:spcPct val="20000"/>
              </a:spcBef>
              <a:buSzPct val="100000"/>
              <a:buChar char="–"/>
            </a:pPr>
            <a:r>
              <a:rPr lang="zh-CN">
                <a:latin typeface="Comic Sans MS"/>
                <a:ea typeface="SimSun"/>
              </a:rPr>
              <a:t>访问流程：</a:t>
            </a:r>
            <a:endParaRPr lang="en-US"/>
          </a:p>
          <a:p>
            <a:pPr marL="1143000" lvl="2" indent="-228600">
              <a:spcBef>
                <a:spcPct val="20000"/>
              </a:spcBef>
              <a:buSzPct val="100000"/>
              <a:buChar char="•"/>
            </a:pPr>
            <a:r>
              <a:rPr lang="zh-CN">
                <a:latin typeface="Comic Sans MS"/>
                <a:ea typeface="SimSun"/>
              </a:rPr>
              <a:t>先访问</a:t>
            </a:r>
            <a:r>
              <a:rPr lang="en-US">
                <a:latin typeface="Comic Sans MS"/>
                <a:ea typeface="SimSun"/>
              </a:rPr>
              <a:t>log table</a:t>
            </a:r>
            <a:r>
              <a:rPr lang="zh-CN">
                <a:latin typeface="Comic Sans MS"/>
                <a:ea typeface="SimSun"/>
              </a:rPr>
              <a:t>；</a:t>
            </a:r>
            <a:endParaRPr lang="en-US"/>
          </a:p>
          <a:p>
            <a:pPr marL="1143000" lvl="2" indent="-228600">
              <a:spcBef>
                <a:spcPct val="20000"/>
              </a:spcBef>
              <a:buSzPct val="100000"/>
              <a:buChar char="•"/>
            </a:pPr>
            <a:r>
              <a:rPr lang="zh-CN">
                <a:latin typeface="Comic Sans MS"/>
                <a:ea typeface="SimSun"/>
              </a:rPr>
              <a:t>不在其中的话，再找</a:t>
            </a:r>
            <a:r>
              <a:rPr lang="en-US">
                <a:latin typeface="Comic Sans MS"/>
                <a:ea typeface="SimSun"/>
              </a:rPr>
              <a:t>data table</a:t>
            </a:r>
            <a:endParaRPr/>
          </a:p>
          <a:p>
            <a:pPr marL="742950" lvl="1" indent="-285750">
              <a:spcBef>
                <a:spcPct val="20000"/>
              </a:spcBef>
              <a:buSzPct val="100000"/>
              <a:buChar char="–"/>
            </a:pPr>
            <a:endParaRPr/>
          </a:p>
        </p:txBody>
      </p:sp>
      <p:sp>
        <p:nvSpPr>
          <p:cNvPr id="45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454" name=""/>
          <p:cNvSpPr txBox="true"/>
          <p:nvPr/>
        </p:nvSpPr>
        <p:spPr>
          <a:xfrm rot="0" flipH="false" flipV="false">
            <a:off x="1156064" y="2351315"/>
            <a:ext cx="7854950" cy="825500"/>
          </a:xfrm>
          <a:prstGeom prst="rect">
            <a:avLst/>
          </a:prstGeom>
          <a:ln w="6350">
            <a:prstDash val="solid"/>
          </a:ln>
        </p:spPr>
        <p:txBody>
          <a:bodyPr wrap="square">
            <a:spAutoFit/>
          </a:bodyPr>
          <a:lstStyle/>
          <a:p>
            <a:pPr>
              <a:buNone/>
            </a:pPr>
            <a:r>
              <a:rPr lang="zh-CN" sz="2400">
                <a:solidFill>
                  <a:srgbClr val="ff0000">
                    <a:alpha val="100000"/>
                  </a:srgbClr>
                </a:solidFill>
              </a:rPr>
              <a:t>基于一个假设：</a:t>
            </a:r>
            <a:endParaRPr/>
          </a:p>
          <a:p>
            <a:pPr>
              <a:buNone/>
            </a:pPr>
            <a:r>
              <a:rPr lang="zh-CN" sz="2400">
                <a:solidFill>
                  <a:srgbClr val="ff0000">
                    <a:alpha val="100000"/>
                  </a:srgbClr>
                </a:solidFill>
              </a:rPr>
              <a:t>当前时刻只有少量的</a:t>
            </a:r>
            <a:r>
              <a:rPr lang="en-US" sz="2400">
                <a:solidFill>
                  <a:srgbClr val="ff0000">
                    <a:alpha val="100000"/>
                  </a:srgbClr>
                </a:solidFill>
              </a:rPr>
              <a:t>block</a:t>
            </a:r>
            <a:r>
              <a:rPr lang="zh-CN" sz="2400">
                <a:solidFill>
                  <a:srgbClr val="ff0000">
                    <a:alpha val="100000"/>
                  </a:srgbClr>
                </a:solidFill>
              </a:rPr>
              <a:t>需要进行局部的更新</a:t>
            </a:r>
            <a:endParaRPr/>
          </a:p>
        </p:txBody>
      </p:sp>
    </p:spTree>
  </p:cSld>
  <p:clrMapOvr>
    <a:masterClrMapping/>
  </p:clrMapOvr>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455" name=""/>
        <p:cNvGrpSpPr/>
        <p:nvPr/>
      </p:nvGrpSpPr>
      <p:grpSpPr>
        <a:xfrm>
          <a:off x="0" y="0"/>
          <a:ext cx="0" cy="0"/>
          <a:chOff x="0" y="0"/>
          <a:chExt cx="0" cy="0"/>
        </a:xfrm>
      </p:grpSpPr>
      <p:sp>
        <p:nvSpPr>
          <p:cNvPr id="45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5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Hybrid Mapping </a:t>
            </a:r>
            <a:endParaRPr/>
          </a:p>
          <a:p>
            <a:pPr marL="742950" lvl="1" indent="-285750">
              <a:spcBef>
                <a:spcPct val="20000"/>
              </a:spcBef>
              <a:buSzPct val="100000"/>
              <a:buChar char="–"/>
            </a:pPr>
            <a:r>
              <a:rPr lang="zh-CN">
                <a:latin typeface="Comic Sans MS"/>
                <a:ea typeface="SimSun"/>
              </a:rPr>
              <a:t>例如，初始状态</a:t>
            </a:r>
            <a:r>
              <a:rPr lang="en-US">
                <a:latin typeface="Comic Sans MS"/>
                <a:ea typeface="SimSun"/>
              </a:rPr>
              <a:t>a, b, c, d</a:t>
            </a:r>
            <a:r>
              <a:rPr lang="zh-CN">
                <a:latin typeface="Comic Sans MS"/>
                <a:ea typeface="SimSun"/>
              </a:rPr>
              <a:t>是一个</a:t>
            </a:r>
            <a:r>
              <a:rPr lang="en-US">
                <a:latin typeface="Comic Sans MS"/>
                <a:ea typeface="SimSun"/>
              </a:rPr>
              <a:t>block</a:t>
            </a:r>
            <a:r>
              <a:rPr lang="zh-CN">
                <a:latin typeface="Comic Sans MS"/>
                <a:ea typeface="SimSun"/>
              </a:rPr>
              <a:t>中的连续</a:t>
            </a:r>
            <a:r>
              <a:rPr lang="en-US">
                <a:latin typeface="Comic Sans MS"/>
                <a:ea typeface="SimSun"/>
              </a:rPr>
              <a:t>page</a:t>
            </a: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r>
              <a:rPr lang="zh-CN">
                <a:latin typeface="Comic Sans MS"/>
                <a:ea typeface="SimSun"/>
              </a:rPr>
              <a:t>对</a:t>
            </a:r>
            <a:r>
              <a:rPr lang="en-US">
                <a:latin typeface="Comic Sans MS"/>
                <a:ea typeface="SimSun"/>
              </a:rPr>
              <a:t>block 2</a:t>
            </a:r>
            <a:r>
              <a:rPr lang="zh-CN">
                <a:latin typeface="Comic Sans MS"/>
                <a:ea typeface="SimSun"/>
              </a:rPr>
              <a:t>的修改会写在一个新的</a:t>
            </a:r>
            <a:r>
              <a:rPr lang="en-US">
                <a:latin typeface="Comic Sans MS"/>
                <a:ea typeface="SimSun"/>
              </a:rPr>
              <a:t>log block</a:t>
            </a:r>
            <a:r>
              <a:rPr lang="zh-CN">
                <a:latin typeface="Comic Sans MS"/>
                <a:ea typeface="SimSun"/>
              </a:rPr>
              <a:t>中</a:t>
            </a:r>
            <a:endParaRPr/>
          </a:p>
        </p:txBody>
      </p:sp>
      <p:sp>
        <p:nvSpPr>
          <p:cNvPr id="45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59" name="图片 4"/>
          <p:cNvPicPr>
            <a:picLocks noGrp="true" noChangeAspect="true"/>
          </p:cNvPicPr>
          <p:nvPr/>
        </p:nvPicPr>
        <p:blipFill>
          <a:blip r:embed="rId1"/>
          <a:srcRect l="0" t="4447" r="0" b="0"/>
          <a:stretch>
            <a:fillRect/>
          </a:stretch>
        </p:blipFill>
        <p:spPr>
          <a:xfrm>
            <a:off x="1219200" y="2590800"/>
            <a:ext cx="6096000" cy="1608137"/>
          </a:xfrm>
          <a:prstGeom prst="rect">
            <a:avLst/>
          </a:prstGeom>
          <a:noFill/>
        </p:spPr>
      </p:pic>
      <p:pic>
        <p:nvPicPr>
          <p:cNvPr id="460" name="图片 5"/>
          <p:cNvPicPr>
            <a:picLocks noGrp="true" noChangeAspect="true"/>
          </p:cNvPicPr>
          <p:nvPr/>
        </p:nvPicPr>
        <p:blipFill>
          <a:blip r:embed="rId2"/>
          <a:srcRect/>
          <a:stretch>
            <a:fillRect/>
          </a:stretch>
        </p:blipFill>
        <p:spPr>
          <a:xfrm>
            <a:off x="1219200" y="4800600"/>
            <a:ext cx="6103937" cy="1830387"/>
          </a:xfrm>
          <a:prstGeom prst="rect">
            <a:avLst/>
          </a:prstGeom>
          <a:noFill/>
        </p:spPr>
      </p:pic>
    </p:spTree>
  </p:cSld>
  <p:clrMapOvr>
    <a:masterClrMapping/>
  </p:clrMapOvr>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461" name=""/>
        <p:cNvGrpSpPr/>
        <p:nvPr/>
      </p:nvGrpSpPr>
      <p:grpSpPr>
        <a:xfrm>
          <a:off x="0" y="0"/>
          <a:ext cx="0" cy="0"/>
          <a:chOff x="0" y="0"/>
          <a:chExt cx="0" cy="0"/>
        </a:xfrm>
      </p:grpSpPr>
      <p:sp>
        <p:nvSpPr>
          <p:cNvPr id="46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63" name="内容占位符 2"/>
          <p:cNvSpPr>
            <a:spLocks noGrp="true" noChangeShapeType="true"/>
          </p:cNvSpPr>
          <p:nvPr>
            <p:ph type="obj"/>
          </p:nvPr>
        </p:nvSpPr>
        <p:spPr>
          <a:xfrm>
            <a:off x="495300" y="1493837"/>
            <a:ext cx="82296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Hybrid Mapping </a:t>
            </a:r>
            <a:endParaRPr/>
          </a:p>
          <a:p>
            <a:pPr marL="742950" lvl="1" indent="-285750">
              <a:spcBef>
                <a:spcPct val="20000"/>
              </a:spcBef>
              <a:buSzPct val="100000"/>
              <a:buChar char="–"/>
            </a:pPr>
            <a:r>
              <a:rPr lang="zh-CN">
                <a:latin typeface="Comic Sans MS"/>
                <a:ea typeface="SimSun"/>
              </a:rPr>
              <a:t>为了减少内存开销，</a:t>
            </a:r>
            <a:r>
              <a:rPr lang="en-US">
                <a:latin typeface="Comic Sans MS"/>
                <a:ea typeface="SimSun"/>
              </a:rPr>
              <a:t>log table</a:t>
            </a:r>
            <a:r>
              <a:rPr lang="zh-CN">
                <a:latin typeface="Comic Sans MS"/>
                <a:ea typeface="SimSun"/>
              </a:rPr>
              <a:t>要尽量通过合并操作，转移到</a:t>
            </a:r>
            <a:r>
              <a:rPr lang="en-US">
                <a:latin typeface="Comic Sans MS"/>
                <a:ea typeface="SimSun"/>
              </a:rPr>
              <a:t>data table</a:t>
            </a:r>
            <a:r>
              <a:rPr lang="zh-CN">
                <a:latin typeface="Comic Sans MS"/>
                <a:ea typeface="SimSun"/>
              </a:rPr>
              <a:t>中</a:t>
            </a:r>
            <a:endParaRPr lang="en-US"/>
          </a:p>
          <a:p>
            <a:pPr marL="742950" lvl="1" indent="-285750">
              <a:spcBef>
                <a:spcPct val="20000"/>
              </a:spcBef>
              <a:buSzPct val="100000"/>
              <a:buChar char="–"/>
            </a:pPr>
            <a:r>
              <a:rPr lang="zh-CN">
                <a:latin typeface="Comic Sans MS"/>
                <a:ea typeface="SimSun"/>
              </a:rPr>
              <a:t>例如以上例子中，</a:t>
            </a:r>
            <a:r>
              <a:rPr lang="en-US">
                <a:latin typeface="Comic Sans MS"/>
                <a:ea typeface="SimSun"/>
              </a:rPr>
              <a:t>block 0</a:t>
            </a:r>
            <a:r>
              <a:rPr lang="zh-CN">
                <a:latin typeface="Comic Sans MS"/>
                <a:ea typeface="SimSun"/>
              </a:rPr>
              <a:t>中的新数据和</a:t>
            </a:r>
            <a:r>
              <a:rPr lang="en-US">
                <a:latin typeface="Comic Sans MS"/>
                <a:ea typeface="SimSun"/>
              </a:rPr>
              <a:t>block 2</a:t>
            </a:r>
            <a:r>
              <a:rPr lang="zh-CN">
                <a:latin typeface="Comic Sans MS"/>
                <a:ea typeface="SimSun"/>
              </a:rPr>
              <a:t>中的原始数据，定期会合并为一个新的</a:t>
            </a:r>
            <a:r>
              <a:rPr lang="en-US">
                <a:latin typeface="Comic Sans MS"/>
                <a:ea typeface="SimSun"/>
              </a:rPr>
              <a:t>block</a:t>
            </a:r>
            <a:r>
              <a:rPr lang="zh-CN">
                <a:latin typeface="Comic Sans MS"/>
                <a:ea typeface="SimSun"/>
              </a:rPr>
              <a:t>，然后只需要</a:t>
            </a:r>
            <a:r>
              <a:rPr lang="en-US">
                <a:latin typeface="Comic Sans MS"/>
                <a:ea typeface="SimSun"/>
              </a:rPr>
              <a:t>block-level mapping</a:t>
            </a:r>
            <a:endParaRPr/>
          </a:p>
          <a:p>
            <a:pPr marL="742950" lvl="1" indent="-285750">
              <a:spcBef>
                <a:spcPct val="20000"/>
              </a:spcBef>
              <a:buSzPct val="100000"/>
              <a:buChar char="–"/>
            </a:pPr>
            <a:r>
              <a:rPr lang="zh-CN">
                <a:latin typeface="Comic Sans MS"/>
                <a:ea typeface="SimSun"/>
              </a:rPr>
              <a:t>这个例子很幸运，只需要切换</a:t>
            </a:r>
            <a:r>
              <a:rPr lang="en-US">
                <a:latin typeface="Comic Sans MS"/>
                <a:ea typeface="SimSun"/>
              </a:rPr>
              <a:t>block</a:t>
            </a:r>
            <a:r>
              <a:rPr lang="zh-CN">
                <a:latin typeface="Comic Sans MS"/>
                <a:ea typeface="SimSun"/>
              </a:rPr>
              <a:t>，因此叫</a:t>
            </a:r>
            <a:r>
              <a:rPr lang="en-US">
                <a:solidFill>
                  <a:srgbClr val="FF0000">
                    <a:alpha val="100000"/>
                  </a:srgbClr>
                </a:solidFill>
                <a:latin typeface="Comic Sans MS"/>
                <a:ea typeface="SimSun"/>
              </a:rPr>
              <a:t>switch</a:t>
            </a:r>
            <a:r>
              <a:rPr lang="en-US">
                <a:latin typeface="Comic Sans MS"/>
                <a:ea typeface="SimSun"/>
              </a:rPr>
              <a:t> </a:t>
            </a:r>
            <a:r>
              <a:rPr lang="en-US">
                <a:solidFill>
                  <a:srgbClr val="FF0000">
                    <a:alpha val="100000"/>
                  </a:srgbClr>
                </a:solidFill>
                <a:latin typeface="Comic Sans MS"/>
                <a:ea typeface="SimSun"/>
              </a:rPr>
              <a:t>merge</a:t>
            </a:r>
            <a:r>
              <a:rPr lang="en-US">
                <a:latin typeface="Comic Sans MS"/>
                <a:ea typeface="SimSun"/>
              </a:rPr>
              <a:t>;</a:t>
            </a:r>
            <a:r>
              <a:rPr lang="zh-CN">
                <a:latin typeface="Comic Sans MS"/>
                <a:ea typeface="SimSun"/>
              </a:rPr>
              <a:t> </a:t>
            </a:r>
            <a:r>
              <a:rPr lang="zh-CN">
                <a:latin typeface="Comic Sans MS"/>
                <a:ea typeface="SimSun"/>
              </a:rPr>
              <a:t>开销是擦除一个</a:t>
            </a:r>
            <a:r>
              <a:rPr lang="en-US">
                <a:latin typeface="Comic Sans MS"/>
                <a:ea typeface="SimSun"/>
              </a:rPr>
              <a:t>block</a:t>
            </a:r>
            <a:endParaRPr/>
          </a:p>
        </p:txBody>
      </p:sp>
      <p:sp>
        <p:nvSpPr>
          <p:cNvPr id="46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65" name="图片 4"/>
          <p:cNvPicPr>
            <a:picLocks noGrp="true" noChangeAspect="true"/>
          </p:cNvPicPr>
          <p:nvPr/>
        </p:nvPicPr>
        <p:blipFill>
          <a:blip r:embed="rId1"/>
          <a:srcRect/>
          <a:stretch>
            <a:fillRect/>
          </a:stretch>
        </p:blipFill>
        <p:spPr>
          <a:xfrm>
            <a:off x="1371600" y="4800600"/>
            <a:ext cx="6629400" cy="1922462"/>
          </a:xfrm>
          <a:prstGeom prst="rect">
            <a:avLst/>
          </a:prstGeom>
          <a:noFill/>
        </p:spPr>
      </p:pic>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466" name=""/>
        <p:cNvGrpSpPr/>
        <p:nvPr/>
      </p:nvGrpSpPr>
      <p:grpSpPr>
        <a:xfrm>
          <a:off x="0" y="0"/>
          <a:ext cx="0" cy="0"/>
          <a:chOff x="0" y="0"/>
          <a:chExt cx="0" cy="0"/>
        </a:xfrm>
      </p:grpSpPr>
      <p:sp>
        <p:nvSpPr>
          <p:cNvPr id="467"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468"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Hybrid Mapping </a:t>
            </a:r>
            <a:endParaRPr/>
          </a:p>
          <a:p>
            <a:pPr marL="742950" lvl="1" indent="-285750">
              <a:spcBef>
                <a:spcPct val="20000"/>
              </a:spcBef>
              <a:buSzPct val="100000"/>
              <a:buChar char="–"/>
            </a:pPr>
            <a:r>
              <a:rPr lang="en-US">
                <a:solidFill>
                  <a:srgbClr val="FF0000">
                    <a:alpha val="100000"/>
                  </a:srgbClr>
                </a:solidFill>
                <a:latin typeface="Comic Sans MS"/>
                <a:ea typeface="SimSun"/>
              </a:rPr>
              <a:t>Partial merge</a:t>
            </a:r>
            <a:r>
              <a:rPr lang="en-US">
                <a:latin typeface="Comic Sans MS"/>
                <a:ea typeface="SimSun"/>
              </a:rPr>
              <a:t>: </a:t>
            </a:r>
            <a:r>
              <a:rPr lang="zh-CN">
                <a:latin typeface="Comic Sans MS"/>
                <a:ea typeface="SimSun"/>
              </a:rPr>
              <a:t>把旧块中未修改的数据拷贝到新块中即可；开销是搬移</a:t>
            </a:r>
            <a:r>
              <a:rPr lang="en-US">
                <a:latin typeface="Comic Sans MS"/>
                <a:ea typeface="SimSun"/>
              </a:rPr>
              <a:t>pages</a:t>
            </a:r>
            <a:r>
              <a:rPr lang="zh-CN">
                <a:latin typeface="Comic Sans MS"/>
                <a:ea typeface="SimSun"/>
              </a:rPr>
              <a:t> </a:t>
            </a:r>
            <a:r>
              <a:rPr lang="en-US">
                <a:latin typeface="Comic Sans MS"/>
                <a:ea typeface="SimSun"/>
              </a:rPr>
              <a:t>+</a:t>
            </a:r>
            <a:r>
              <a:rPr lang="zh-CN">
                <a:latin typeface="Comic Sans MS"/>
                <a:ea typeface="SimSun"/>
              </a:rPr>
              <a:t> </a:t>
            </a:r>
            <a:r>
              <a:rPr lang="zh-CN">
                <a:latin typeface="Comic Sans MS"/>
                <a:ea typeface="SimSun"/>
              </a:rPr>
              <a:t>擦除一个</a:t>
            </a:r>
            <a:r>
              <a:rPr lang="en-US">
                <a:latin typeface="Comic Sans MS"/>
                <a:ea typeface="SimSun"/>
              </a:rPr>
              <a:t>block</a:t>
            </a: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r>
              <a:rPr lang="en-US">
                <a:solidFill>
                  <a:srgbClr val="FF0000">
                    <a:alpha val="100000"/>
                  </a:srgbClr>
                </a:solidFill>
                <a:latin typeface="Comic Sans MS"/>
                <a:ea typeface="SimSun"/>
              </a:rPr>
              <a:t>Full merge</a:t>
            </a:r>
            <a:r>
              <a:rPr lang="en-US">
                <a:latin typeface="Comic Sans MS"/>
                <a:ea typeface="SimSun"/>
              </a:rPr>
              <a:t>: </a:t>
            </a:r>
            <a:r>
              <a:rPr lang="zh-CN">
                <a:latin typeface="Comic Sans MS"/>
                <a:ea typeface="SimSun"/>
              </a:rPr>
              <a:t>其他情况；开销是搬移一个</a:t>
            </a:r>
            <a:r>
              <a:rPr lang="en-US">
                <a:latin typeface="Comic Sans MS"/>
                <a:ea typeface="SimSun"/>
              </a:rPr>
              <a:t>block</a:t>
            </a:r>
            <a:r>
              <a:rPr lang="zh-CN">
                <a:latin typeface="Comic Sans MS"/>
                <a:ea typeface="SimSun"/>
              </a:rPr>
              <a:t>的</a:t>
            </a:r>
            <a:r>
              <a:rPr lang="en-US">
                <a:latin typeface="Comic Sans MS"/>
                <a:ea typeface="SimSun"/>
              </a:rPr>
              <a:t>pages</a:t>
            </a:r>
            <a:r>
              <a:rPr lang="zh-CN">
                <a:latin typeface="Comic Sans MS"/>
                <a:ea typeface="SimSun"/>
              </a:rPr>
              <a:t>，擦除两个</a:t>
            </a:r>
            <a:r>
              <a:rPr lang="en-US">
                <a:latin typeface="Comic Sans MS"/>
                <a:ea typeface="SimSun"/>
              </a:rPr>
              <a:t>blocks</a:t>
            </a:r>
            <a:endParaRPr/>
          </a:p>
        </p:txBody>
      </p:sp>
      <p:sp>
        <p:nvSpPr>
          <p:cNvPr id="469"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70" name="图片 4"/>
          <p:cNvPicPr>
            <a:picLocks noGrp="true" noChangeAspect="true"/>
          </p:cNvPicPr>
          <p:nvPr/>
        </p:nvPicPr>
        <p:blipFill>
          <a:blip r:embed="rId1"/>
          <a:srcRect/>
          <a:stretch>
            <a:fillRect/>
          </a:stretch>
        </p:blipFill>
        <p:spPr>
          <a:xfrm>
            <a:off x="1219200" y="2971800"/>
            <a:ext cx="6553200" cy="1938337"/>
          </a:xfrm>
          <a:prstGeom prst="rect">
            <a:avLst/>
          </a:prstGeom>
          <a:noFill/>
        </p:spPr>
      </p:pic>
    </p:spTree>
  </p:cSld>
  <p:clrMapOvr>
    <a:masterClrMapping/>
  </p:clrMapOvr>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471" name=""/>
        <p:cNvGrpSpPr/>
        <p:nvPr/>
      </p:nvGrpSpPr>
      <p:grpSpPr>
        <a:xfrm>
          <a:off x="0" y="0"/>
          <a:ext cx="0" cy="0"/>
          <a:chOff x="0" y="0"/>
          <a:chExt cx="0" cy="0"/>
        </a:xfrm>
      </p:grpSpPr>
      <p:sp>
        <p:nvSpPr>
          <p:cNvPr id="47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课堂练习</a:t>
            </a:r>
            <a:endParaRPr/>
          </a:p>
        </p:txBody>
      </p:sp>
      <p:sp>
        <p:nvSpPr>
          <p:cNvPr id="47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sz="2000">
                <a:latin typeface="Times New Roman" pitchFamily="18"/>
                <a:ea typeface="SimSun" pitchFamily="2" charset="-122"/>
              </a:rPr>
              <a:t>SSD</a:t>
            </a:r>
            <a:r>
              <a:rPr lang="zh-CN" sz="2000">
                <a:latin typeface="Times New Roman" pitchFamily="18"/>
                <a:ea typeface="SimSun" pitchFamily="2" charset="-122"/>
              </a:rPr>
              <a:t>内部</a:t>
            </a:r>
            <a:r>
              <a:rPr lang="en-US" sz="2000">
                <a:latin typeface="Times New Roman" pitchFamily="18"/>
                <a:ea typeface="SimSun" pitchFamily="2" charset="-122"/>
              </a:rPr>
              <a:t>FTL</a:t>
            </a:r>
            <a:r>
              <a:rPr lang="zh-CN" sz="2000">
                <a:latin typeface="Times New Roman" pitchFamily="18"/>
                <a:ea typeface="SimSun" pitchFamily="2" charset="-122"/>
              </a:rPr>
              <a:t>算法采用</a:t>
            </a:r>
            <a:r>
              <a:rPr lang="en-US" sz="2000">
                <a:latin typeface="Times New Roman" pitchFamily="18"/>
                <a:ea typeface="SimSun" pitchFamily="2" charset="-122"/>
              </a:rPr>
              <a:t>hybrid mapping</a:t>
            </a:r>
            <a:r>
              <a:rPr lang="zh-CN" sz="2000">
                <a:latin typeface="Times New Roman" pitchFamily="18"/>
                <a:ea typeface="SimSun" pitchFamily="2" charset="-122"/>
              </a:rPr>
              <a:t>的方式进行虚拟地址到物理地址的映射，</a:t>
            </a:r>
            <a:r>
              <a:rPr lang="en-US" sz="2000">
                <a:latin typeface="Times New Roman" pitchFamily="18"/>
                <a:ea typeface="SimSun" pitchFamily="2" charset="-122"/>
              </a:rPr>
              <a:t>block table</a:t>
            </a:r>
            <a:r>
              <a:rPr lang="zh-CN" sz="2000">
                <a:latin typeface="Times New Roman" pitchFamily="18"/>
                <a:ea typeface="SimSun" pitchFamily="2" charset="-122"/>
              </a:rPr>
              <a:t>中记录逻辑</a:t>
            </a:r>
            <a:r>
              <a:rPr lang="en-US" sz="2000">
                <a:latin typeface="Times New Roman" pitchFamily="18"/>
                <a:ea typeface="SimSun" pitchFamily="2" charset="-122"/>
              </a:rPr>
              <a:t>block id</a:t>
            </a:r>
            <a:r>
              <a:rPr lang="zh-CN" sz="2000">
                <a:latin typeface="Times New Roman" pitchFamily="18"/>
                <a:ea typeface="SimSun" pitchFamily="2" charset="-122"/>
              </a:rPr>
              <a:t>与物理地址的映射关系，</a:t>
            </a:r>
            <a:r>
              <a:rPr lang="en-US" sz="2000">
                <a:latin typeface="Times New Roman" pitchFamily="18"/>
                <a:ea typeface="SimSun" pitchFamily="2" charset="-122"/>
              </a:rPr>
              <a:t>log table</a:t>
            </a:r>
            <a:r>
              <a:rPr lang="zh-CN" sz="2000">
                <a:latin typeface="Times New Roman" pitchFamily="18"/>
                <a:ea typeface="SimSun" pitchFamily="2" charset="-122"/>
              </a:rPr>
              <a:t>记录逻辑</a:t>
            </a:r>
            <a:r>
              <a:rPr lang="en-US" sz="2000">
                <a:latin typeface="Times New Roman" pitchFamily="18"/>
                <a:ea typeface="SimSun" pitchFamily="2" charset="-122"/>
              </a:rPr>
              <a:t>page id</a:t>
            </a:r>
            <a:r>
              <a:rPr lang="zh-CN" sz="2000">
                <a:latin typeface="Times New Roman" pitchFamily="18"/>
                <a:ea typeface="SimSun" pitchFamily="2" charset="-122"/>
              </a:rPr>
              <a:t>与物理地址的映射关系（</a:t>
            </a:r>
            <a:r>
              <a:rPr lang="en-US" sz="2000">
                <a:latin typeface="Times New Roman" pitchFamily="18"/>
                <a:ea typeface="SimSun" pitchFamily="2" charset="-122"/>
              </a:rPr>
              <a:t>page id = 4*block id</a:t>
            </a:r>
            <a:r>
              <a:rPr lang="zh-CN" sz="2000">
                <a:latin typeface="Times New Roman" pitchFamily="18"/>
                <a:ea typeface="SimSun" pitchFamily="2" charset="-122"/>
              </a:rPr>
              <a:t>）</a:t>
            </a:r>
            <a:r>
              <a:rPr lang="zh-CN" sz="2000">
                <a:latin typeface="Times New Roman" pitchFamily="18"/>
                <a:ea typeface="SimSun" pitchFamily="2" charset="-122"/>
              </a:rPr>
              <a:t>；</a:t>
            </a:r>
            <a:r>
              <a:rPr lang="zh-CN" sz="2000">
                <a:latin typeface="Times New Roman" pitchFamily="18"/>
                <a:ea typeface="SimSun" pitchFamily="2" charset="-122"/>
              </a:rPr>
              <a:t> </a:t>
            </a:r>
            <a:endParaRPr lang="en-US" sz="2000"/>
          </a:p>
          <a:p>
            <a:pPr marL="342900" lvl="0" indent="-342900">
              <a:spcBef>
                <a:spcPct val="20000"/>
              </a:spcBef>
              <a:buSzPct val="100000"/>
              <a:buChar char="•"/>
            </a:pPr>
            <a:r>
              <a:rPr lang="zh-CN" sz="2000">
                <a:latin typeface="Times New Roman" pitchFamily="18"/>
                <a:ea typeface="SimSun" pitchFamily="2" charset="-122"/>
              </a:rPr>
              <a:t>同时最多只能有</a:t>
            </a:r>
            <a:r>
              <a:rPr lang="en-US" sz="2000">
                <a:latin typeface="Times New Roman" pitchFamily="18"/>
                <a:ea typeface="SimSun" pitchFamily="2" charset="-122"/>
              </a:rPr>
              <a:t>1</a:t>
            </a:r>
            <a:r>
              <a:rPr lang="zh-CN" sz="2000">
                <a:latin typeface="Times New Roman" pitchFamily="18"/>
                <a:ea typeface="SimSun" pitchFamily="2" charset="-122"/>
              </a:rPr>
              <a:t>个</a:t>
            </a:r>
            <a:r>
              <a:rPr lang="en-US" sz="2000">
                <a:latin typeface="Times New Roman" pitchFamily="18"/>
                <a:ea typeface="SimSun" pitchFamily="2" charset="-122"/>
              </a:rPr>
              <a:t>log block</a:t>
            </a:r>
            <a:r>
              <a:rPr lang="zh-CN" sz="2000">
                <a:latin typeface="Times New Roman" pitchFamily="18"/>
                <a:ea typeface="SimSun" pitchFamily="2" charset="-122"/>
              </a:rPr>
              <a:t>存在</a:t>
            </a:r>
            <a:r>
              <a:rPr lang="zh-CN" sz="2000">
                <a:latin typeface="Times New Roman" pitchFamily="18"/>
                <a:ea typeface="SimSun" pitchFamily="2" charset="-122"/>
              </a:rPr>
              <a:t>，</a:t>
            </a:r>
            <a:r>
              <a:rPr lang="zh-CN" sz="2000">
                <a:latin typeface="Times New Roman" pitchFamily="18"/>
                <a:ea typeface="SimSun" pitchFamily="2" charset="-122"/>
              </a:rPr>
              <a:t>每个原始</a:t>
            </a:r>
            <a:r>
              <a:rPr lang="en-US" sz="2000">
                <a:latin typeface="Times New Roman" pitchFamily="18"/>
                <a:ea typeface="SimSun" pitchFamily="2" charset="-122"/>
              </a:rPr>
              <a:t>block</a:t>
            </a:r>
            <a:r>
              <a:rPr lang="zh-CN" sz="2000">
                <a:latin typeface="Times New Roman" pitchFamily="18"/>
                <a:ea typeface="SimSun" pitchFamily="2" charset="-122"/>
              </a:rPr>
              <a:t>对应一个</a:t>
            </a:r>
            <a:r>
              <a:rPr lang="en-US" sz="2000">
                <a:latin typeface="Times New Roman" pitchFamily="18"/>
                <a:ea typeface="SimSun" pitchFamily="2" charset="-122"/>
              </a:rPr>
              <a:t>log block</a:t>
            </a:r>
            <a:r>
              <a:rPr lang="zh-CN" sz="2000">
                <a:latin typeface="Times New Roman" pitchFamily="18"/>
                <a:ea typeface="SimSun" pitchFamily="2" charset="-122"/>
              </a:rPr>
              <a:t>（即一个</a:t>
            </a:r>
            <a:r>
              <a:rPr lang="en-US" sz="2000">
                <a:latin typeface="Times New Roman" pitchFamily="18"/>
                <a:ea typeface="SimSun" pitchFamily="2" charset="-122"/>
              </a:rPr>
              <a:t>log block</a:t>
            </a:r>
            <a:r>
              <a:rPr lang="zh-CN" sz="2000">
                <a:latin typeface="Times New Roman" pitchFamily="18"/>
                <a:ea typeface="SimSun" pitchFamily="2" charset="-122"/>
              </a:rPr>
              <a:t>中的数据不能来自于不同的原始</a:t>
            </a:r>
            <a:r>
              <a:rPr lang="en-US" sz="2000">
                <a:latin typeface="Times New Roman" pitchFamily="18"/>
                <a:ea typeface="SimSun" pitchFamily="2" charset="-122"/>
              </a:rPr>
              <a:t>block</a:t>
            </a:r>
            <a:r>
              <a:rPr lang="zh-CN" sz="2000">
                <a:latin typeface="Times New Roman" pitchFamily="18"/>
                <a:ea typeface="SimSun" pitchFamily="2" charset="-122"/>
              </a:rPr>
              <a:t>） </a:t>
            </a:r>
            <a:r>
              <a:rPr lang="zh-CN" sz="2000">
                <a:latin typeface="Times New Roman" pitchFamily="18"/>
                <a:ea typeface="SimSun" pitchFamily="2" charset="-122"/>
              </a:rPr>
              <a:t>，</a:t>
            </a:r>
            <a:r>
              <a:rPr lang="zh-CN" sz="2000">
                <a:latin typeface="Times New Roman" pitchFamily="18"/>
                <a:ea typeface="SimSun" pitchFamily="2" charset="-122"/>
              </a:rPr>
              <a:t>选择</a:t>
            </a:r>
            <a:r>
              <a:rPr lang="en-US" sz="2000">
                <a:latin typeface="Times New Roman" pitchFamily="18"/>
                <a:ea typeface="SimSun" pitchFamily="2" charset="-122"/>
              </a:rPr>
              <a:t>log block</a:t>
            </a:r>
            <a:r>
              <a:rPr lang="zh-CN" sz="2000">
                <a:latin typeface="Times New Roman" pitchFamily="18"/>
                <a:ea typeface="SimSun" pitchFamily="2" charset="-122"/>
              </a:rPr>
              <a:t>进行合并操作时优先选择代价小的进行，选择空白</a:t>
            </a:r>
            <a:r>
              <a:rPr lang="en-US" sz="2000">
                <a:latin typeface="Times New Roman" pitchFamily="18"/>
                <a:ea typeface="SimSun" pitchFamily="2" charset="-122"/>
              </a:rPr>
              <a:t>block</a:t>
            </a:r>
            <a:r>
              <a:rPr lang="zh-CN" sz="2000">
                <a:latin typeface="Times New Roman" pitchFamily="18"/>
                <a:ea typeface="SimSun" pitchFamily="2" charset="-122"/>
              </a:rPr>
              <a:t>写入时采用</a:t>
            </a:r>
            <a:r>
              <a:rPr lang="en-US" sz="2000">
                <a:latin typeface="Times New Roman" pitchFamily="18"/>
                <a:ea typeface="SimSun" pitchFamily="2" charset="-122"/>
              </a:rPr>
              <a:t>first-fit</a:t>
            </a:r>
            <a:r>
              <a:rPr lang="zh-CN" sz="2000">
                <a:latin typeface="Times New Roman" pitchFamily="18"/>
                <a:ea typeface="SimSun" pitchFamily="2" charset="-122"/>
              </a:rPr>
              <a:t>原则</a:t>
            </a:r>
            <a:r>
              <a:rPr lang="zh-CN" sz="2000">
                <a:latin typeface="Times New Roman" pitchFamily="18"/>
                <a:ea typeface="SimSun" pitchFamily="2" charset="-122"/>
              </a:rPr>
              <a:t>；</a:t>
            </a:r>
            <a:endParaRPr lang="en-US" sz="2000"/>
          </a:p>
          <a:p>
            <a:pPr marL="342900" lvl="0" indent="-342900">
              <a:spcBef>
                <a:spcPct val="20000"/>
              </a:spcBef>
              <a:buSzPct val="100000"/>
              <a:buChar char="•"/>
            </a:pPr>
            <a:r>
              <a:rPr lang="zh-CN" sz="2000">
                <a:latin typeface="Times New Roman" pitchFamily="18"/>
                <a:ea typeface="SimSun" pitchFamily="2" charset="-122"/>
              </a:rPr>
              <a:t>初始状态如下图所示，</a:t>
            </a:r>
            <a:r>
              <a:rPr lang="zh-CN" sz="2000">
                <a:latin typeface="Times New Roman" pitchFamily="18"/>
                <a:ea typeface="SimSun" pitchFamily="2" charset="-122"/>
              </a:rPr>
              <a:t>到达的请求序列为</a:t>
            </a:r>
            <a:r>
              <a:rPr lang="en-US" sz="2000">
                <a:latin typeface="Times New Roman" pitchFamily="18"/>
                <a:ea typeface="SimSun" pitchFamily="2" charset="-122"/>
              </a:rPr>
              <a:t>a, b, c, d, e, e, f, g,</a:t>
            </a:r>
            <a:r>
              <a:rPr lang="zh-CN" sz="2000">
                <a:latin typeface="Times New Roman" pitchFamily="18"/>
                <a:ea typeface="SimSun" pitchFamily="2" charset="-122"/>
              </a:rPr>
              <a:t> </a:t>
            </a:r>
            <a:r>
              <a:rPr lang="en-US" sz="2000">
                <a:latin typeface="Times New Roman" pitchFamily="18"/>
                <a:ea typeface="SimSun" pitchFamily="2" charset="-122"/>
              </a:rPr>
              <a:t>e, c</a:t>
            </a:r>
            <a:r>
              <a:rPr lang="zh-CN" sz="2000">
                <a:latin typeface="Times New Roman" pitchFamily="18"/>
                <a:ea typeface="SimSun" pitchFamily="2" charset="-122"/>
              </a:rPr>
              <a:t>，请画出序列结束后的状态，计算发生了几次</a:t>
            </a:r>
            <a:r>
              <a:rPr lang="en-US" sz="2000">
                <a:latin typeface="Times New Roman" pitchFamily="18"/>
                <a:ea typeface="SimSun" pitchFamily="2" charset="-122"/>
              </a:rPr>
              <a:t>merge</a:t>
            </a:r>
            <a:r>
              <a:rPr lang="zh-CN" sz="2000">
                <a:latin typeface="Times New Roman" pitchFamily="18"/>
                <a:ea typeface="SimSun" pitchFamily="2" charset="-122"/>
              </a:rPr>
              <a:t>，分别是什么类型？</a:t>
            </a:r>
            <a:endParaRPr/>
          </a:p>
        </p:txBody>
      </p:sp>
      <p:sp>
        <p:nvSpPr>
          <p:cNvPr id="474" name="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75" name="图片 4" descr="flash2"/>
          <p:cNvPicPr>
            <a:picLocks noGrp="true" noChangeAspect="true"/>
          </p:cNvPicPr>
          <p:nvPr/>
        </p:nvPicPr>
        <p:blipFill>
          <a:blip r:embed="rId1"/>
          <a:srcRect l="0" t="0" r="0" b="34201"/>
          <a:stretch>
            <a:fillRect/>
          </a:stretch>
        </p:blipFill>
        <p:spPr>
          <a:xfrm>
            <a:off x="2247900" y="4865687"/>
            <a:ext cx="4686300" cy="1371600"/>
          </a:xfrm>
          <a:prstGeom prst="rect">
            <a:avLst/>
          </a:prstGeom>
          <a:noFill/>
        </p:spPr>
      </p:pic>
      <p:sp>
        <p:nvSpPr>
          <p:cNvPr id="476" name="文本框 5"/>
          <p:cNvSpPr txBox="true">
            <a:spLocks noGrp="true" noChangeShapeType="true"/>
          </p:cNvSpPr>
          <p:nvPr/>
        </p:nvSpPr>
        <p:spPr>
          <a:xfrm>
            <a:off x="2400300" y="5703887"/>
            <a:ext cx="1160462" cy="338137"/>
          </a:xfrm>
          <a:prstGeom prst="rect">
            <a:avLst/>
          </a:prstGeom>
          <a:noFill/>
        </p:spPr>
        <p:txBody>
          <a:bodyPr lIns="91440" tIns="45720" rIns="91440" bIns="45720" anchor="t">
            <a:spAutoFit/>
          </a:bodyPr>
          <a:lstStyle/>
          <a:p>
            <a:pPr lvl="0"/>
            <a:r>
              <a:rPr lang="en-US"/>
              <a:t>a  b  c d</a:t>
            </a:r>
            <a:endParaRPr/>
          </a:p>
        </p:txBody>
      </p:sp>
      <p:sp>
        <p:nvSpPr>
          <p:cNvPr id="477" name="文本框 6"/>
          <p:cNvSpPr txBox="true">
            <a:spLocks noGrp="true" noChangeShapeType="true"/>
          </p:cNvSpPr>
          <p:nvPr/>
        </p:nvSpPr>
        <p:spPr>
          <a:xfrm>
            <a:off x="3524250" y="5686425"/>
            <a:ext cx="1209675" cy="336550"/>
          </a:xfrm>
          <a:prstGeom prst="rect">
            <a:avLst/>
          </a:prstGeom>
          <a:noFill/>
        </p:spPr>
        <p:txBody>
          <a:bodyPr lIns="91440" tIns="45720" rIns="91440" bIns="45720" anchor="t">
            <a:spAutoFit/>
          </a:bodyPr>
          <a:lstStyle/>
          <a:p>
            <a:pPr lvl="0"/>
            <a:r>
              <a:rPr lang="en-US"/>
              <a:t>e  f  g  h</a:t>
            </a:r>
            <a:endParaRPr/>
          </a:p>
        </p:txBody>
      </p:sp>
      <p:sp>
        <p:nvSpPr>
          <p:cNvPr id="478" name="文本框 7"/>
          <p:cNvSpPr txBox="true">
            <a:spLocks noGrp="true" noChangeShapeType="true"/>
          </p:cNvSpPr>
          <p:nvPr/>
        </p:nvSpPr>
        <p:spPr>
          <a:xfrm>
            <a:off x="2946400" y="5059362"/>
            <a:ext cx="2197100" cy="306387"/>
          </a:xfrm>
          <a:prstGeom prst="rect">
            <a:avLst/>
          </a:prstGeom>
          <a:noFill/>
        </p:spPr>
        <p:txBody>
          <a:bodyPr lIns="91440" tIns="45720" rIns="91440" bIns="45720" anchor="t">
            <a:spAutoFit/>
          </a:bodyPr>
          <a:lstStyle/>
          <a:p>
            <a:pPr lvl="0"/>
            <a:r>
              <a:rPr lang="en-US" sz="1400"/>
              <a:t>250-0, 251-4</a:t>
            </a:r>
            <a:endParaRPr/>
          </a:p>
        </p:txBody>
      </p:sp>
    </p:spTree>
  </p:cSld>
  <p:clrMapOvr>
    <a:masterClrMapping/>
  </p:clrMapOvr>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479" name=""/>
        <p:cNvGrpSpPr/>
        <p:nvPr/>
      </p:nvGrpSpPr>
      <p:grpSpPr>
        <a:xfrm>
          <a:off x="0" y="0"/>
          <a:ext cx="0" cy="0"/>
          <a:chOff x="0" y="0"/>
          <a:chExt cx="0" cy="0"/>
        </a:xfrm>
      </p:grpSpPr>
      <p:sp>
        <p:nvSpPr>
          <p:cNvPr id="48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练习答案（</a:t>
            </a:r>
            <a:r>
              <a:rPr lang="en-US">
                <a:ea typeface="SimSun" pitchFamily="2" charset="-122"/>
              </a:rPr>
              <a:t>1/3</a:t>
            </a:r>
            <a:r>
              <a:rPr lang="zh-CN">
                <a:ea typeface="SimSun" pitchFamily="2" charset="-122"/>
              </a:rPr>
              <a:t>）</a:t>
            </a:r>
            <a:endParaRPr/>
          </a:p>
        </p:txBody>
      </p:sp>
      <p:sp>
        <p:nvSpPr>
          <p:cNvPr id="48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sz="2000">
                <a:latin typeface="Times New Roman" pitchFamily="18"/>
                <a:ea typeface="SimSun" pitchFamily="2" charset="-122"/>
              </a:rPr>
              <a:t>初始状态如下图所示，</a:t>
            </a:r>
            <a:r>
              <a:rPr lang="zh-CN" sz="2000">
                <a:latin typeface="Times New Roman" pitchFamily="18"/>
                <a:ea typeface="SimSun" pitchFamily="2" charset="-122"/>
              </a:rPr>
              <a:t>到达的请求序列为</a:t>
            </a:r>
            <a:r>
              <a:rPr lang="en-US" sz="2000">
                <a:latin typeface="Times New Roman" pitchFamily="18"/>
                <a:ea typeface="SimSun" pitchFamily="2" charset="-122"/>
              </a:rPr>
              <a:t>a, b, c, d, e, e, f, g,</a:t>
            </a:r>
            <a:r>
              <a:rPr lang="zh-CN" sz="2000">
                <a:latin typeface="Times New Roman" pitchFamily="18"/>
                <a:ea typeface="SimSun" pitchFamily="2" charset="-122"/>
              </a:rPr>
              <a:t> </a:t>
            </a:r>
            <a:r>
              <a:rPr lang="en-US" sz="2000">
                <a:latin typeface="Times New Roman" pitchFamily="18"/>
                <a:ea typeface="SimSun" pitchFamily="2" charset="-122"/>
              </a:rPr>
              <a:t>e, c</a:t>
            </a:r>
            <a:r>
              <a:rPr lang="zh-CN" sz="2000">
                <a:latin typeface="Times New Roman" pitchFamily="18"/>
                <a:ea typeface="SimSun" pitchFamily="2" charset="-122"/>
              </a:rPr>
              <a:t>，请画出序列结束后的状态</a:t>
            </a:r>
            <a:endParaRPr/>
          </a:p>
        </p:txBody>
      </p:sp>
      <p:sp>
        <p:nvSpPr>
          <p:cNvPr id="482" name="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83" name="图片 4" descr="flash2"/>
          <p:cNvPicPr>
            <a:picLocks noGrp="true" noChangeAspect="true"/>
          </p:cNvPicPr>
          <p:nvPr/>
        </p:nvPicPr>
        <p:blipFill>
          <a:blip r:embed="rId1"/>
          <a:srcRect/>
          <a:stretch>
            <a:fillRect/>
          </a:stretch>
        </p:blipFill>
        <p:spPr>
          <a:xfrm>
            <a:off x="2628900" y="3962400"/>
            <a:ext cx="5257800" cy="2438400"/>
          </a:xfrm>
          <a:prstGeom prst="rect">
            <a:avLst/>
          </a:prstGeom>
          <a:noFill/>
        </p:spPr>
      </p:pic>
      <p:sp>
        <p:nvSpPr>
          <p:cNvPr id="484" name="文本框 6"/>
          <p:cNvSpPr txBox="true">
            <a:spLocks noGrp="true" noChangeShapeType="true"/>
          </p:cNvSpPr>
          <p:nvPr/>
        </p:nvSpPr>
        <p:spPr>
          <a:xfrm>
            <a:off x="5360987" y="4943475"/>
            <a:ext cx="1384300" cy="336550"/>
          </a:xfrm>
          <a:prstGeom prst="rect">
            <a:avLst/>
          </a:prstGeom>
          <a:noFill/>
        </p:spPr>
        <p:txBody>
          <a:bodyPr lIns="91440" tIns="45720" rIns="91440" bIns="45720" anchor="t">
            <a:spAutoFit/>
          </a:bodyPr>
          <a:lstStyle/>
          <a:p>
            <a:pPr lvl="0">
              <a:buNone/>
            </a:pPr>
            <a:r>
              <a:rPr lang="en-US"/>
              <a:t>a    b   c  d</a:t>
            </a:r>
            <a:endParaRPr/>
          </a:p>
        </p:txBody>
      </p:sp>
      <p:sp>
        <p:nvSpPr>
          <p:cNvPr id="485" name="文本框 7"/>
          <p:cNvSpPr txBox="true">
            <a:spLocks noGrp="true" noChangeShapeType="true"/>
          </p:cNvSpPr>
          <p:nvPr/>
        </p:nvSpPr>
        <p:spPr>
          <a:xfrm>
            <a:off x="3441700" y="4310062"/>
            <a:ext cx="2197100" cy="306387"/>
          </a:xfrm>
          <a:prstGeom prst="rect">
            <a:avLst/>
          </a:prstGeom>
          <a:noFill/>
        </p:spPr>
        <p:txBody>
          <a:bodyPr lIns="91440" tIns="45720" rIns="91440" bIns="45720" anchor="t">
            <a:spAutoFit/>
          </a:bodyPr>
          <a:lstStyle/>
          <a:p>
            <a:pPr lvl="0"/>
            <a:r>
              <a:rPr lang="en-US" sz="1400"/>
              <a:t>250-8, 251-4</a:t>
            </a:r>
            <a:endParaRPr/>
          </a:p>
        </p:txBody>
      </p:sp>
      <p:sp>
        <p:nvSpPr>
          <p:cNvPr id="486" name="文本框 8"/>
          <p:cNvSpPr txBox="true">
            <a:spLocks noGrp="true" noChangeShapeType="true"/>
          </p:cNvSpPr>
          <p:nvPr/>
        </p:nvSpPr>
        <p:spPr>
          <a:xfrm>
            <a:off x="4070350" y="4948237"/>
            <a:ext cx="1206500" cy="342900"/>
          </a:xfrm>
          <a:prstGeom prst="rect">
            <a:avLst/>
          </a:prstGeom>
          <a:noFill/>
        </p:spPr>
        <p:txBody>
          <a:bodyPr lIns="91440" tIns="45720" rIns="91440" bIns="45720" anchor="t">
            <a:spAutoFit/>
          </a:bodyPr>
          <a:lstStyle/>
          <a:p>
            <a:pPr lvl="0">
              <a:buNone/>
            </a:pPr>
            <a:r>
              <a:rPr lang="en-US"/>
              <a:t>e   f    g  h</a:t>
            </a:r>
            <a:endParaRPr/>
          </a:p>
        </p:txBody>
      </p:sp>
      <p:sp>
        <p:nvSpPr>
          <p:cNvPr id="487" name="文本框 10"/>
          <p:cNvSpPr txBox="true">
            <a:spLocks noGrp="true" noChangeShapeType="true"/>
          </p:cNvSpPr>
          <p:nvPr/>
        </p:nvSpPr>
        <p:spPr>
          <a:xfrm>
            <a:off x="1257300" y="3962400"/>
            <a:ext cx="1257300" cy="1570037"/>
          </a:xfrm>
          <a:prstGeom prst="rect">
            <a:avLst/>
          </a:prstGeom>
          <a:noFill/>
        </p:spPr>
        <p:txBody>
          <a:bodyPr lIns="91440" tIns="45720" rIns="91440" bIns="45720" anchor="t">
            <a:spAutoFit/>
          </a:bodyPr>
          <a:lstStyle/>
          <a:p>
            <a:pPr lvl="0"/>
            <a:r>
              <a:rPr lang="zh-CN">
                <a:latin typeface="Times New Roman" pitchFamily="18"/>
              </a:rPr>
              <a:t>第一个</a:t>
            </a:r>
            <a:r>
              <a:rPr lang="en-US">
                <a:latin typeface="Times New Roman" pitchFamily="18"/>
              </a:rPr>
              <a:t>e</a:t>
            </a:r>
            <a:endParaRPr/>
          </a:p>
          <a:p>
            <a:pPr lvl="0"/>
            <a:r>
              <a:rPr lang="zh-CN">
                <a:latin typeface="Times New Roman" pitchFamily="18"/>
              </a:rPr>
              <a:t>到达：</a:t>
            </a:r>
            <a:endParaRPr lang="en-US"/>
          </a:p>
          <a:p>
            <a:pPr lvl="0"/>
            <a:endParaRPr/>
          </a:p>
          <a:p>
            <a:pPr lvl="0"/>
            <a:endParaRPr/>
          </a:p>
          <a:p>
            <a:pPr lvl="0"/>
            <a:r>
              <a:rPr lang="en-US">
                <a:latin typeface="Times New Roman" pitchFamily="18"/>
              </a:rPr>
              <a:t>Switch merge</a:t>
            </a:r>
            <a:endParaRPr/>
          </a:p>
        </p:txBody>
      </p:sp>
      <p:sp>
        <p:nvSpPr>
          <p:cNvPr id="488" name="文本框 11"/>
          <p:cNvSpPr txBox="true">
            <a:spLocks noGrp="true" noChangeShapeType="true"/>
          </p:cNvSpPr>
          <p:nvPr/>
        </p:nvSpPr>
        <p:spPr>
          <a:xfrm>
            <a:off x="3441700" y="3962400"/>
            <a:ext cx="2197100" cy="306387"/>
          </a:xfrm>
          <a:prstGeom prst="rect">
            <a:avLst/>
          </a:prstGeom>
          <a:noFill/>
        </p:spPr>
        <p:txBody>
          <a:bodyPr lIns="91440" tIns="45720" rIns="91440" bIns="45720" anchor="t">
            <a:spAutoFit/>
          </a:bodyPr>
          <a:lstStyle/>
          <a:p>
            <a:pPr lvl="0"/>
            <a:r>
              <a:rPr lang="en-US" sz="1400"/>
              <a:t>1004-0</a:t>
            </a:r>
            <a:endParaRPr/>
          </a:p>
        </p:txBody>
      </p:sp>
      <p:sp>
        <p:nvSpPr>
          <p:cNvPr id="489" name="文本框 12"/>
          <p:cNvSpPr txBox="true">
            <a:spLocks noGrp="true" noChangeShapeType="true"/>
          </p:cNvSpPr>
          <p:nvPr/>
        </p:nvSpPr>
        <p:spPr>
          <a:xfrm>
            <a:off x="2743200" y="4953000"/>
            <a:ext cx="1066800" cy="342900"/>
          </a:xfrm>
          <a:prstGeom prst="rect">
            <a:avLst/>
          </a:prstGeom>
          <a:noFill/>
        </p:spPr>
        <p:txBody>
          <a:bodyPr lIns="91440" tIns="45720" rIns="91440" bIns="45720" anchor="t">
            <a:spAutoFit/>
          </a:bodyPr>
          <a:lstStyle/>
          <a:p>
            <a:pPr lvl="0">
              <a:buNone/>
            </a:pPr>
            <a:r>
              <a:rPr lang="en-US"/>
              <a:t>e'</a:t>
            </a:r>
            <a:endParaRPr/>
          </a:p>
        </p:txBody>
      </p:sp>
      <p:pic>
        <p:nvPicPr>
          <p:cNvPr id="490" name=""/>
          <p:cNvPicPr>
            <a:picLocks noChangeAspect="true"/>
          </p:cNvPicPr>
          <p:nvPr/>
        </p:nvPicPr>
        <p:blipFill>
          <a:blip r:embed="rId2"/>
          <a:stretch>
            <a:fillRect/>
          </a:stretch>
        </p:blipFill>
        <p:spPr>
          <a:xfrm rot="0" flipH="false" flipV="false">
            <a:off x="2549525" y="2413660"/>
            <a:ext cx="4121150" cy="1140288"/>
          </a:xfrm>
          <a:prstGeom prst="rect"/>
        </p:spPr>
      </p:pic>
    </p:spTree>
  </p:cSld>
  <p:clrMapOvr>
    <a:masterClrMapping/>
  </p:clrMapOvr>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491" name=""/>
        <p:cNvGrpSpPr/>
        <p:nvPr/>
      </p:nvGrpSpPr>
      <p:grpSpPr>
        <a:xfrm>
          <a:off x="0" y="0"/>
          <a:ext cx="0" cy="0"/>
          <a:chOff x="0" y="0"/>
          <a:chExt cx="0" cy="0"/>
        </a:xfrm>
      </p:grpSpPr>
      <p:sp>
        <p:nvSpPr>
          <p:cNvPr id="49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练习答案（</a:t>
            </a:r>
            <a:r>
              <a:rPr lang="en-US">
                <a:ea typeface="SimSun" pitchFamily="2" charset="-122"/>
              </a:rPr>
              <a:t>2/3</a:t>
            </a:r>
            <a:r>
              <a:rPr lang="zh-CN">
                <a:ea typeface="SimSun" pitchFamily="2" charset="-122"/>
              </a:rPr>
              <a:t>）</a:t>
            </a:r>
            <a:endParaRPr/>
          </a:p>
        </p:txBody>
      </p:sp>
      <p:sp>
        <p:nvSpPr>
          <p:cNvPr id="49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sz="2000">
                <a:latin typeface="Times New Roman" pitchFamily="18"/>
                <a:ea typeface="SimSun" pitchFamily="2" charset="-122"/>
              </a:rPr>
              <a:t>初始状态如下图所示，</a:t>
            </a:r>
            <a:r>
              <a:rPr lang="zh-CN" sz="2000">
                <a:latin typeface="Times New Roman" pitchFamily="18"/>
                <a:ea typeface="SimSun" pitchFamily="2" charset="-122"/>
              </a:rPr>
              <a:t>到达的请求序列为</a:t>
            </a:r>
            <a:r>
              <a:rPr lang="en-US" sz="2000">
                <a:latin typeface="Times New Roman" pitchFamily="18"/>
                <a:ea typeface="SimSun" pitchFamily="2" charset="-122"/>
              </a:rPr>
              <a:t>a, b, c, d, e, e, f, g,</a:t>
            </a:r>
            <a:r>
              <a:rPr lang="zh-CN" sz="2000">
                <a:latin typeface="Times New Roman" pitchFamily="18"/>
                <a:ea typeface="SimSun" pitchFamily="2" charset="-122"/>
              </a:rPr>
              <a:t> </a:t>
            </a:r>
            <a:r>
              <a:rPr lang="en-US" sz="2000">
                <a:latin typeface="Times New Roman" pitchFamily="18"/>
                <a:ea typeface="SimSun" pitchFamily="2" charset="-122"/>
              </a:rPr>
              <a:t>e, c</a:t>
            </a:r>
            <a:r>
              <a:rPr lang="zh-CN" sz="2000">
                <a:latin typeface="Times New Roman" pitchFamily="18"/>
                <a:ea typeface="SimSun" pitchFamily="2" charset="-122"/>
              </a:rPr>
              <a:t>，请画出序列结束后的状态</a:t>
            </a:r>
            <a:endParaRPr/>
          </a:p>
        </p:txBody>
      </p:sp>
      <p:sp>
        <p:nvSpPr>
          <p:cNvPr id="494" name="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495" name="图片 4" descr="flash2"/>
          <p:cNvPicPr>
            <a:picLocks noGrp="true" noChangeAspect="true"/>
          </p:cNvPicPr>
          <p:nvPr/>
        </p:nvPicPr>
        <p:blipFill>
          <a:blip r:embed="rId1"/>
          <a:srcRect/>
          <a:stretch>
            <a:fillRect/>
          </a:stretch>
        </p:blipFill>
        <p:spPr>
          <a:xfrm>
            <a:off x="2628900" y="3962400"/>
            <a:ext cx="5257800" cy="2438400"/>
          </a:xfrm>
          <a:prstGeom prst="rect">
            <a:avLst/>
          </a:prstGeom>
          <a:noFill/>
        </p:spPr>
      </p:pic>
      <p:sp>
        <p:nvSpPr>
          <p:cNvPr id="496" name="文本框 6"/>
          <p:cNvSpPr txBox="true">
            <a:spLocks noGrp="true" noChangeShapeType="true"/>
          </p:cNvSpPr>
          <p:nvPr/>
        </p:nvSpPr>
        <p:spPr>
          <a:xfrm>
            <a:off x="5383212" y="4943475"/>
            <a:ext cx="1377950" cy="336550"/>
          </a:xfrm>
          <a:prstGeom prst="rect">
            <a:avLst/>
          </a:prstGeom>
          <a:noFill/>
        </p:spPr>
        <p:txBody>
          <a:bodyPr lIns="91440" tIns="45720" rIns="91440" bIns="45720" anchor="t">
            <a:spAutoFit/>
          </a:bodyPr>
          <a:lstStyle/>
          <a:p>
            <a:pPr lvl="0">
              <a:buNone/>
            </a:pPr>
            <a:r>
              <a:rPr lang="en-US"/>
              <a:t>a   b   c   d</a:t>
            </a:r>
            <a:endParaRPr/>
          </a:p>
        </p:txBody>
      </p:sp>
      <p:sp>
        <p:nvSpPr>
          <p:cNvPr id="497" name="文本框 7"/>
          <p:cNvSpPr txBox="true">
            <a:spLocks noGrp="true" noChangeShapeType="true"/>
          </p:cNvSpPr>
          <p:nvPr/>
        </p:nvSpPr>
        <p:spPr>
          <a:xfrm>
            <a:off x="3441700" y="4310062"/>
            <a:ext cx="2197100" cy="306387"/>
          </a:xfrm>
          <a:prstGeom prst="rect">
            <a:avLst/>
          </a:prstGeom>
          <a:noFill/>
        </p:spPr>
        <p:txBody>
          <a:bodyPr lIns="91440" tIns="45720" rIns="91440" bIns="45720" anchor="t">
            <a:spAutoFit/>
          </a:bodyPr>
          <a:lstStyle/>
          <a:p>
            <a:pPr lvl="0"/>
            <a:r>
              <a:rPr lang="en-US" sz="1400"/>
              <a:t>250-8, 251-12</a:t>
            </a:r>
            <a:endParaRPr/>
          </a:p>
        </p:txBody>
      </p:sp>
      <p:sp>
        <p:nvSpPr>
          <p:cNvPr id="498" name="文本框 8"/>
          <p:cNvSpPr txBox="true">
            <a:spLocks noGrp="true" noChangeShapeType="true"/>
          </p:cNvSpPr>
          <p:nvPr/>
        </p:nvSpPr>
        <p:spPr>
          <a:xfrm>
            <a:off x="6759575" y="4940300"/>
            <a:ext cx="1257300" cy="336550"/>
          </a:xfrm>
          <a:prstGeom prst="rect">
            <a:avLst/>
          </a:prstGeom>
          <a:noFill/>
        </p:spPr>
        <p:txBody>
          <a:bodyPr lIns="91440" tIns="45720" rIns="91440" bIns="45720" anchor="t">
            <a:spAutoFit/>
          </a:bodyPr>
          <a:lstStyle/>
          <a:p>
            <a:pPr lvl="0">
              <a:buNone/>
            </a:pPr>
            <a:r>
              <a:rPr lang="en-US"/>
              <a:t>e   f   g   h</a:t>
            </a:r>
            <a:endParaRPr/>
          </a:p>
        </p:txBody>
      </p:sp>
      <p:sp>
        <p:nvSpPr>
          <p:cNvPr id="499" name="文本框 10"/>
          <p:cNvSpPr txBox="true">
            <a:spLocks noGrp="true" noChangeShapeType="true"/>
          </p:cNvSpPr>
          <p:nvPr/>
        </p:nvSpPr>
        <p:spPr>
          <a:xfrm>
            <a:off x="1257300" y="3962400"/>
            <a:ext cx="1257300" cy="1323975"/>
          </a:xfrm>
          <a:prstGeom prst="rect">
            <a:avLst/>
          </a:prstGeom>
          <a:noFill/>
        </p:spPr>
        <p:txBody>
          <a:bodyPr lIns="91440" tIns="45720" rIns="91440" bIns="45720" anchor="t">
            <a:spAutoFit/>
          </a:bodyPr>
          <a:lstStyle/>
          <a:p>
            <a:pPr lvl="0"/>
            <a:r>
              <a:rPr lang="zh-CN">
                <a:latin typeface="Times New Roman" pitchFamily="18"/>
              </a:rPr>
              <a:t>第</a:t>
            </a:r>
            <a:r>
              <a:rPr lang="en-US">
                <a:latin typeface="Times New Roman" pitchFamily="18"/>
              </a:rPr>
              <a:t>3</a:t>
            </a:r>
            <a:r>
              <a:rPr lang="zh-CN">
                <a:latin typeface="Times New Roman" pitchFamily="18"/>
              </a:rPr>
              <a:t>个</a:t>
            </a:r>
            <a:r>
              <a:rPr lang="en-US">
                <a:latin typeface="Times New Roman" pitchFamily="18"/>
              </a:rPr>
              <a:t>e</a:t>
            </a:r>
            <a:endParaRPr/>
          </a:p>
          <a:p>
            <a:pPr lvl="0"/>
            <a:r>
              <a:rPr lang="zh-CN">
                <a:latin typeface="Times New Roman" pitchFamily="18"/>
              </a:rPr>
              <a:t>到达：</a:t>
            </a:r>
            <a:endParaRPr lang="en-US"/>
          </a:p>
          <a:p>
            <a:pPr lvl="0"/>
            <a:endParaRPr/>
          </a:p>
          <a:p>
            <a:pPr lvl="0"/>
            <a:endParaRPr/>
          </a:p>
          <a:p>
            <a:pPr lvl="0"/>
            <a:r>
              <a:rPr lang="en-US">
                <a:latin typeface="Times New Roman" pitchFamily="18"/>
              </a:rPr>
              <a:t>Full merge</a:t>
            </a:r>
            <a:endParaRPr/>
          </a:p>
        </p:txBody>
      </p:sp>
      <p:sp>
        <p:nvSpPr>
          <p:cNvPr id="500" name="文本框 5"/>
          <p:cNvSpPr txBox="true">
            <a:spLocks noGrp="true" noChangeShapeType="true"/>
          </p:cNvSpPr>
          <p:nvPr/>
        </p:nvSpPr>
        <p:spPr>
          <a:xfrm>
            <a:off x="2743200" y="4943475"/>
            <a:ext cx="1066800" cy="342900"/>
          </a:xfrm>
          <a:prstGeom prst="rect">
            <a:avLst/>
          </a:prstGeom>
          <a:noFill/>
        </p:spPr>
        <p:txBody>
          <a:bodyPr lIns="91440" tIns="45720" rIns="91440" bIns="45720" anchor="t">
            <a:spAutoFit/>
          </a:bodyPr>
          <a:lstStyle/>
          <a:p>
            <a:pPr lvl="0">
              <a:buNone/>
            </a:pPr>
            <a:r>
              <a:rPr lang="en-US"/>
              <a:t>e'''</a:t>
            </a:r>
            <a:endParaRPr/>
          </a:p>
        </p:txBody>
      </p:sp>
      <p:sp>
        <p:nvSpPr>
          <p:cNvPr id="501" name="文本框 11"/>
          <p:cNvSpPr txBox="true">
            <a:spLocks noGrp="true" noChangeShapeType="true"/>
          </p:cNvSpPr>
          <p:nvPr/>
        </p:nvSpPr>
        <p:spPr>
          <a:xfrm>
            <a:off x="3441700" y="3962400"/>
            <a:ext cx="2197100" cy="306387"/>
          </a:xfrm>
          <a:prstGeom prst="rect">
            <a:avLst/>
          </a:prstGeom>
          <a:noFill/>
        </p:spPr>
        <p:txBody>
          <a:bodyPr lIns="91440" tIns="45720" rIns="91440" bIns="45720" anchor="t">
            <a:spAutoFit/>
          </a:bodyPr>
          <a:lstStyle/>
          <a:p>
            <a:pPr lvl="0"/>
            <a:r>
              <a:rPr lang="en-US" sz="1400"/>
              <a:t>1004-0</a:t>
            </a:r>
            <a:endParaRPr/>
          </a:p>
        </p:txBody>
      </p:sp>
      <p:pic>
        <p:nvPicPr>
          <p:cNvPr id="502" name=""/>
          <p:cNvPicPr>
            <a:picLocks noChangeAspect="true"/>
          </p:cNvPicPr>
          <p:nvPr/>
        </p:nvPicPr>
        <p:blipFill>
          <a:blip r:embed="rId2"/>
          <a:stretch>
            <a:fillRect/>
          </a:stretch>
        </p:blipFill>
        <p:spPr>
          <a:xfrm rot="0" flipH="false" flipV="false">
            <a:off x="2549525" y="2413660"/>
            <a:ext cx="4121150" cy="1140288"/>
          </a:xfrm>
          <a:prstGeom prst="rect"/>
        </p:spPr>
      </p:pic>
    </p:spTree>
  </p:cSld>
  <p:clrMapOvr>
    <a:masterClrMapping/>
  </p:clrMapOvr>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503" name=""/>
        <p:cNvGrpSpPr/>
        <p:nvPr/>
      </p:nvGrpSpPr>
      <p:grpSpPr>
        <a:xfrm>
          <a:off x="0" y="0"/>
          <a:ext cx="0" cy="0"/>
          <a:chOff x="0" y="0"/>
          <a:chExt cx="0" cy="0"/>
        </a:xfrm>
      </p:grpSpPr>
      <p:sp>
        <p:nvSpPr>
          <p:cNvPr id="50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练习答案（</a:t>
            </a:r>
            <a:r>
              <a:rPr lang="en-US">
                <a:ea typeface="SimSun" pitchFamily="2" charset="-122"/>
              </a:rPr>
              <a:t>3/3</a:t>
            </a:r>
            <a:r>
              <a:rPr lang="zh-CN">
                <a:ea typeface="SimSun" pitchFamily="2" charset="-122"/>
              </a:rPr>
              <a:t>）</a:t>
            </a:r>
            <a:endParaRPr/>
          </a:p>
        </p:txBody>
      </p:sp>
      <p:sp>
        <p:nvSpPr>
          <p:cNvPr id="50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sz="2000">
                <a:latin typeface="Times New Roman" pitchFamily="18"/>
                <a:ea typeface="SimSun" pitchFamily="2" charset="-122"/>
              </a:rPr>
              <a:t>初始状态如下图所示，</a:t>
            </a:r>
            <a:r>
              <a:rPr lang="zh-CN" sz="2000">
                <a:latin typeface="Times New Roman" pitchFamily="18"/>
                <a:ea typeface="SimSun" pitchFamily="2" charset="-122"/>
              </a:rPr>
              <a:t>到达的请求序列为</a:t>
            </a:r>
            <a:r>
              <a:rPr lang="en-US" sz="2000">
                <a:latin typeface="Times New Roman" pitchFamily="18"/>
                <a:ea typeface="SimSun" pitchFamily="2" charset="-122"/>
              </a:rPr>
              <a:t>a, b, c, d, e, e, f, g,</a:t>
            </a:r>
            <a:r>
              <a:rPr lang="zh-CN" sz="2000">
                <a:latin typeface="Times New Roman" pitchFamily="18"/>
                <a:ea typeface="SimSun" pitchFamily="2" charset="-122"/>
              </a:rPr>
              <a:t> </a:t>
            </a:r>
            <a:r>
              <a:rPr lang="en-US" sz="2000">
                <a:latin typeface="Times New Roman" pitchFamily="18"/>
                <a:ea typeface="SimSun" pitchFamily="2" charset="-122"/>
              </a:rPr>
              <a:t>e, c</a:t>
            </a:r>
            <a:r>
              <a:rPr lang="zh-CN" sz="2000">
                <a:latin typeface="Times New Roman" pitchFamily="18"/>
                <a:ea typeface="SimSun" pitchFamily="2" charset="-122"/>
              </a:rPr>
              <a:t>，请画出序列结束后的状态</a:t>
            </a:r>
            <a:endParaRPr/>
          </a:p>
        </p:txBody>
      </p:sp>
      <p:sp>
        <p:nvSpPr>
          <p:cNvPr id="506" name="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07" name="图片 4" descr="flash2"/>
          <p:cNvPicPr>
            <a:picLocks noGrp="true" noChangeAspect="true"/>
          </p:cNvPicPr>
          <p:nvPr/>
        </p:nvPicPr>
        <p:blipFill>
          <a:blip r:embed="rId1"/>
          <a:srcRect/>
          <a:stretch>
            <a:fillRect/>
          </a:stretch>
        </p:blipFill>
        <p:spPr>
          <a:xfrm>
            <a:off x="2628900" y="3962400"/>
            <a:ext cx="5257800" cy="2438400"/>
          </a:xfrm>
          <a:prstGeom prst="rect">
            <a:avLst/>
          </a:prstGeom>
          <a:noFill/>
        </p:spPr>
      </p:pic>
      <p:sp>
        <p:nvSpPr>
          <p:cNvPr id="508" name="文本框 6"/>
          <p:cNvSpPr txBox="true">
            <a:spLocks noGrp="true" noChangeShapeType="true"/>
          </p:cNvSpPr>
          <p:nvPr/>
        </p:nvSpPr>
        <p:spPr>
          <a:xfrm>
            <a:off x="5360987" y="4943475"/>
            <a:ext cx="1422400" cy="336550"/>
          </a:xfrm>
          <a:prstGeom prst="rect">
            <a:avLst/>
          </a:prstGeom>
          <a:noFill/>
        </p:spPr>
        <p:txBody>
          <a:bodyPr lIns="91440" tIns="45720" rIns="91440" bIns="45720" anchor="t">
            <a:spAutoFit/>
          </a:bodyPr>
          <a:lstStyle/>
          <a:p>
            <a:pPr lvl="0">
              <a:buNone/>
            </a:pPr>
            <a:r>
              <a:rPr lang="en-US"/>
              <a:t>a    b   c  d</a:t>
            </a:r>
            <a:endParaRPr/>
          </a:p>
        </p:txBody>
      </p:sp>
      <p:sp>
        <p:nvSpPr>
          <p:cNvPr id="509" name="文本框 7"/>
          <p:cNvSpPr txBox="true">
            <a:spLocks noGrp="true" noChangeShapeType="true"/>
          </p:cNvSpPr>
          <p:nvPr/>
        </p:nvSpPr>
        <p:spPr>
          <a:xfrm>
            <a:off x="3441700" y="4310062"/>
            <a:ext cx="2197100" cy="306387"/>
          </a:xfrm>
          <a:prstGeom prst="rect">
            <a:avLst/>
          </a:prstGeom>
          <a:noFill/>
        </p:spPr>
        <p:txBody>
          <a:bodyPr lIns="91440" tIns="45720" rIns="91440" bIns="45720" anchor="t">
            <a:spAutoFit/>
          </a:bodyPr>
          <a:lstStyle/>
          <a:p>
            <a:pPr lvl="0"/>
            <a:r>
              <a:rPr lang="en-US" sz="1400"/>
              <a:t>250-8, 251-0</a:t>
            </a:r>
            <a:endParaRPr/>
          </a:p>
        </p:txBody>
      </p:sp>
      <p:sp>
        <p:nvSpPr>
          <p:cNvPr id="510" name="文本框 8"/>
          <p:cNvSpPr txBox="true">
            <a:spLocks noGrp="true" noChangeShapeType="true"/>
          </p:cNvSpPr>
          <p:nvPr/>
        </p:nvSpPr>
        <p:spPr>
          <a:xfrm>
            <a:off x="2790825" y="4953000"/>
            <a:ext cx="1219200" cy="336550"/>
          </a:xfrm>
          <a:prstGeom prst="rect">
            <a:avLst/>
          </a:prstGeom>
          <a:noFill/>
        </p:spPr>
        <p:txBody>
          <a:bodyPr lIns="91440" tIns="45720" rIns="91440" bIns="45720" anchor="t">
            <a:spAutoFit/>
          </a:bodyPr>
          <a:lstStyle/>
          <a:p>
            <a:pPr lvl="0">
              <a:buNone/>
            </a:pPr>
            <a:r>
              <a:rPr lang="en-US"/>
              <a:t>e   f   g   h</a:t>
            </a:r>
            <a:endParaRPr/>
          </a:p>
        </p:txBody>
      </p:sp>
      <p:sp>
        <p:nvSpPr>
          <p:cNvPr id="511" name="文本框 10"/>
          <p:cNvSpPr txBox="true">
            <a:spLocks noGrp="true" noChangeShapeType="true"/>
          </p:cNvSpPr>
          <p:nvPr/>
        </p:nvSpPr>
        <p:spPr>
          <a:xfrm>
            <a:off x="1257300" y="3962400"/>
            <a:ext cx="1257300" cy="1323975"/>
          </a:xfrm>
          <a:prstGeom prst="rect">
            <a:avLst/>
          </a:prstGeom>
          <a:noFill/>
        </p:spPr>
        <p:txBody>
          <a:bodyPr lIns="91440" tIns="45720" rIns="91440" bIns="45720" anchor="t">
            <a:spAutoFit/>
          </a:bodyPr>
          <a:lstStyle/>
          <a:p>
            <a:pPr lvl="0"/>
            <a:r>
              <a:rPr lang="en-US">
                <a:latin typeface="Times New Roman" pitchFamily="18"/>
              </a:rPr>
              <a:t>c</a:t>
            </a:r>
            <a:r>
              <a:rPr lang="zh-CN">
                <a:latin typeface="Times New Roman" pitchFamily="18"/>
              </a:rPr>
              <a:t>到达：</a:t>
            </a:r>
            <a:endParaRPr lang="en-US"/>
          </a:p>
          <a:p>
            <a:pPr lvl="0"/>
            <a:endParaRPr/>
          </a:p>
          <a:p>
            <a:pPr lvl="0"/>
            <a:endParaRPr/>
          </a:p>
          <a:p>
            <a:pPr lvl="0"/>
            <a:r>
              <a:rPr lang="en-US">
                <a:latin typeface="Times New Roman" pitchFamily="18"/>
              </a:rPr>
              <a:t>Partial merge</a:t>
            </a:r>
            <a:endParaRPr/>
          </a:p>
        </p:txBody>
      </p:sp>
      <p:sp>
        <p:nvSpPr>
          <p:cNvPr id="512" name="文本框 5"/>
          <p:cNvSpPr txBox="true">
            <a:spLocks noGrp="true" noChangeShapeType="true"/>
          </p:cNvSpPr>
          <p:nvPr/>
        </p:nvSpPr>
        <p:spPr>
          <a:xfrm>
            <a:off x="4079875" y="4946650"/>
            <a:ext cx="1066800" cy="336550"/>
          </a:xfrm>
          <a:prstGeom prst="rect">
            <a:avLst/>
          </a:prstGeom>
          <a:noFill/>
        </p:spPr>
        <p:txBody>
          <a:bodyPr lIns="91440" tIns="45720" rIns="91440" bIns="45720" anchor="t">
            <a:spAutoFit/>
          </a:bodyPr>
          <a:lstStyle/>
          <a:p>
            <a:pPr lvl="0">
              <a:buNone/>
            </a:pPr>
            <a:r>
              <a:rPr lang="en-US"/>
              <a:t>c"</a:t>
            </a:r>
            <a:endParaRPr/>
          </a:p>
        </p:txBody>
      </p:sp>
      <p:sp>
        <p:nvSpPr>
          <p:cNvPr id="513" name="文本框 11"/>
          <p:cNvSpPr txBox="true">
            <a:spLocks noGrp="true" noChangeShapeType="true"/>
          </p:cNvSpPr>
          <p:nvPr/>
        </p:nvSpPr>
        <p:spPr>
          <a:xfrm>
            <a:off x="3441700" y="3962400"/>
            <a:ext cx="2197100" cy="306387"/>
          </a:xfrm>
          <a:prstGeom prst="rect">
            <a:avLst/>
          </a:prstGeom>
          <a:noFill/>
        </p:spPr>
        <p:txBody>
          <a:bodyPr lIns="91440" tIns="45720" rIns="91440" bIns="45720" anchor="t">
            <a:spAutoFit/>
          </a:bodyPr>
          <a:lstStyle/>
          <a:p>
            <a:pPr lvl="0"/>
            <a:r>
              <a:rPr lang="en-US" sz="1400"/>
              <a:t>1002-4</a:t>
            </a:r>
            <a:endParaRPr/>
          </a:p>
        </p:txBody>
      </p:sp>
      <p:pic>
        <p:nvPicPr>
          <p:cNvPr id="514" name=""/>
          <p:cNvPicPr>
            <a:picLocks noChangeAspect="true"/>
          </p:cNvPicPr>
          <p:nvPr/>
        </p:nvPicPr>
        <p:blipFill>
          <a:blip r:embed="rId2"/>
          <a:stretch>
            <a:fillRect/>
          </a:stretch>
        </p:blipFill>
        <p:spPr>
          <a:xfrm rot="0" flipH="false" flipV="false">
            <a:off x="2549525" y="2413660"/>
            <a:ext cx="4121150" cy="1140288"/>
          </a:xfrm>
          <a:prstGeom prst="rect"/>
        </p:spPr>
      </p:pic>
    </p:spTree>
  </p:cSld>
  <p:clrMapOvr>
    <a:masterClrMapping/>
  </p:clrMapOvr>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515" name=""/>
        <p:cNvGrpSpPr/>
        <p:nvPr/>
      </p:nvGrpSpPr>
      <p:grpSpPr>
        <a:xfrm>
          <a:off x="0" y="0"/>
          <a:ext cx="0" cy="0"/>
          <a:chOff x="0" y="0"/>
          <a:chExt cx="0" cy="0"/>
        </a:xfrm>
      </p:grpSpPr>
      <p:sp>
        <p:nvSpPr>
          <p:cNvPr id="51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17" name="内容占位符 2"/>
          <p:cNvSpPr>
            <a:spLocks noGrp="true" noChangeShapeType="true"/>
          </p:cNvSpPr>
          <p:nvPr>
            <p:ph type="obj"/>
          </p:nvPr>
        </p:nvSpPr>
        <p:spPr>
          <a:xfrm>
            <a:off x="457200" y="1600200"/>
            <a:ext cx="8513762"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Garbage Collection</a:t>
            </a:r>
            <a:endParaRPr/>
          </a:p>
          <a:p>
            <a:pPr marL="742950" lvl="1" indent="-285750">
              <a:spcBef>
                <a:spcPct val="20000"/>
              </a:spcBef>
              <a:buSzPct val="100000"/>
              <a:buChar char="–"/>
            </a:pPr>
            <a:r>
              <a:rPr lang="zh-CN">
                <a:ea typeface="SimSun" pitchFamily="2" charset="-122"/>
              </a:rPr>
              <a:t>回收</a:t>
            </a:r>
            <a:r>
              <a:rPr lang="en-US">
                <a:ea typeface="SimSun" pitchFamily="2" charset="-122"/>
              </a:rPr>
              <a:t>invalid page</a:t>
            </a:r>
            <a:r>
              <a:rPr lang="zh-CN">
                <a:ea typeface="SimSun" pitchFamily="2" charset="-122"/>
              </a:rPr>
              <a:t>占用空间</a:t>
            </a:r>
            <a:endParaRPr lang="en-US"/>
          </a:p>
          <a:p>
            <a:pPr marL="742950" lvl="1" indent="-285750">
              <a:spcBef>
                <a:spcPct val="20000"/>
              </a:spcBef>
              <a:buSzPct val="100000"/>
              <a:buChar char="–"/>
            </a:pPr>
            <a:r>
              <a:rPr lang="zh-CN">
                <a:ea typeface="SimSun" pitchFamily="2" charset="-122"/>
              </a:rPr>
              <a:t>例如</a:t>
            </a:r>
            <a:r>
              <a:rPr lang="en-US">
                <a:ea typeface="SimSun" pitchFamily="2" charset="-122"/>
              </a:rPr>
              <a:t>a1</a:t>
            </a:r>
            <a:r>
              <a:rPr lang="zh-CN">
                <a:ea typeface="SimSun" pitchFamily="2" charset="-122"/>
              </a:rPr>
              <a:t>和</a:t>
            </a:r>
            <a:r>
              <a:rPr lang="en-US">
                <a:ea typeface="SimSun" pitchFamily="2" charset="-122"/>
              </a:rPr>
              <a:t>a2</a:t>
            </a:r>
            <a:r>
              <a:rPr lang="zh-CN">
                <a:ea typeface="SimSun" pitchFamily="2" charset="-122"/>
              </a:rPr>
              <a:t>失效后，可以搬移</a:t>
            </a:r>
            <a:r>
              <a:rPr lang="en-US">
                <a:ea typeface="SimSun" pitchFamily="2" charset="-122"/>
              </a:rPr>
              <a:t>b1/b2</a:t>
            </a:r>
            <a:r>
              <a:rPr lang="zh-CN">
                <a:ea typeface="SimSun" pitchFamily="2" charset="-122"/>
              </a:rPr>
              <a:t>，然后擦除</a:t>
            </a:r>
            <a:r>
              <a:rPr lang="en-US">
                <a:ea typeface="SimSun" pitchFamily="2" charset="-122"/>
              </a:rPr>
              <a:t>block 0</a:t>
            </a:r>
            <a:endParaRPr/>
          </a:p>
        </p:txBody>
      </p:sp>
      <p:sp>
        <p:nvSpPr>
          <p:cNvPr id="51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19" name="图片 4"/>
          <p:cNvPicPr>
            <a:picLocks noGrp="true" noChangeAspect="true"/>
          </p:cNvPicPr>
          <p:nvPr/>
        </p:nvPicPr>
        <p:blipFill>
          <a:blip r:embed="rId1"/>
          <a:srcRect/>
          <a:stretch>
            <a:fillRect/>
          </a:stretch>
        </p:blipFill>
        <p:spPr>
          <a:xfrm>
            <a:off x="1295400" y="3048000"/>
            <a:ext cx="6477000" cy="1800225"/>
          </a:xfrm>
          <a:prstGeom prst="rect">
            <a:avLst/>
          </a:prstGeom>
          <a:noFill/>
        </p:spPr>
      </p:pic>
      <p:pic>
        <p:nvPicPr>
          <p:cNvPr id="520" name="图片 5"/>
          <p:cNvPicPr>
            <a:picLocks noGrp="true" noChangeAspect="true"/>
          </p:cNvPicPr>
          <p:nvPr/>
        </p:nvPicPr>
        <p:blipFill>
          <a:blip r:embed="rId2"/>
          <a:srcRect/>
          <a:stretch>
            <a:fillRect/>
          </a:stretch>
        </p:blipFill>
        <p:spPr>
          <a:xfrm>
            <a:off x="1295400" y="4848225"/>
            <a:ext cx="6477000" cy="1665287"/>
          </a:xfrm>
          <a:prstGeom prst="rect">
            <a:avLst/>
          </a:prstGeom>
          <a:noFill/>
        </p:spPr>
      </p:pic>
    </p:spTree>
  </p:cSld>
  <p:clrMapOvr>
    <a:masterClrMapping/>
  </p:clrMapOvr>
  <p:transition/>
</p:sld>
</file>

<file path=ppt/slides/slide39.xml><?xml version="1.0" encoding="utf-8"?>
<p:sld xmlns:a="http://schemas.openxmlformats.org/drawingml/2006/main" xmlns:p="http://schemas.openxmlformats.org/presentationml/2006/main">
  <p:cSld>
    <p:spTree>
      <p:nvGrpSpPr>
        <p:cNvPr id="525" name=""/>
        <p:cNvGrpSpPr/>
        <p:nvPr/>
      </p:nvGrpSpPr>
      <p:grpSpPr>
        <a:xfrm>
          <a:off x="0" y="0"/>
          <a:ext cx="0" cy="0"/>
          <a:chOff x="0" y="0"/>
          <a:chExt cx="0" cy="0"/>
        </a:xfrm>
      </p:grpSpPr>
      <p:sp>
        <p:nvSpPr>
          <p:cNvPr id="52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2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a:latin typeface="Comic Sans MS"/>
                <a:ea typeface="SimSun"/>
              </a:rPr>
              <a:t>Wear Leveling (WL)</a:t>
            </a:r>
            <a:endParaRPr lang="en-US"/>
          </a:p>
          <a:p>
            <a:pPr marL="742950" lvl="1" indent="-285750" defTabSz="914400" hangingPunct="true">
              <a:lnSpc>
                <a:spcPct val="100000"/>
              </a:lnSpc>
              <a:spcBef>
                <a:spcPct val="20000"/>
              </a:spcBef>
              <a:buSzPct val="100000"/>
              <a:buChar char="–"/>
            </a:pPr>
            <a:r>
              <a:rPr lang="zh-CN">
                <a:latin typeface="Comic Sans MS"/>
                <a:ea typeface="SimSun"/>
              </a:rPr>
              <a:t>磨损平衡</a:t>
            </a:r>
            <a:endParaRPr lang="en-US"/>
          </a:p>
          <a:p>
            <a:pPr marL="742950" lvl="1" indent="-285750" defTabSz="914400" hangingPunct="true">
              <a:lnSpc>
                <a:spcPct val="100000"/>
              </a:lnSpc>
              <a:spcBef>
                <a:spcPct val="20000"/>
              </a:spcBef>
              <a:buSzPct val="100000"/>
              <a:buChar char="–"/>
            </a:pPr>
            <a:r>
              <a:rPr lang="zh-CN">
                <a:latin typeface="Comic Sans MS"/>
                <a:ea typeface="SimSun"/>
              </a:rPr>
              <a:t>静态</a:t>
            </a:r>
            <a:r>
              <a:rPr lang="en-US">
                <a:latin typeface="Comic Sans MS"/>
                <a:ea typeface="SimSun"/>
              </a:rPr>
              <a:t>WL</a:t>
            </a:r>
            <a:r>
              <a:rPr lang="zh-CN">
                <a:latin typeface="Comic Sans MS"/>
                <a:ea typeface="SimSun"/>
              </a:rPr>
              <a:t>：定期交换磨损最严重和最不严重的两个</a:t>
            </a:r>
            <a:r>
              <a:rPr lang="en-US">
                <a:latin typeface="Comic Sans MS"/>
                <a:ea typeface="SimSun"/>
              </a:rPr>
              <a:t>block</a:t>
            </a:r>
            <a:r>
              <a:rPr lang="zh-CN">
                <a:latin typeface="Comic Sans MS"/>
                <a:ea typeface="SimSun"/>
              </a:rPr>
              <a:t>中的数据</a:t>
            </a:r>
            <a:endParaRPr lang="en-US"/>
          </a:p>
          <a:p>
            <a:pPr marL="742950" lvl="1" indent="-285750" defTabSz="914400" hangingPunct="true">
              <a:lnSpc>
                <a:spcPct val="100000"/>
              </a:lnSpc>
              <a:spcBef>
                <a:spcPct val="20000"/>
              </a:spcBef>
              <a:buSzPct val="100000"/>
              <a:buChar char="–"/>
            </a:pPr>
            <a:r>
              <a:rPr lang="zh-CN">
                <a:latin typeface="Comic Sans MS"/>
                <a:ea typeface="SimSun"/>
              </a:rPr>
              <a:t>动态</a:t>
            </a:r>
            <a:r>
              <a:rPr lang="en-US">
                <a:latin typeface="Comic Sans MS"/>
                <a:ea typeface="SimSun"/>
              </a:rPr>
              <a:t>WL</a:t>
            </a:r>
            <a:r>
              <a:rPr lang="zh-CN">
                <a:latin typeface="Comic Sans MS"/>
                <a:ea typeface="SimSun"/>
              </a:rPr>
              <a:t>：实时观测磨损情况，尽量使用磨损小的</a:t>
            </a:r>
            <a:r>
              <a:rPr lang="en-US">
                <a:latin typeface="Comic Sans MS"/>
                <a:ea typeface="SimSun"/>
              </a:rPr>
              <a:t>block</a:t>
            </a:r>
            <a:endParaRPr lang="en-US"/>
          </a:p>
          <a:p>
            <a:pPr marL="742950" lvl="1" indent="-285750" defTabSz="914400" hangingPunct="true">
              <a:lnSpc>
                <a:spcPct val="100000"/>
              </a:lnSpc>
              <a:spcBef>
                <a:spcPct val="20000"/>
              </a:spcBef>
              <a:buSzPct val="100000"/>
              <a:buChar char="–"/>
            </a:pPr>
            <a:endParaRPr/>
          </a:p>
          <a:p>
            <a:pPr marL="342900" lvl="0" indent="-342900" defTabSz="914400" hangingPunct="true">
              <a:lnSpc>
                <a:spcPct val="100000"/>
              </a:lnSpc>
              <a:spcBef>
                <a:spcPct val="20000"/>
              </a:spcBef>
              <a:buSzPct val="100000"/>
              <a:buChar char="•"/>
            </a:pPr>
            <a:r>
              <a:rPr lang="en-US">
                <a:latin typeface="Comic Sans MS"/>
                <a:ea typeface="SimSun"/>
              </a:rPr>
              <a:t>WL</a:t>
            </a:r>
            <a:r>
              <a:rPr lang="zh-CN">
                <a:latin typeface="Comic Sans MS"/>
                <a:ea typeface="SimSun"/>
              </a:rPr>
              <a:t>关系到</a:t>
            </a:r>
            <a:r>
              <a:rPr lang="en-US">
                <a:latin typeface="Comic Sans MS"/>
                <a:ea typeface="SimSun"/>
              </a:rPr>
              <a:t>SSD</a:t>
            </a:r>
            <a:r>
              <a:rPr lang="zh-CN">
                <a:latin typeface="Comic Sans MS"/>
                <a:ea typeface="SimSun"/>
              </a:rPr>
              <a:t>的写耐久性，也和</a:t>
            </a:r>
            <a:r>
              <a:rPr lang="en-US">
                <a:latin typeface="Comic Sans MS"/>
                <a:ea typeface="SimSun"/>
              </a:rPr>
              <a:t>GC</a:t>
            </a:r>
            <a:r>
              <a:rPr lang="zh-CN">
                <a:latin typeface="Comic Sans MS"/>
                <a:ea typeface="SimSun"/>
              </a:rPr>
              <a:t>、</a:t>
            </a:r>
            <a:r>
              <a:rPr lang="en-US">
                <a:latin typeface="Comic Sans MS"/>
                <a:ea typeface="SimSun"/>
              </a:rPr>
              <a:t>Address Mapping</a:t>
            </a:r>
            <a:r>
              <a:rPr lang="zh-CN">
                <a:latin typeface="Comic Sans MS"/>
                <a:ea typeface="SimSun"/>
              </a:rPr>
              <a:t>有着紧密的联系</a:t>
            </a:r>
            <a:endParaRPr lang="en-US"/>
          </a:p>
          <a:p>
            <a:pPr marL="742950" lvl="1" indent="-285750" defTabSz="914400" hangingPunct="true">
              <a:lnSpc>
                <a:spcPct val="100000"/>
              </a:lnSpc>
              <a:spcBef>
                <a:spcPct val="20000"/>
              </a:spcBef>
              <a:buSzPct val="100000"/>
              <a:buChar char="–"/>
            </a:pPr>
            <a:r>
              <a:rPr lang="zh-CN">
                <a:latin typeface="Comic Sans MS"/>
                <a:ea typeface="SimSun"/>
              </a:rPr>
              <a:t>反映</a:t>
            </a:r>
            <a:r>
              <a:rPr lang="en-US">
                <a:latin typeface="Comic Sans MS"/>
                <a:ea typeface="SimSun"/>
              </a:rPr>
              <a:t>SSD</a:t>
            </a:r>
            <a:r>
              <a:rPr lang="zh-CN">
                <a:latin typeface="Comic Sans MS"/>
                <a:ea typeface="SimSun"/>
              </a:rPr>
              <a:t>写耐久性的两个指标：</a:t>
            </a:r>
            <a:r>
              <a:rPr lang="en-US">
                <a:latin typeface="Comic Sans MS"/>
                <a:ea typeface="SimSun"/>
              </a:rPr>
              <a:t>Drive Write Per Day (DWPD)</a:t>
            </a:r>
            <a:r>
              <a:rPr lang="zh-CN">
                <a:latin typeface="Comic Sans MS"/>
                <a:ea typeface="SimSun"/>
              </a:rPr>
              <a:t>和</a:t>
            </a:r>
            <a:r>
              <a:rPr lang="en-US">
                <a:latin typeface="Comic Sans MS"/>
                <a:ea typeface="SimSun"/>
              </a:rPr>
              <a:t>Petabyte Write (PBW)</a:t>
            </a:r>
            <a:endParaRPr lang="en-US"/>
          </a:p>
          <a:p>
            <a:pPr marL="742950" lvl="1" indent="-285750" defTabSz="914400" hangingPunct="true">
              <a:lnSpc>
                <a:spcPct val="100000"/>
              </a:lnSpc>
              <a:spcBef>
                <a:spcPct val="20000"/>
              </a:spcBef>
              <a:buNone/>
            </a:pPr>
            <a:r>
              <a:rPr lang="en-US">
                <a:latin typeface="Comic Sans MS"/>
                <a:ea typeface="SimSun"/>
              </a:rPr>
              <a:t>              PBW=DWPD*SSD</a:t>
            </a:r>
            <a:r>
              <a:rPr lang="zh-CN">
                <a:latin typeface="Comic Sans MS"/>
                <a:ea typeface="SimSun"/>
              </a:rPr>
              <a:t>容量</a:t>
            </a:r>
            <a:r>
              <a:rPr lang="en-US">
                <a:latin typeface="Comic Sans MS"/>
                <a:ea typeface="SimSun"/>
              </a:rPr>
              <a:t>*</a:t>
            </a:r>
            <a:r>
              <a:rPr lang="zh-CN">
                <a:latin typeface="Comic Sans MS"/>
                <a:ea typeface="SimSun"/>
              </a:rPr>
              <a:t>质保天数</a:t>
            </a:r>
            <a:endParaRPr/>
          </a:p>
        </p:txBody>
      </p:sp>
      <p:sp>
        <p:nvSpPr>
          <p:cNvPr id="52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529" name=""/>
        <p:cNvGrpSpPr/>
        <p:nvPr/>
      </p:nvGrpSpPr>
      <p:grpSpPr>
        <a:xfrm>
          <a:off x="0" y="0"/>
          <a:ext cx="0" cy="0"/>
          <a:chOff x="0" y="0"/>
          <a:chExt cx="0" cy="0"/>
        </a:xfrm>
      </p:grpSpPr>
      <p:sp>
        <p:nvSpPr>
          <p:cNvPr id="53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3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更新一代的</a:t>
            </a:r>
            <a:r>
              <a:rPr lang="en-US">
                <a:ea typeface="SimSun" pitchFamily="2" charset="-122"/>
              </a:rPr>
              <a:t>SSD</a:t>
            </a:r>
            <a:endParaRPr/>
          </a:p>
          <a:p>
            <a:pPr marL="742950" lvl="1" indent="-285750">
              <a:spcBef>
                <a:spcPct val="20000"/>
              </a:spcBef>
              <a:buSzPct val="100000"/>
              <a:buChar char="–"/>
            </a:pPr>
            <a:r>
              <a:rPr lang="en-US">
                <a:ea typeface="SimSun" pitchFamily="2" charset="-122"/>
              </a:rPr>
              <a:t>Intel Optane</a:t>
            </a:r>
            <a:endParaRPr/>
          </a:p>
          <a:p>
            <a:pPr marL="1143000" lvl="2" indent="-228600">
              <a:spcBef>
                <a:spcPct val="20000"/>
              </a:spcBef>
              <a:buSzPct val="100000"/>
              <a:buChar char="•"/>
            </a:pPr>
            <a:r>
              <a:rPr lang="zh-CN">
                <a:ea typeface="SimSun" pitchFamily="2" charset="-122"/>
              </a:rPr>
              <a:t>内部采用</a:t>
            </a:r>
            <a:r>
              <a:rPr lang="en-US">
                <a:ea typeface="SimSun" pitchFamily="2" charset="-122"/>
              </a:rPr>
              <a:t>PCM</a:t>
            </a:r>
            <a:r>
              <a:rPr lang="zh-CN">
                <a:ea typeface="SimSun" pitchFamily="2" charset="-122"/>
              </a:rPr>
              <a:t>芯片</a:t>
            </a:r>
            <a:r>
              <a:rPr lang="en-US">
                <a:ea typeface="SimSun" pitchFamily="2" charset="-122"/>
              </a:rPr>
              <a:t>+</a:t>
            </a:r>
            <a:r>
              <a:rPr lang="zh-CN">
                <a:ea typeface="SimSun" pitchFamily="2" charset="-122"/>
              </a:rPr>
              <a:t>大容量缓存</a:t>
            </a:r>
            <a:endParaRPr lang="en-US"/>
          </a:p>
          <a:p>
            <a:pPr marL="1143000" lvl="2" indent="-228600">
              <a:spcBef>
                <a:spcPct val="20000"/>
              </a:spcBef>
              <a:buSzPct val="100000"/>
              <a:buChar char="•"/>
            </a:pPr>
            <a:r>
              <a:rPr lang="zh-CN">
                <a:ea typeface="SimSun" pitchFamily="2" charset="-122"/>
              </a:rPr>
              <a:t>性能和耐久性比</a:t>
            </a:r>
            <a:r>
              <a:rPr lang="en-US">
                <a:ea typeface="SimSun" pitchFamily="2" charset="-122"/>
              </a:rPr>
              <a:t>Flash-based SSD</a:t>
            </a:r>
            <a:r>
              <a:rPr lang="zh-CN">
                <a:ea typeface="SimSun" pitchFamily="2" charset="-122"/>
              </a:rPr>
              <a:t>提升很多</a:t>
            </a:r>
            <a:endParaRPr lang="en-US"/>
          </a:p>
          <a:p>
            <a:pPr marL="1143000" lvl="2" indent="-228600">
              <a:spcBef>
                <a:spcPct val="20000"/>
              </a:spcBef>
              <a:buSzPct val="100000"/>
              <a:buChar char="•"/>
            </a:pPr>
            <a:r>
              <a:rPr lang="zh-CN">
                <a:ea typeface="SimSun" pitchFamily="2" charset="-122"/>
              </a:rPr>
              <a:t>企业级：</a:t>
            </a:r>
            <a:r>
              <a:rPr lang="en-US">
                <a:ea typeface="SimSun" pitchFamily="2" charset="-122"/>
              </a:rPr>
              <a:t>P4800X</a:t>
            </a:r>
            <a:r>
              <a:rPr lang="zh-CN">
                <a:ea typeface="SimSun" pitchFamily="2" charset="-122"/>
              </a:rPr>
              <a:t>、</a:t>
            </a:r>
            <a:r>
              <a:rPr lang="en-US">
                <a:ea typeface="SimSun" pitchFamily="2" charset="-122"/>
              </a:rPr>
              <a:t>P5800X</a:t>
            </a:r>
            <a:endParaRPr/>
          </a:p>
          <a:p>
            <a:pPr marL="1143000" lvl="2" indent="-228600">
              <a:spcBef>
                <a:spcPct val="20000"/>
              </a:spcBef>
              <a:buSzPct val="100000"/>
              <a:buChar char="•"/>
            </a:pPr>
            <a:r>
              <a:rPr lang="zh-CN">
                <a:ea typeface="SimSun" pitchFamily="2" charset="-122"/>
              </a:rPr>
              <a:t>消费级：</a:t>
            </a:r>
            <a:r>
              <a:rPr lang="en-US">
                <a:ea typeface="SimSun" pitchFamily="2" charset="-122"/>
              </a:rPr>
              <a:t>900P</a:t>
            </a:r>
            <a:endParaRPr/>
          </a:p>
        </p:txBody>
      </p:sp>
      <p:sp>
        <p:nvSpPr>
          <p:cNvPr id="53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33" name="图片 4"/>
          <p:cNvPicPr>
            <a:picLocks noGrp="true" noChangeAspect="true"/>
          </p:cNvPicPr>
          <p:nvPr/>
        </p:nvPicPr>
        <p:blipFill>
          <a:blip r:embed="rId2"/>
          <a:srcRect/>
          <a:stretch>
            <a:fillRect/>
          </a:stretch>
        </p:blipFill>
        <p:spPr>
          <a:xfrm>
            <a:off x="2343150" y="3962400"/>
            <a:ext cx="4305300" cy="1981200"/>
          </a:xfrm>
          <a:prstGeom prst="rect">
            <a:avLst/>
          </a:prstGeom>
          <a:noFill/>
        </p:spPr>
      </p:pic>
      <p:sp>
        <p:nvSpPr>
          <p:cNvPr id="534" name="Text Box 2"/>
          <p:cNvSpPr txBox="true">
            <a:spLocks noGrp="true" noChangeShapeType="true"/>
          </p:cNvSpPr>
          <p:nvPr/>
        </p:nvSpPr>
        <p:spPr>
          <a:xfrm>
            <a:off x="1219200" y="6019800"/>
            <a:ext cx="4167187" cy="336550"/>
          </a:xfrm>
          <a:prstGeom prst="rect">
            <a:avLst/>
          </a:prstGeom>
          <a:noFill/>
        </p:spPr>
        <p:txBody>
          <a:bodyPr wrap="none" anchor="t">
            <a:spAutoFit/>
          </a:bodyPr>
          <a:lstStyle/>
          <a:p>
            <a:pPr lvl="1" indent="457200"/>
            <a:r>
              <a:rPr lang="en-US">
                <a:latin typeface="Comic Sans MS" pitchFamily="66"/>
                <a:ea typeface="SimSun" pitchFamily="2" charset="-122"/>
              </a:rPr>
              <a:t>DWPD: 100(P4800X)</a:t>
            </a:r>
            <a:r>
              <a:rPr lang="zh-CN">
                <a:latin typeface="Comic Sans MS" pitchFamily="66"/>
                <a:ea typeface="SimSun" pitchFamily="2" charset="-122"/>
              </a:rPr>
              <a:t>，</a:t>
            </a:r>
            <a:r>
              <a:rPr lang="en-US">
                <a:latin typeface="Comic Sans MS" pitchFamily="66"/>
                <a:ea typeface="SimSun" pitchFamily="2" charset="-122"/>
              </a:rPr>
              <a:t>10</a:t>
            </a:r>
            <a:r>
              <a:rPr lang="zh-CN">
                <a:latin typeface="Comic Sans MS" pitchFamily="66"/>
                <a:ea typeface="SimSun" pitchFamily="2" charset="-122"/>
              </a:rPr>
              <a:t>（</a:t>
            </a:r>
            <a:r>
              <a:rPr lang="en-US">
                <a:latin typeface="Comic Sans MS" pitchFamily="66"/>
                <a:ea typeface="SimSun" pitchFamily="2" charset="-122"/>
              </a:rPr>
              <a:t>900P</a:t>
            </a:r>
            <a:r>
              <a:rPr lang="zh-CN">
                <a:latin typeface="Comic Sans MS" pitchFamily="66"/>
                <a:ea typeface="SimSun" pitchFamily="2" charset="-122"/>
              </a:rPr>
              <a:t>）</a:t>
            </a:r>
            <a:endParaRPr/>
          </a:p>
        </p:txBody>
      </p:sp>
    </p:spTree>
  </p:cSld>
  <p:clrMapOvr>
    <a:masterClrMapping/>
  </p:clrMapOvr>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535" name=""/>
        <p:cNvGrpSpPr/>
        <p:nvPr/>
      </p:nvGrpSpPr>
      <p:grpSpPr>
        <a:xfrm>
          <a:off x="0" y="0"/>
          <a:ext cx="0" cy="0"/>
          <a:chOff x="0" y="0"/>
          <a:chExt cx="0" cy="0"/>
        </a:xfrm>
      </p:grpSpPr>
      <p:sp>
        <p:nvSpPr>
          <p:cNvPr id="53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3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更新一代的</a:t>
            </a:r>
            <a:r>
              <a:rPr lang="en-US">
                <a:ea typeface="SimSun" pitchFamily="2" charset="-122"/>
              </a:rPr>
              <a:t>SSD</a:t>
            </a:r>
            <a:endParaRPr/>
          </a:p>
          <a:p>
            <a:pPr marL="742950" lvl="1" indent="-285750">
              <a:spcBef>
                <a:spcPct val="20000"/>
              </a:spcBef>
              <a:buSzPct val="100000"/>
              <a:buChar char="–"/>
            </a:pPr>
            <a:r>
              <a:rPr lang="zh-CN">
                <a:ea typeface="SimSun" pitchFamily="2" charset="-122"/>
              </a:rPr>
              <a:t>也有基于</a:t>
            </a:r>
            <a:r>
              <a:rPr lang="en-US">
                <a:ea typeface="SimSun" pitchFamily="2" charset="-122"/>
              </a:rPr>
              <a:t>SLC/MLC Flash</a:t>
            </a:r>
            <a:r>
              <a:rPr lang="zh-CN">
                <a:ea typeface="SimSun" pitchFamily="2" charset="-122"/>
              </a:rPr>
              <a:t>优化而来的存储介质：</a:t>
            </a:r>
            <a:endParaRPr/>
          </a:p>
          <a:p>
            <a:pPr marL="1143000" lvl="2" indent="-228600">
              <a:spcBef>
                <a:spcPct val="20000"/>
              </a:spcBef>
              <a:buSzPct val="100000"/>
              <a:buChar char="•"/>
            </a:pPr>
            <a:r>
              <a:rPr lang="en-US">
                <a:ea typeface="SimSun" pitchFamily="2" charset="-122"/>
              </a:rPr>
              <a:t>Samsung ZNAND: SZ1735, </a:t>
            </a:r>
            <a:endParaRPr/>
          </a:p>
          <a:p>
            <a:pPr marL="1143000" lvl="2" indent="-228600">
              <a:spcBef>
                <a:spcPct val="20000"/>
              </a:spcBef>
              <a:buSzPct val="100000"/>
              <a:buChar char="•"/>
            </a:pPr>
            <a:r>
              <a:rPr lang="en-US">
                <a:ea typeface="SimSun" pitchFamily="2" charset="-122"/>
              </a:rPr>
              <a:t>Kioxia XL-Flash: FL6</a:t>
            </a:r>
            <a:r>
              <a:rPr lang="zh-CN">
                <a:ea typeface="SimSun" pitchFamily="2" charset="-122"/>
              </a:rPr>
              <a:t>系列</a:t>
            </a:r>
            <a:endParaRPr lang="en-US"/>
          </a:p>
          <a:p>
            <a:pPr marL="1143000" lvl="2" indent="-228600">
              <a:spcBef>
                <a:spcPct val="20000"/>
              </a:spcBef>
              <a:buSzPct val="100000"/>
              <a:buChar char="•"/>
            </a:pPr>
            <a:endParaRPr/>
          </a:p>
        </p:txBody>
      </p:sp>
      <p:sp>
        <p:nvSpPr>
          <p:cNvPr id="53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ea typeface="SimSun" pitchFamily="2" charset="-122"/>
              </a:rPr>
              <a:t>*</a:t>
            </a:fld>
            <a:endParaRPr/>
          </a:p>
        </p:txBody>
      </p:sp>
      <p:sp>
        <p:nvSpPr>
          <p:cNvPr id="539" name="Text Box 1"/>
          <p:cNvSpPr txBox="true">
            <a:spLocks noGrp="true" noChangeShapeType="true"/>
          </p:cNvSpPr>
          <p:nvPr/>
        </p:nvSpPr>
        <p:spPr>
          <a:xfrm>
            <a:off x="1219200" y="6019800"/>
            <a:ext cx="2047875" cy="336550"/>
          </a:xfrm>
          <a:prstGeom prst="rect">
            <a:avLst/>
          </a:prstGeom>
          <a:noFill/>
        </p:spPr>
        <p:txBody>
          <a:bodyPr wrap="none" anchor="t">
            <a:spAutoFit/>
          </a:bodyPr>
          <a:lstStyle/>
          <a:p>
            <a:pPr lvl="1" indent="457200"/>
            <a:r>
              <a:rPr lang="en-US">
                <a:latin typeface="Comic Sans MS" pitchFamily="66"/>
                <a:ea typeface="SimSun" pitchFamily="2" charset="-122"/>
              </a:rPr>
              <a:t>DWPD: 30-60</a:t>
            </a:r>
            <a:endParaRPr/>
          </a:p>
        </p:txBody>
      </p:sp>
      <p:pic>
        <p:nvPicPr>
          <p:cNvPr id="540" name="Picture 2"/>
          <p:cNvPicPr>
            <a:picLocks noGrp="true" noChangeAspect="true"/>
          </p:cNvPicPr>
          <p:nvPr/>
        </p:nvPicPr>
        <p:blipFill>
          <a:blip r:embed="rId2"/>
          <a:srcRect/>
          <a:stretch>
            <a:fillRect/>
          </a:stretch>
        </p:blipFill>
        <p:spPr>
          <a:xfrm>
            <a:off x="990600" y="3200400"/>
            <a:ext cx="2333625" cy="2333625"/>
          </a:xfrm>
          <a:prstGeom prst="rect">
            <a:avLst/>
          </a:prstGeom>
          <a:noFill/>
        </p:spPr>
      </p:pic>
      <p:pic>
        <p:nvPicPr>
          <p:cNvPr id="541" name="Picture 3"/>
          <p:cNvPicPr>
            <a:picLocks noGrp="true" noChangeAspect="true"/>
          </p:cNvPicPr>
          <p:nvPr/>
        </p:nvPicPr>
        <p:blipFill>
          <a:blip r:embed="rId3"/>
          <a:srcRect/>
          <a:stretch>
            <a:fillRect/>
          </a:stretch>
        </p:blipFill>
        <p:spPr>
          <a:xfrm>
            <a:off x="4191000" y="3362325"/>
            <a:ext cx="3663950" cy="2057400"/>
          </a:xfrm>
          <a:prstGeom prst="rect">
            <a:avLst/>
          </a:prstGeom>
          <a:noFill/>
        </p:spPr>
      </p:pic>
    </p:spTree>
  </p:cSld>
  <p:clrMapOvr>
    <a:masterClrMapping/>
  </p:clrMapOvr>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542" name=""/>
        <p:cNvGrpSpPr/>
        <p:nvPr/>
      </p:nvGrpSpPr>
      <p:grpSpPr>
        <a:xfrm>
          <a:off x="0" y="0"/>
          <a:ext cx="0" cy="0"/>
          <a:chOff x="0" y="0"/>
          <a:chExt cx="0" cy="0"/>
        </a:xfrm>
      </p:grpSpPr>
      <p:sp>
        <p:nvSpPr>
          <p:cNvPr id="543"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44"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latin typeface="Comic Sans MS"/>
                <a:ea typeface="SimSun"/>
              </a:rPr>
              <a:t>叠瓦式</a:t>
            </a:r>
            <a:r>
              <a:rPr lang="en-US">
                <a:latin typeface="Comic Sans MS"/>
                <a:ea typeface="SimSun"/>
              </a:rPr>
              <a:t>(SMR)</a:t>
            </a:r>
            <a:r>
              <a:rPr lang="zh-CN">
                <a:latin typeface="Comic Sans MS"/>
                <a:ea typeface="SimSun"/>
              </a:rPr>
              <a:t>硬盘</a:t>
            </a:r>
            <a:endParaRPr lang="en-US"/>
          </a:p>
          <a:p>
            <a:pPr marL="742950" lvl="1" indent="-285750">
              <a:spcBef>
                <a:spcPct val="20000"/>
              </a:spcBef>
              <a:buSzPct val="100000"/>
              <a:buChar char="–"/>
            </a:pPr>
            <a:r>
              <a:rPr lang="en-US">
                <a:latin typeface="Comic Sans MS"/>
                <a:ea typeface="SimSun"/>
              </a:rPr>
              <a:t>Shingled</a:t>
            </a:r>
            <a:r>
              <a:rPr lang="zh-CN">
                <a:latin typeface="Comic Sans MS"/>
                <a:ea typeface="SimSun"/>
              </a:rPr>
              <a:t> </a:t>
            </a:r>
            <a:r>
              <a:rPr lang="en-US">
                <a:latin typeface="Comic Sans MS"/>
                <a:ea typeface="SimSun"/>
              </a:rPr>
              <a:t>magnetic</a:t>
            </a:r>
            <a:r>
              <a:rPr lang="zh-CN">
                <a:latin typeface="Comic Sans MS"/>
                <a:ea typeface="SimSun"/>
              </a:rPr>
              <a:t> </a:t>
            </a:r>
            <a:r>
              <a:rPr lang="en-US">
                <a:latin typeface="Comic Sans MS"/>
                <a:ea typeface="SimSun"/>
              </a:rPr>
              <a:t>recording</a:t>
            </a:r>
            <a:r>
              <a:rPr lang="zh-CN">
                <a:latin typeface="Comic Sans MS"/>
                <a:ea typeface="SimSun"/>
              </a:rPr>
              <a:t> </a:t>
            </a:r>
            <a:r>
              <a:rPr lang="en-US">
                <a:latin typeface="Comic Sans MS"/>
                <a:ea typeface="SimSun"/>
              </a:rPr>
              <a:t>(SMR)</a:t>
            </a:r>
            <a:endParaRPr lang="en-US"/>
          </a:p>
          <a:p>
            <a:pPr marL="742950" lvl="1" indent="-285750">
              <a:spcBef>
                <a:spcPct val="20000"/>
              </a:spcBef>
              <a:buSzPct val="100000"/>
              <a:buChar char="–"/>
            </a:pPr>
            <a:r>
              <a:rPr lang="zh-CN">
                <a:latin typeface="Comic Sans MS"/>
                <a:ea typeface="SimSun"/>
              </a:rPr>
              <a:t>后续技术：</a:t>
            </a:r>
            <a:r>
              <a:rPr lang="en-US">
                <a:latin typeface="Comic Sans MS"/>
                <a:ea typeface="SimSun"/>
              </a:rPr>
              <a:t>BPMR, HAMR, MAMR</a:t>
            </a:r>
            <a:endParaRPr/>
          </a:p>
        </p:txBody>
      </p:sp>
      <p:sp>
        <p:nvSpPr>
          <p:cNvPr id="545"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46" name="图片 4"/>
          <p:cNvPicPr>
            <a:picLocks noGrp="true" noChangeAspect="true"/>
          </p:cNvPicPr>
          <p:nvPr/>
        </p:nvPicPr>
        <p:blipFill>
          <a:blip r:embed="rId1"/>
          <a:srcRect/>
          <a:stretch>
            <a:fillRect/>
          </a:stretch>
        </p:blipFill>
        <p:spPr>
          <a:xfrm>
            <a:off x="4470400" y="3059112"/>
            <a:ext cx="4564062" cy="2654300"/>
          </a:xfrm>
          <a:prstGeom prst="rect">
            <a:avLst/>
          </a:prstGeom>
          <a:noFill/>
        </p:spPr>
      </p:pic>
      <p:pic>
        <p:nvPicPr>
          <p:cNvPr id="547" name="图片 3"/>
          <p:cNvPicPr>
            <a:picLocks noGrp="true" noChangeAspect="true"/>
          </p:cNvPicPr>
          <p:nvPr/>
        </p:nvPicPr>
        <p:blipFill>
          <a:blip r:embed="rId2"/>
          <a:srcRect/>
          <a:stretch>
            <a:fillRect/>
          </a:stretch>
        </p:blipFill>
        <p:spPr>
          <a:xfrm rot="0" flipH="false" flipV="false">
            <a:off x="738187" y="3059112"/>
            <a:ext cx="3091405" cy="3193614"/>
          </a:xfrm>
          <a:prstGeom prst="rect">
            <a:avLst/>
          </a:prstGeom>
          <a:noFill/>
        </p:spPr>
      </p:pic>
    </p:spTree>
  </p:cSld>
  <p:clrMapOvr>
    <a:masterClrMapping/>
  </p:clrMapOvr>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548" name=""/>
        <p:cNvGrpSpPr/>
        <p:nvPr/>
      </p:nvGrpSpPr>
      <p:grpSpPr>
        <a:xfrm>
          <a:off x="0" y="0"/>
          <a:ext cx="0" cy="0"/>
          <a:chOff x="0" y="0"/>
          <a:chExt cx="0" cy="0"/>
        </a:xfrm>
      </p:grpSpPr>
      <p:sp>
        <p:nvSpPr>
          <p:cNvPr id="54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50" name="内容占位符 2"/>
          <p:cNvSpPr>
            <a:spLocks noGrp="true" noChangeShapeType="true"/>
          </p:cNvSpPr>
          <p:nvPr>
            <p:ph type="obj"/>
          </p:nvPr>
        </p:nvSpPr>
        <p:spPr>
          <a:xfrm>
            <a:off x="457200" y="1600200"/>
            <a:ext cx="8686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latin typeface="Comic Sans MS"/>
                <a:ea typeface="SimSun"/>
              </a:rPr>
              <a:t>叠瓦式</a:t>
            </a:r>
            <a:r>
              <a:rPr lang="en-US">
                <a:latin typeface="Comic Sans MS"/>
                <a:ea typeface="SimSun"/>
              </a:rPr>
              <a:t>(SMR)</a:t>
            </a:r>
            <a:r>
              <a:rPr lang="zh-CN">
                <a:latin typeface="Comic Sans MS"/>
                <a:ea typeface="SimSun"/>
              </a:rPr>
              <a:t>硬盘</a:t>
            </a:r>
            <a:endParaRPr lang="en-US"/>
          </a:p>
          <a:p>
            <a:pPr marL="742950" lvl="1" indent="-285750">
              <a:spcBef>
                <a:spcPct val="20000"/>
              </a:spcBef>
              <a:buSzPct val="100000"/>
              <a:buChar char="–"/>
            </a:pPr>
            <a:r>
              <a:rPr lang="zh-CN" sz="2000">
                <a:solidFill>
                  <a:srgbClr val="404040">
                    <a:alpha val="100000"/>
                  </a:srgbClr>
                </a:solidFill>
                <a:latin typeface="Microsoft YaHei"/>
                <a:ea typeface="Microsoft YaHei"/>
              </a:rPr>
              <a:t>增加存储密度，降低成本，随机写性能较差</a:t>
            </a:r>
            <a:endParaRPr lang="en-US" sz="2000"/>
          </a:p>
          <a:p>
            <a:pPr marL="742950" lvl="1" indent="-285750">
              <a:spcBef>
                <a:spcPct val="20000"/>
              </a:spcBef>
              <a:buSzPct val="100000"/>
              <a:buChar char="–"/>
            </a:pPr>
            <a:r>
              <a:rPr lang="zh-CN" sz="2000">
                <a:solidFill>
                  <a:srgbClr val="404040">
                    <a:alpha val="100000"/>
                  </a:srgbClr>
                </a:solidFill>
                <a:latin typeface="Microsoft YaHei"/>
                <a:ea typeface="Microsoft YaHei"/>
              </a:rPr>
              <a:t>适用于备份系统、冷存储、科学计算（天文、生物、医学）、日志等</a:t>
            </a:r>
            <a:endParaRPr/>
          </a:p>
        </p:txBody>
      </p:sp>
      <p:sp>
        <p:nvSpPr>
          <p:cNvPr id="55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52" name="图片 4"/>
          <p:cNvPicPr>
            <a:picLocks noGrp="true" noChangeAspect="true"/>
          </p:cNvPicPr>
          <p:nvPr/>
        </p:nvPicPr>
        <p:blipFill>
          <a:blip r:embed="rId2"/>
          <a:srcRect l="3580" t="26097" r="0" b="0"/>
          <a:stretch>
            <a:fillRect/>
          </a:stretch>
        </p:blipFill>
        <p:spPr>
          <a:xfrm>
            <a:off x="838200" y="2971800"/>
            <a:ext cx="6759575" cy="3467100"/>
          </a:xfrm>
          <a:prstGeom prst="rect">
            <a:avLst/>
          </a:prstGeom>
          <a:noFill/>
        </p:spPr>
      </p:pic>
    </p:spTree>
  </p:cSld>
  <p:clrMapOvr>
    <a:masterClrMapping/>
  </p:clrMapOvr>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553" name=""/>
        <p:cNvGrpSpPr/>
        <p:nvPr/>
      </p:nvGrpSpPr>
      <p:grpSpPr>
        <a:xfrm>
          <a:off x="0" y="0"/>
          <a:ext cx="0" cy="0"/>
          <a:chOff x="0" y="0"/>
          <a:chExt cx="0" cy="0"/>
        </a:xfrm>
      </p:grpSpPr>
      <p:sp>
        <p:nvSpPr>
          <p:cNvPr id="55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5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SMR</a:t>
            </a:r>
            <a:r>
              <a:rPr lang="zh-CN">
                <a:ea typeface="SimSun" pitchFamily="2" charset="-122"/>
              </a:rPr>
              <a:t>分类</a:t>
            </a:r>
            <a:endParaRPr lang="en-US"/>
          </a:p>
          <a:p>
            <a:pPr marL="742950" lvl="1" indent="-285750" hangingPunct="true">
              <a:lnSpc>
                <a:spcPct val="90000"/>
              </a:lnSpc>
              <a:spcBef>
                <a:spcPts val="500"/>
              </a:spcBef>
              <a:buNone/>
            </a:pPr>
            <a:r>
              <a:rPr lang="en-US">
                <a:ea typeface="SimSun" pitchFamily="2" charset="-122"/>
              </a:rPr>
              <a:t>Driver Managed</a:t>
            </a:r>
            <a:endParaRPr/>
          </a:p>
          <a:p>
            <a:pPr marL="742950" lvl="1" indent="-285750" hangingPunct="true">
              <a:lnSpc>
                <a:spcPct val="90000"/>
              </a:lnSpc>
              <a:spcBef>
                <a:spcPts val="500"/>
              </a:spcBef>
              <a:buNone/>
            </a:pPr>
            <a:r>
              <a:rPr lang="en-US">
                <a:ea typeface="SimSun" pitchFamily="2" charset="-122"/>
              </a:rPr>
              <a:t>Host Managed</a:t>
            </a:r>
            <a:endParaRPr lang="en-US"/>
          </a:p>
          <a:p>
            <a:pPr marL="742950" lvl="1" indent="-285750">
              <a:spcBef>
                <a:spcPct val="20000"/>
              </a:spcBef>
              <a:buSzPct val="100000"/>
              <a:buChar char="–"/>
            </a:pPr>
            <a:endParaRPr/>
          </a:p>
        </p:txBody>
      </p:sp>
      <p:sp>
        <p:nvSpPr>
          <p:cNvPr id="556"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557" name="图片 3"/>
          <p:cNvPicPr>
            <a:picLocks noGrp="true" noChangeAspect="true"/>
          </p:cNvPicPr>
          <p:nvPr/>
        </p:nvPicPr>
        <p:blipFill>
          <a:blip r:embed="rId1"/>
          <a:srcRect/>
          <a:stretch>
            <a:fillRect/>
          </a:stretch>
        </p:blipFill>
        <p:spPr>
          <a:xfrm>
            <a:off x="838200" y="3200400"/>
            <a:ext cx="3236912" cy="2709862"/>
          </a:xfrm>
          <a:prstGeom prst="rect">
            <a:avLst/>
          </a:prstGeom>
          <a:noFill/>
        </p:spPr>
      </p:pic>
      <p:pic>
        <p:nvPicPr>
          <p:cNvPr id="558" name="图片 1"/>
          <p:cNvPicPr>
            <a:picLocks noGrp="true" noChangeAspect="true"/>
          </p:cNvPicPr>
          <p:nvPr/>
        </p:nvPicPr>
        <p:blipFill>
          <a:blip r:embed="rId2"/>
          <a:srcRect/>
          <a:stretch>
            <a:fillRect/>
          </a:stretch>
        </p:blipFill>
        <p:spPr>
          <a:xfrm>
            <a:off x="4354512" y="3008312"/>
            <a:ext cx="4325937" cy="3438525"/>
          </a:xfrm>
          <a:prstGeom prst="rect">
            <a:avLst/>
          </a:prstGeom>
          <a:noFill/>
        </p:spPr>
      </p:pic>
      <p:sp>
        <p:nvSpPr>
          <p:cNvPr id="559" name="内容占位符 2"/>
          <p:cNvSpPr txBox="true">
            <a:spLocks noGrp="true" noChangeShapeType="true"/>
          </p:cNvSpPr>
          <p:nvPr/>
        </p:nvSpPr>
        <p:spPr>
          <a:xfrm>
            <a:off x="4941887" y="2276475"/>
            <a:ext cx="3573462" cy="3954462"/>
          </a:xfrm>
          <a:prstGeom prst="rect">
            <a:avLst/>
          </a:prstGeom>
          <a:noFill/>
        </p:spPr>
        <p:txBody>
          <a:bodyPr lIns="91440" tIns="45720" rIns="91440" bIns="45720" anchor="t"/>
          <a:lstStyle/>
          <a:p>
            <a:pPr marL="342900" lvl="0" indent="-342900">
              <a:spcBef>
                <a:spcPct val="20000"/>
              </a:spcBef>
              <a:buChar char="•"/>
            </a:pPr>
            <a:r>
              <a:rPr lang="en-US" sz="2800" b="false" i="false" u="none"/>
              <a:t>Seagate 8TB SMR</a:t>
            </a:r>
            <a:endParaRPr/>
          </a:p>
        </p:txBody>
      </p:sp>
    </p:spTree>
  </p:cSld>
  <p:clrMapOvr>
    <a:masterClrMapping/>
  </p:clrMapOvr>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560" name=""/>
        <p:cNvGrpSpPr/>
        <p:nvPr/>
      </p:nvGrpSpPr>
      <p:grpSpPr>
        <a:xfrm>
          <a:off x="0" y="0"/>
          <a:ext cx="0" cy="0"/>
          <a:chOff x="0" y="0"/>
          <a:chExt cx="0" cy="0"/>
        </a:xfrm>
      </p:grpSpPr>
      <p:sp>
        <p:nvSpPr>
          <p:cNvPr id="56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a:t>
            </a:r>
            <a:r>
              <a:rPr lang="zh-CN">
                <a:ea typeface="SimSun" pitchFamily="2" charset="-122"/>
              </a:rPr>
              <a:t> </a:t>
            </a:r>
            <a:r>
              <a:rPr lang="en-US">
                <a:ea typeface="SimSun" pitchFamily="2" charset="-122"/>
              </a:rPr>
              <a:t>Devices</a:t>
            </a:r>
            <a:endParaRPr/>
          </a:p>
        </p:txBody>
      </p:sp>
      <p:sp>
        <p:nvSpPr>
          <p:cNvPr id="56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ZNS SSD</a:t>
            </a:r>
            <a:endParaRPr/>
          </a:p>
          <a:p>
            <a:pPr marL="742950" lvl="1" indent="-285750">
              <a:spcBef>
                <a:spcPct val="20000"/>
              </a:spcBef>
              <a:buSzPct val="100000"/>
              <a:buChar char="–"/>
            </a:pPr>
            <a:r>
              <a:rPr lang="en-US">
                <a:latin typeface="Comic Sans MS"/>
                <a:ea typeface="SimSun"/>
              </a:rPr>
              <a:t>Zoned Namespace SSD</a:t>
            </a:r>
            <a:endParaRPr/>
          </a:p>
          <a:p>
            <a:pPr marL="742950" lvl="1" indent="-285750">
              <a:spcBef>
                <a:spcPct val="20000"/>
              </a:spcBef>
              <a:buSzPct val="100000"/>
              <a:buChar char="–"/>
            </a:pPr>
            <a:r>
              <a:rPr lang="zh-CN">
                <a:latin typeface="Comic Sans MS"/>
                <a:ea typeface="SimSun"/>
              </a:rPr>
              <a:t>将</a:t>
            </a:r>
            <a:r>
              <a:rPr lang="en-US">
                <a:latin typeface="Comic Sans MS"/>
                <a:ea typeface="SimSun"/>
              </a:rPr>
              <a:t> FTL</a:t>
            </a:r>
            <a:r>
              <a:rPr lang="zh-CN">
                <a:latin typeface="Comic Sans MS"/>
                <a:ea typeface="SimSun"/>
              </a:rPr>
              <a:t>的部分功能</a:t>
            </a:r>
            <a:r>
              <a:rPr lang="en-US">
                <a:latin typeface="Comic Sans MS"/>
                <a:ea typeface="SimSun"/>
              </a:rPr>
              <a:t> </a:t>
            </a:r>
            <a:r>
              <a:rPr lang="en-US">
                <a:latin typeface="Comic Sans MS"/>
                <a:ea typeface="SimSun"/>
              </a:rPr>
              <a:t>(</a:t>
            </a:r>
            <a:r>
              <a:rPr lang="zh-CN">
                <a:latin typeface="Comic Sans MS"/>
                <a:ea typeface="SimSun"/>
              </a:rPr>
              <a:t>主要是</a:t>
            </a:r>
            <a:r>
              <a:rPr lang="en-US">
                <a:latin typeface="Comic Sans MS"/>
                <a:ea typeface="SimSun"/>
              </a:rPr>
              <a:t>GC) </a:t>
            </a:r>
            <a:r>
              <a:rPr lang="zh-CN">
                <a:latin typeface="Comic Sans MS"/>
                <a:ea typeface="SimSun"/>
              </a:rPr>
              <a:t>上移到应用中，可能减少开销</a:t>
            </a:r>
            <a:endParaRPr/>
          </a:p>
        </p:txBody>
      </p:sp>
      <p:sp>
        <p:nvSpPr>
          <p:cNvPr id="563" name="矩形 3"/>
          <p:cNvSpPr>
            <a:spLocks noGrp="true" noChangeShapeType="true"/>
          </p:cNvSpPr>
          <p:nvPr/>
        </p:nvSpPr>
        <p:spPr>
          <a:xfrm>
            <a:off x="7581900" y="3733800"/>
            <a:ext cx="1104900" cy="914400"/>
          </a:xfrm>
          <a:prstGeom prst="rect">
            <a:avLst/>
          </a:prstGeom>
          <a:noFill/>
        </p:spPr>
        <p:txBody>
          <a:bodyPr lIns="91440" tIns="45720" rIns="91440" bIns="45720" anchor="t"/>
          <a:lstStyle/>
          <a:p>
            <a:pPr/>
            <a:endParaRPr sz="1400" dirty="false"/>
          </a:p>
        </p:txBody>
      </p:sp>
      <p:pic>
        <p:nvPicPr>
          <p:cNvPr id="564" name="图片 7" descr="黑色的游戏机  低可信度描述已自动生成"/>
          <p:cNvPicPr>
            <a:picLocks noGrp="true" noChangeAspect="true"/>
          </p:cNvPicPr>
          <p:nvPr/>
        </p:nvPicPr>
        <p:blipFill>
          <a:blip r:embed="rId1"/>
          <a:srcRect/>
          <a:stretch>
            <a:fillRect/>
          </a:stretch>
        </p:blipFill>
        <p:spPr>
          <a:xfrm>
            <a:off x="6054725" y="365125"/>
            <a:ext cx="2930525" cy="2073275"/>
          </a:xfrm>
          <a:prstGeom prst="rect">
            <a:avLst/>
          </a:prstGeom>
          <a:noFill/>
        </p:spPr>
      </p:pic>
      <p:pic>
        <p:nvPicPr>
          <p:cNvPr id="565" name="图片 9" descr="表格  描述已自动生成"/>
          <p:cNvPicPr>
            <a:picLocks noGrp="true" noChangeAspect="true"/>
          </p:cNvPicPr>
          <p:nvPr/>
        </p:nvPicPr>
        <p:blipFill>
          <a:blip r:embed="rId2"/>
          <a:srcRect/>
          <a:stretch>
            <a:fillRect/>
          </a:stretch>
        </p:blipFill>
        <p:spPr>
          <a:xfrm>
            <a:off x="925512" y="3352800"/>
            <a:ext cx="7135812" cy="3086100"/>
          </a:xfrm>
          <a:prstGeom prst="rect">
            <a:avLst/>
          </a:prstGeom>
          <a:noFill/>
        </p:spPr>
      </p:pic>
      <p:sp>
        <p:nvSpPr>
          <p:cNvPr id="566" name="灯片编号占位符 5"/>
          <p:cNvSpPr txBox="true">
            <a:spLocks noGrp="true" noChangeShapeType="true"/>
          </p:cNvSpPr>
          <p:nvPr>
            <p:ph type="sldNum"/>
          </p:nvPr>
        </p:nvSpPr>
        <p:spPr>
          <a:xfrm>
            <a:off x="7061200" y="6299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567" name=""/>
        <p:cNvGrpSpPr/>
        <p:nvPr/>
      </p:nvGrpSpPr>
      <p:grpSpPr>
        <a:xfrm>
          <a:off x="0" y="0"/>
          <a:ext cx="0" cy="0"/>
          <a:chOff x="0" y="0"/>
          <a:chExt cx="0" cy="0"/>
        </a:xfrm>
      </p:grpSpPr>
      <p:sp>
        <p:nvSpPr>
          <p:cNvPr id="568"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t>国产半导体存储的发展</a:t>
            </a:r>
            <a:r>
              <a:rPr lang="en-US"/>
              <a:t> - DRAM</a:t>
            </a:r>
            <a:endParaRPr/>
          </a:p>
        </p:txBody>
      </p:sp>
      <p:sp>
        <p:nvSpPr>
          <p:cNvPr id="569" name="Content Placeholder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ea typeface="SimSun"/>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ea typeface="SimSun"/>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ea typeface="SimSun"/>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ea typeface="SimSun"/>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ea typeface="SimSun"/>
              </a:defRPr>
            </a:lvl5pPr>
          </a:lstStyle>
          <a:p>
            <a:pPr marL="342900" lvl="0" indent="-342900">
              <a:spcBef>
                <a:spcPct val="20000"/>
              </a:spcBef>
              <a:buSzPct val="100000"/>
              <a:buChar char="•"/>
            </a:pPr>
            <a:r>
              <a:rPr lang="en-US" sz="2400">
                <a:solidFill>
                  <a:schemeClr val="lt2"/>
                </a:solidFill>
              </a:rPr>
              <a:t>1966</a:t>
            </a:r>
            <a:r>
              <a:rPr lang="zh-CN" sz="2400">
                <a:solidFill>
                  <a:schemeClr val="lt2"/>
                </a:solidFill>
              </a:rPr>
              <a:t>年，</a:t>
            </a:r>
            <a:r>
              <a:rPr lang="en-US" sz="2400">
                <a:solidFill>
                  <a:schemeClr val="lt2"/>
                </a:solidFill>
              </a:rPr>
              <a:t>IBM</a:t>
            </a:r>
            <a:r>
              <a:rPr lang="zh-CN" sz="2400">
                <a:solidFill>
                  <a:schemeClr val="lt2"/>
                </a:solidFill>
              </a:rPr>
              <a:t>工程师Robert H. Dennard发明</a:t>
            </a:r>
            <a:r>
              <a:rPr lang="en-US" sz="2400">
                <a:solidFill>
                  <a:schemeClr val="lt2"/>
                </a:solidFill>
              </a:rPr>
              <a:t>DRAM </a:t>
            </a:r>
            <a:endParaRPr/>
          </a:p>
          <a:p>
            <a:pPr marL="342900" lvl="0" indent="-342900">
              <a:spcBef>
                <a:spcPct val="20000"/>
              </a:spcBef>
              <a:buSzPct val="100000"/>
              <a:buChar char="•"/>
            </a:pPr>
            <a:r>
              <a:rPr lang="en-US" sz="2400">
                <a:solidFill>
                  <a:schemeClr val="lt2"/>
                </a:solidFill>
              </a:rPr>
              <a:t>1970</a:t>
            </a:r>
            <a:r>
              <a:rPr lang="zh-CN" sz="2400">
                <a:solidFill>
                  <a:schemeClr val="lt2"/>
                </a:solidFill>
              </a:rPr>
              <a:t>年，</a:t>
            </a:r>
            <a:r>
              <a:rPr lang="en-US" sz="2400">
                <a:solidFill>
                  <a:schemeClr val="lt2"/>
                </a:solidFill>
              </a:rPr>
              <a:t>Intel</a:t>
            </a:r>
            <a:r>
              <a:rPr lang="zh-CN" sz="2400">
                <a:solidFill>
                  <a:schemeClr val="lt2"/>
                </a:solidFill>
              </a:rPr>
              <a:t>发布第一款商业化</a:t>
            </a:r>
            <a:r>
              <a:rPr lang="en-US" sz="2400">
                <a:solidFill>
                  <a:schemeClr val="lt2"/>
                </a:solidFill>
              </a:rPr>
              <a:t>DRAM C1103</a:t>
            </a:r>
            <a:r>
              <a:rPr lang="zh-CN" sz="2400">
                <a:solidFill>
                  <a:schemeClr val="lt2"/>
                </a:solidFill>
              </a:rPr>
              <a:t>（</a:t>
            </a:r>
            <a:r>
              <a:rPr lang="en-US" sz="2400">
                <a:solidFill>
                  <a:schemeClr val="lt2"/>
                </a:solidFill>
              </a:rPr>
              <a:t>1Kb</a:t>
            </a:r>
            <a:r>
              <a:rPr lang="zh-CN" sz="2400">
                <a:solidFill>
                  <a:schemeClr val="lt2"/>
                </a:solidFill>
              </a:rPr>
              <a:t>）</a:t>
            </a:r>
            <a:endParaRPr lang="en-US" sz="2400"/>
          </a:p>
          <a:p>
            <a:pPr marL="342900" lvl="0" indent="-342900">
              <a:spcBef>
                <a:spcPct val="20000"/>
              </a:spcBef>
              <a:buSzPct val="100000"/>
              <a:buChar char="•"/>
            </a:pPr>
            <a:r>
              <a:rPr lang="en-US" sz="2400"/>
              <a:t>1975</a:t>
            </a:r>
            <a:r>
              <a:rPr lang="zh-CN" sz="2400"/>
              <a:t>年，北大物理系与</a:t>
            </a:r>
            <a:r>
              <a:rPr lang="en-US" sz="2400"/>
              <a:t>109</a:t>
            </a:r>
            <a:r>
              <a:rPr lang="zh-CN" sz="2400"/>
              <a:t>厂</a:t>
            </a:r>
            <a:r>
              <a:rPr lang="en-US" sz="2400"/>
              <a:t>1Kb DRAM</a:t>
            </a:r>
            <a:endParaRPr lang="en-US" sz="2400"/>
          </a:p>
          <a:p>
            <a:pPr marL="342900" lvl="0" indent="-342900">
              <a:spcBef>
                <a:spcPct val="20000"/>
              </a:spcBef>
              <a:buSzPct val="100000"/>
              <a:buChar char="•"/>
            </a:pPr>
            <a:r>
              <a:rPr lang="en-US" sz="2400"/>
              <a:t>1981</a:t>
            </a:r>
            <a:r>
              <a:rPr lang="zh-CN" sz="2400"/>
              <a:t>年，中科院半导体所</a:t>
            </a:r>
            <a:r>
              <a:rPr lang="en-US" sz="2400"/>
              <a:t>16Kb DRAM</a:t>
            </a:r>
            <a:endParaRPr/>
          </a:p>
          <a:p>
            <a:pPr marL="342900" lvl="0" indent="-342900">
              <a:spcBef>
                <a:spcPct val="20000"/>
              </a:spcBef>
              <a:buSzPct val="100000"/>
              <a:buChar char="•"/>
            </a:pPr>
            <a:r>
              <a:rPr lang="en-US" sz="2400"/>
              <a:t>1985</a:t>
            </a:r>
            <a:r>
              <a:rPr lang="zh-CN" sz="2400"/>
              <a:t>年，无锡江南无线电器材厂</a:t>
            </a:r>
            <a:r>
              <a:rPr lang="en-US" sz="2400"/>
              <a:t>64Kb DRAM</a:t>
            </a:r>
            <a:endParaRPr/>
          </a:p>
          <a:p>
            <a:pPr marL="342900" lvl="0" indent="-342900">
              <a:spcBef>
                <a:spcPct val="20000"/>
              </a:spcBef>
              <a:buSzPct val="100000"/>
              <a:buChar char="•"/>
            </a:pPr>
            <a:r>
              <a:rPr lang="en-US" sz="2400"/>
              <a:t>1990</a:t>
            </a:r>
            <a:r>
              <a:rPr lang="zh-CN" sz="2400"/>
              <a:t>年前后，日本</a:t>
            </a:r>
            <a:r>
              <a:rPr lang="en-US" sz="2400"/>
              <a:t>DRAM</a:t>
            </a:r>
            <a:r>
              <a:rPr lang="zh-CN" sz="2400"/>
              <a:t>产业被迫向韩国和美国转移，三星、美光等企业在半导体存储方面开始领先</a:t>
            </a:r>
            <a:endParaRPr/>
          </a:p>
          <a:p>
            <a:pPr marL="342900" lvl="0" indent="-342900">
              <a:spcBef>
                <a:spcPct val="20000"/>
              </a:spcBef>
              <a:buSzPct val="100000"/>
              <a:buChar char="•"/>
            </a:pPr>
            <a:r>
              <a:rPr lang="en-US" sz="2400"/>
              <a:t>1993</a:t>
            </a:r>
            <a:r>
              <a:rPr lang="zh-CN" sz="2400"/>
              <a:t>年，无锡华晶</a:t>
            </a:r>
            <a:r>
              <a:rPr lang="en-US" sz="2400"/>
              <a:t>256Kb DRAM</a:t>
            </a:r>
            <a:r>
              <a:rPr lang="zh-CN" sz="2400"/>
              <a:t>，此前一年三星已经发布</a:t>
            </a:r>
            <a:r>
              <a:rPr lang="en-US" sz="2400"/>
              <a:t>16Mb DRAM</a:t>
            </a:r>
            <a:endParaRPr/>
          </a:p>
          <a:p>
            <a:pPr marL="342900" lvl="0" indent="-342900">
              <a:spcBef>
                <a:spcPct val="20000"/>
              </a:spcBef>
              <a:buSzPct val="100000"/>
              <a:buChar char="•"/>
            </a:pPr>
            <a:r>
              <a:rPr lang="en-US" sz="2400"/>
              <a:t>1999</a:t>
            </a:r>
            <a:r>
              <a:rPr lang="zh-CN" sz="2400"/>
              <a:t>年，上海华虹引进日本</a:t>
            </a:r>
            <a:r>
              <a:rPr lang="en-US" sz="2400"/>
              <a:t>NEC</a:t>
            </a:r>
            <a:r>
              <a:rPr lang="zh-CN" sz="2400"/>
              <a:t>技术生产</a:t>
            </a:r>
            <a:r>
              <a:rPr lang="en-US" sz="2400"/>
              <a:t>64Mb DRAM</a:t>
            </a:r>
            <a:r>
              <a:rPr lang="zh-CN" sz="2400"/>
              <a:t>，</a:t>
            </a:r>
            <a:r>
              <a:rPr lang="en-US" sz="2400"/>
              <a:t>2004</a:t>
            </a:r>
            <a:r>
              <a:rPr lang="zh-CN" sz="2400"/>
              <a:t>年转型晶圆代工</a:t>
            </a:r>
            <a:endParaRPr/>
          </a:p>
        </p:txBody>
      </p:sp>
      <p:pic>
        <p:nvPicPr>
          <p:cNvPr id="570" name="Text Box 3"/>
          <p:cNvPicPr>
            <a:picLocks noGrp="true" noChangeAspect="true"/>
          </p:cNvPicPr>
          <p:nvPr/>
        </p:nvPicPr>
        <p:blipFill>
          <a:blip r:embed="rId1"/>
          <a:srcRect/>
          <a:stretch>
            <a:fillRect/>
          </a:stretch>
        </p:blipFill>
        <p:spPr>
          <a:xfrm>
            <a:off x="444500" y="250825"/>
            <a:ext cx="1298575" cy="400050"/>
          </a:xfrm>
          <a:prstGeom prst="rect">
            <a:avLst/>
          </a:prstGeom>
          <a:noFill/>
        </p:spPr>
      </p:pic>
      <p:pic>
        <p:nvPicPr>
          <p:cNvPr id="571" name="Picture 4"/>
          <p:cNvPicPr>
            <a:picLocks noGrp="true" noChangeAspect="true"/>
          </p:cNvPicPr>
          <p:nvPr/>
        </p:nvPicPr>
        <p:blipFill>
          <a:blip r:embed="rId2"/>
          <a:srcRect/>
          <a:stretch>
            <a:fillRect/>
          </a:stretch>
        </p:blipFill>
        <p:spPr>
          <a:xfrm>
            <a:off x="6858000" y="152400"/>
            <a:ext cx="1606550" cy="1071562"/>
          </a:xfrm>
          <a:prstGeom prst="rect">
            <a:avLst/>
          </a:prstGeom>
          <a:noFill/>
        </p:spPr>
      </p:pic>
    </p:spTree>
  </p:cSld>
  <p:clrMapOvr>
    <a:masterClrMapping/>
  </p:clrMapOvr>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572" name=""/>
        <p:cNvGrpSpPr/>
        <p:nvPr/>
      </p:nvGrpSpPr>
      <p:grpSpPr>
        <a:xfrm>
          <a:off x="0" y="0"/>
          <a:ext cx="0" cy="0"/>
          <a:chOff x="0" y="0"/>
          <a:chExt cx="0" cy="0"/>
        </a:xfrm>
      </p:grpSpPr>
      <p:sp>
        <p:nvSpPr>
          <p:cNvPr id="573"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t>国产半导体存储的发展</a:t>
            </a:r>
            <a:r>
              <a:rPr lang="en-US"/>
              <a:t> - DRAM</a:t>
            </a:r>
            <a:endParaRPr/>
          </a:p>
        </p:txBody>
      </p:sp>
      <p:sp>
        <p:nvSpPr>
          <p:cNvPr id="574" name="Content Placeholder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ea typeface="SimSun"/>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ea typeface="SimSun"/>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ea typeface="SimSun"/>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ea typeface="SimSun"/>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ea typeface="SimSun"/>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sz="2400" baseline="0"/>
              <a:t>2004</a:t>
            </a:r>
            <a:r>
              <a:rPr lang="zh-CN" sz="2400" baseline="0"/>
              <a:t>年，中芯国际开始投产</a:t>
            </a:r>
            <a:r>
              <a:rPr lang="en-US" sz="2400" baseline="0"/>
              <a:t>DRAM</a:t>
            </a:r>
            <a:r>
              <a:rPr lang="zh-CN" sz="2400" baseline="0"/>
              <a:t>，后为奇梦达</a:t>
            </a:r>
            <a:r>
              <a:rPr lang="en-US" sz="2400" baseline="0"/>
              <a:t>(Qimonda</a:t>
            </a:r>
            <a:r>
              <a:rPr lang="zh-CN" sz="2400" baseline="0"/>
              <a:t>，原西门子</a:t>
            </a:r>
            <a:r>
              <a:rPr lang="en-US" sz="2400" baseline="0"/>
              <a:t>DRAM</a:t>
            </a:r>
            <a:r>
              <a:rPr lang="zh-CN" sz="2400" baseline="0"/>
              <a:t>部门</a:t>
            </a:r>
            <a:r>
              <a:rPr lang="en-US" sz="2400" baseline="0"/>
              <a:t>)</a:t>
            </a:r>
            <a:r>
              <a:rPr lang="zh-CN" sz="2400" baseline="0"/>
              <a:t>等厂商代工</a:t>
            </a:r>
            <a:r>
              <a:rPr lang="en-US" sz="2400" baseline="0"/>
              <a:t>DRAM</a:t>
            </a:r>
            <a:endParaRPr lang="en-US" sz="2400"/>
          </a:p>
          <a:p>
            <a:pPr marL="342900" lvl="0" indent="-342900" defTabSz="914400" hangingPunct="true">
              <a:lnSpc>
                <a:spcPct val="100000"/>
              </a:lnSpc>
              <a:spcBef>
                <a:spcPct val="20000"/>
              </a:spcBef>
              <a:buSzPct val="100000"/>
              <a:buChar char="•"/>
            </a:pPr>
            <a:r>
              <a:rPr lang="en-US" sz="2400" baseline="0"/>
              <a:t>2008</a:t>
            </a:r>
            <a:r>
              <a:rPr lang="zh-CN" sz="2400" baseline="0"/>
              <a:t>年，中芯国际收缩业务，放弃</a:t>
            </a:r>
            <a:r>
              <a:rPr lang="en-US" sz="2400" baseline="0"/>
              <a:t>DRAM</a:t>
            </a:r>
            <a:r>
              <a:rPr lang="zh-CN" sz="2400" baseline="0"/>
              <a:t>制造</a:t>
            </a:r>
            <a:endParaRPr lang="en-US" sz="2400"/>
          </a:p>
          <a:p>
            <a:pPr marL="342900" lvl="0" indent="-342900" defTabSz="914400" hangingPunct="true">
              <a:lnSpc>
                <a:spcPct val="100000"/>
              </a:lnSpc>
              <a:spcBef>
                <a:spcPct val="20000"/>
              </a:spcBef>
              <a:buSzPct val="100000"/>
              <a:buChar char="•"/>
            </a:pPr>
            <a:r>
              <a:rPr lang="zh-CN" sz="2400" baseline="0"/>
              <a:t>国产</a:t>
            </a:r>
            <a:r>
              <a:rPr lang="en-US" sz="2400" baseline="0"/>
              <a:t>DRAM</a:t>
            </a:r>
            <a:r>
              <a:rPr lang="zh-CN" sz="2400" baseline="0"/>
              <a:t>开始长达</a:t>
            </a:r>
            <a:r>
              <a:rPr lang="en-US" sz="2400" baseline="0"/>
              <a:t>8</a:t>
            </a:r>
            <a:r>
              <a:rPr lang="zh-CN" sz="2400" baseline="0"/>
              <a:t>年的空白期。。。</a:t>
            </a:r>
            <a:endParaRPr lang="en-US" sz="2400"/>
          </a:p>
          <a:p>
            <a:pPr marL="342900" lvl="0" indent="-342900" defTabSz="914400" hangingPunct="true">
              <a:lnSpc>
                <a:spcPct val="100000"/>
              </a:lnSpc>
              <a:spcBef>
                <a:spcPct val="20000"/>
              </a:spcBef>
              <a:buSzPct val="100000"/>
              <a:buChar char="•"/>
            </a:pPr>
            <a:endParaRPr/>
          </a:p>
          <a:p>
            <a:pPr marL="342900" lvl="0" indent="-342900" defTabSz="914400" hangingPunct="true">
              <a:lnSpc>
                <a:spcPct val="100000"/>
              </a:lnSpc>
              <a:spcBef>
                <a:spcPct val="20000"/>
              </a:spcBef>
              <a:buSzPct val="100000"/>
              <a:buChar char="•"/>
            </a:pPr>
            <a:r>
              <a:rPr lang="en-US" sz="2400" baseline="0"/>
              <a:t>2010s</a:t>
            </a:r>
            <a:r>
              <a:rPr lang="zh-CN" sz="2400" baseline="0"/>
              <a:t>中，智能手机和数据中心的发展使</a:t>
            </a:r>
            <a:r>
              <a:rPr lang="en-US" sz="2400" baseline="0"/>
              <a:t>DRAM</a:t>
            </a:r>
            <a:r>
              <a:rPr lang="zh-CN" sz="2400" baseline="0"/>
              <a:t>需求剧增</a:t>
            </a:r>
            <a:endParaRPr lang="en-US" sz="2400"/>
          </a:p>
          <a:p>
            <a:pPr marL="342900" lvl="0" indent="-342900" defTabSz="914400" hangingPunct="true">
              <a:lnSpc>
                <a:spcPct val="100000"/>
              </a:lnSpc>
              <a:spcBef>
                <a:spcPct val="20000"/>
              </a:spcBef>
              <a:buSzPct val="100000"/>
              <a:buChar char="•"/>
            </a:pPr>
            <a:r>
              <a:rPr lang="en-US" sz="2400" baseline="0"/>
              <a:t>2016</a:t>
            </a:r>
            <a:r>
              <a:rPr lang="zh-CN" sz="2400" baseline="0"/>
              <a:t>年，福建晋华与台湾联电签订协议，由联电代为研发</a:t>
            </a:r>
            <a:r>
              <a:rPr lang="en-US" sz="2400" baseline="0"/>
              <a:t>DRAM</a:t>
            </a:r>
            <a:r>
              <a:rPr lang="zh-CN" sz="2400" baseline="0"/>
              <a:t>技术，联电从美光</a:t>
            </a:r>
            <a:r>
              <a:rPr lang="en-US" sz="2400" baseline="0"/>
              <a:t>(Micron)</a:t>
            </a:r>
            <a:r>
              <a:rPr lang="zh-CN" sz="2400" baseline="0"/>
              <a:t>挖了部分技术人员</a:t>
            </a:r>
            <a:endParaRPr lang="en-US" sz="2400"/>
          </a:p>
          <a:p>
            <a:pPr marL="742950" lvl="1" indent="-285750" defTabSz="914400" hangingPunct="true">
              <a:lnSpc>
                <a:spcPct val="100000"/>
              </a:lnSpc>
              <a:spcBef>
                <a:spcPct val="20000"/>
              </a:spcBef>
              <a:buSzPct val="100000"/>
              <a:buChar char="–"/>
            </a:pPr>
            <a:r>
              <a:rPr lang="en-US" sz="2000" baseline="0"/>
              <a:t>2017</a:t>
            </a:r>
            <a:r>
              <a:rPr lang="zh-CN" sz="2000" baseline="0"/>
              <a:t>年</a:t>
            </a:r>
            <a:r>
              <a:rPr lang="en-US" sz="2000" baseline="0"/>
              <a:t>12</a:t>
            </a:r>
            <a:r>
              <a:rPr lang="zh-CN" sz="2000" baseline="0"/>
              <a:t>月，</a:t>
            </a:r>
            <a:r>
              <a:rPr lang="zh-CN" sz="2000" baseline="0"/>
              <a:t>美光起诉</a:t>
            </a:r>
            <a:r>
              <a:rPr lang="zh-CN" sz="2000" baseline="0"/>
              <a:t>晋华和联电，晋华和联电反诉</a:t>
            </a:r>
            <a:endParaRPr lang="en-US" sz="2000"/>
          </a:p>
          <a:p>
            <a:pPr marL="742950" lvl="1" indent="-285750" defTabSz="914400" hangingPunct="true">
              <a:lnSpc>
                <a:spcPct val="100000"/>
              </a:lnSpc>
              <a:spcBef>
                <a:spcPct val="20000"/>
              </a:spcBef>
              <a:buSzPct val="100000"/>
              <a:buChar char="–"/>
            </a:pPr>
            <a:r>
              <a:rPr lang="en-US" sz="2000" baseline="0"/>
              <a:t>2018</a:t>
            </a:r>
            <a:r>
              <a:rPr lang="zh-CN" sz="2000" baseline="0"/>
              <a:t>年</a:t>
            </a:r>
            <a:r>
              <a:rPr lang="en-US" sz="2000" baseline="0"/>
              <a:t>10</a:t>
            </a:r>
            <a:r>
              <a:rPr lang="zh-CN" sz="2000" baseline="0"/>
              <a:t>月，晋华被美国商务部禁运</a:t>
            </a:r>
            <a:endParaRPr lang="en-US" sz="2000"/>
          </a:p>
          <a:p>
            <a:pPr marL="742950" lvl="1" indent="-285750" defTabSz="914400" hangingPunct="true">
              <a:lnSpc>
                <a:spcPct val="100000"/>
              </a:lnSpc>
              <a:spcBef>
                <a:spcPct val="20000"/>
              </a:spcBef>
              <a:buSzPct val="100000"/>
              <a:buChar char="–"/>
            </a:pPr>
            <a:r>
              <a:rPr lang="en-US" sz="2000" baseline="0"/>
              <a:t>2023</a:t>
            </a:r>
            <a:r>
              <a:rPr lang="zh-CN" sz="2000" baseline="0"/>
              <a:t>年</a:t>
            </a:r>
            <a:r>
              <a:rPr lang="en-US" sz="2000" baseline="0"/>
              <a:t>12</a:t>
            </a:r>
            <a:r>
              <a:rPr lang="zh-CN" sz="2000" baseline="0"/>
              <a:t>月，晋华与美光和解</a:t>
            </a:r>
            <a:r>
              <a:rPr lang="zh-CN" sz="2000" baseline="0"/>
              <a:t>，但已错过了</a:t>
            </a:r>
            <a:r>
              <a:rPr lang="zh-CN" sz="2000" baseline="0"/>
              <a:t>关键</a:t>
            </a:r>
            <a:r>
              <a:rPr lang="zh-CN" sz="2000" baseline="0"/>
              <a:t>的市场机遇</a:t>
            </a:r>
            <a:endParaRPr lang="en-US" sz="2000"/>
          </a:p>
          <a:p>
            <a:pPr marL="342900" lvl="0" indent="-342900" defTabSz="914400" hangingPunct="true">
              <a:lnSpc>
                <a:spcPct val="100000"/>
              </a:lnSpc>
              <a:spcBef>
                <a:spcPct val="20000"/>
              </a:spcBef>
              <a:buSzPct val="100000"/>
              <a:buChar char="•"/>
            </a:pPr>
            <a:endParaRPr/>
          </a:p>
        </p:txBody>
      </p:sp>
      <p:pic>
        <p:nvPicPr>
          <p:cNvPr id="575" name="Text Box 3"/>
          <p:cNvPicPr>
            <a:picLocks noGrp="true" noChangeAspect="true"/>
          </p:cNvPicPr>
          <p:nvPr/>
        </p:nvPicPr>
        <p:blipFill>
          <a:blip r:embed="rId1"/>
          <a:srcRect/>
          <a:stretch>
            <a:fillRect/>
          </a:stretch>
        </p:blipFill>
        <p:spPr>
          <a:xfrm>
            <a:off x="444500" y="250825"/>
            <a:ext cx="1298575" cy="400050"/>
          </a:xfrm>
          <a:prstGeom prst="rect">
            <a:avLst/>
          </a:prstGeom>
          <a:noFill/>
        </p:spPr>
      </p:pic>
    </p:spTree>
  </p:cSld>
  <p:clrMapOvr>
    <a:masterClrMapping/>
  </p:clrMapOvr>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576" name=""/>
        <p:cNvGrpSpPr/>
        <p:nvPr/>
      </p:nvGrpSpPr>
      <p:grpSpPr>
        <a:xfrm>
          <a:off x="0" y="0"/>
          <a:ext cx="0" cy="0"/>
          <a:chOff x="0" y="0"/>
          <a:chExt cx="0" cy="0"/>
        </a:xfrm>
      </p:grpSpPr>
      <p:sp>
        <p:nvSpPr>
          <p:cNvPr id="577"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t>国产半导体存储的发展</a:t>
            </a:r>
            <a:r>
              <a:rPr lang="en-US"/>
              <a:t> - DRAM</a:t>
            </a:r>
            <a:endParaRPr/>
          </a:p>
        </p:txBody>
      </p:sp>
      <p:sp>
        <p:nvSpPr>
          <p:cNvPr id="578" name="Content Placeholder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ea typeface="SimSun"/>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ea typeface="SimSun"/>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ea typeface="SimSun"/>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ea typeface="SimSun"/>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ea typeface="SimSun"/>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zh-CN" sz="2400" baseline="0">
                <a:solidFill>
                  <a:schemeClr val="lt2"/>
                </a:solidFill>
              </a:rPr>
              <a:t>奇梦达在</a:t>
            </a:r>
            <a:r>
              <a:rPr lang="en-US" sz="2400" baseline="0">
                <a:solidFill>
                  <a:schemeClr val="lt2"/>
                </a:solidFill>
              </a:rPr>
              <a:t>2008</a:t>
            </a:r>
            <a:r>
              <a:rPr lang="zh-CN" sz="2400" baseline="0">
                <a:solidFill>
                  <a:schemeClr val="lt2"/>
                </a:solidFill>
              </a:rPr>
              <a:t>金融危机前是世界第四大</a:t>
            </a:r>
            <a:r>
              <a:rPr lang="en-US" sz="2400" baseline="0">
                <a:solidFill>
                  <a:schemeClr val="lt2"/>
                </a:solidFill>
              </a:rPr>
              <a:t>DRAM</a:t>
            </a:r>
            <a:r>
              <a:rPr lang="zh-CN" sz="2400" baseline="0">
                <a:solidFill>
                  <a:schemeClr val="lt2"/>
                </a:solidFill>
              </a:rPr>
              <a:t>厂商，”欧洲半导体存储之光”</a:t>
            </a:r>
            <a:endParaRPr lang="en-US" sz="2400"/>
          </a:p>
          <a:p>
            <a:pPr marL="742950" lvl="1" indent="-285750" defTabSz="914400" hangingPunct="true">
              <a:lnSpc>
                <a:spcPct val="100000"/>
              </a:lnSpc>
              <a:spcBef>
                <a:spcPct val="20000"/>
              </a:spcBef>
              <a:buSzPct val="100000"/>
              <a:buChar char="–"/>
            </a:pPr>
            <a:r>
              <a:rPr lang="en-US" sz="2000" baseline="0"/>
              <a:t>2009</a:t>
            </a:r>
            <a:r>
              <a:rPr lang="zh-CN" sz="2000" baseline="0"/>
              <a:t>年</a:t>
            </a:r>
            <a:r>
              <a:rPr lang="en-US" sz="2000" baseline="0"/>
              <a:t>4</a:t>
            </a:r>
            <a:r>
              <a:rPr lang="zh-CN" sz="2000" baseline="0"/>
              <a:t>月破产，华芯、浪潮、紫光先后等接手了奇梦达在西安和欧洲的</a:t>
            </a:r>
            <a:r>
              <a:rPr lang="zh-CN" sz="2000" baseline="0"/>
              <a:t>部分</a:t>
            </a:r>
            <a:r>
              <a:rPr lang="zh-CN" sz="2000" baseline="0"/>
              <a:t>研发中心和产线（今天的紫光</a:t>
            </a:r>
            <a:r>
              <a:rPr lang="en-US" sz="2000" baseline="0"/>
              <a:t>DRAM</a:t>
            </a:r>
            <a:r>
              <a:rPr lang="zh-CN" sz="2000" baseline="0"/>
              <a:t>业务）</a:t>
            </a:r>
            <a:endParaRPr lang="en-US" sz="2000"/>
          </a:p>
          <a:p>
            <a:pPr marL="742950" lvl="1" indent="-285750" defTabSz="914400" hangingPunct="true">
              <a:lnSpc>
                <a:spcPct val="100000"/>
              </a:lnSpc>
              <a:spcBef>
                <a:spcPct val="20000"/>
              </a:spcBef>
              <a:buSzPct val="100000"/>
              <a:buChar char="–"/>
            </a:pPr>
            <a:r>
              <a:rPr lang="en-US" sz="2000" baseline="0"/>
              <a:t>2015</a:t>
            </a:r>
            <a:r>
              <a:rPr lang="zh-CN" sz="2000" baseline="0"/>
              <a:t>年</a:t>
            </a:r>
            <a:r>
              <a:rPr lang="en-US" sz="2000" baseline="0"/>
              <a:t>6</a:t>
            </a:r>
            <a:r>
              <a:rPr lang="zh-CN" sz="2000" baseline="0"/>
              <a:t>月，奇梦达核心专利被英飞凌打包出售</a:t>
            </a:r>
            <a:endParaRPr lang="en-US" sz="2000"/>
          </a:p>
          <a:p>
            <a:pPr marL="342900" lvl="0" indent="-342900" defTabSz="914400" hangingPunct="true">
              <a:lnSpc>
                <a:spcPct val="100000"/>
              </a:lnSpc>
              <a:spcBef>
                <a:spcPct val="20000"/>
              </a:spcBef>
              <a:buSzPct val="100000"/>
              <a:buChar char="•"/>
            </a:pPr>
            <a:r>
              <a:rPr lang="en-US" sz="2300" baseline="0"/>
              <a:t>2016</a:t>
            </a:r>
            <a:r>
              <a:rPr lang="zh-CN" sz="2300" baseline="0"/>
              <a:t>年，合肥长鑫成立，获得了奇梦达</a:t>
            </a:r>
            <a:r>
              <a:rPr lang="en-US" sz="2300" baseline="0"/>
              <a:t>DRAM</a:t>
            </a:r>
            <a:r>
              <a:rPr lang="zh-CN" sz="2300" baseline="0"/>
              <a:t>相关的核心技术</a:t>
            </a:r>
            <a:endParaRPr lang="en-US" sz="2300"/>
          </a:p>
          <a:p>
            <a:pPr marL="342900" lvl="0" indent="-342900" defTabSz="914400" hangingPunct="true">
              <a:lnSpc>
                <a:spcPct val="100000"/>
              </a:lnSpc>
              <a:spcBef>
                <a:spcPct val="20000"/>
              </a:spcBef>
              <a:buSzPct val="100000"/>
              <a:buChar char="•"/>
            </a:pPr>
            <a:r>
              <a:rPr lang="en-US" sz="2400" baseline="0"/>
              <a:t>2019</a:t>
            </a:r>
            <a:r>
              <a:rPr lang="zh-CN" sz="2400" baseline="0"/>
              <a:t>年，长鑫在奇梦达</a:t>
            </a:r>
            <a:r>
              <a:rPr lang="en-US" sz="2400" baseline="0"/>
              <a:t>46nm DRAM</a:t>
            </a:r>
            <a:r>
              <a:rPr lang="zh-CN" sz="2400" baseline="0"/>
              <a:t>基础上，实现了</a:t>
            </a:r>
            <a:r>
              <a:rPr lang="en-US" sz="2400" baseline="0"/>
              <a:t>10nm DRAM</a:t>
            </a:r>
            <a:r>
              <a:rPr lang="zh-CN" sz="2400" baseline="0"/>
              <a:t>技术，并继续收购了奇梦达其余专利</a:t>
            </a:r>
            <a:endParaRPr lang="en-US" sz="2400"/>
          </a:p>
          <a:p>
            <a:pPr marL="342900" lvl="0" indent="-342900" defTabSz="914400" hangingPunct="true">
              <a:lnSpc>
                <a:spcPct val="100000"/>
              </a:lnSpc>
              <a:spcBef>
                <a:spcPct val="20000"/>
              </a:spcBef>
              <a:buSzPct val="100000"/>
              <a:buChar char="•"/>
            </a:pPr>
            <a:r>
              <a:rPr lang="en-US" sz="2400" baseline="0"/>
              <a:t>2023</a:t>
            </a:r>
            <a:r>
              <a:rPr lang="zh-CN" sz="2400" baseline="0"/>
              <a:t>年，长鑫发布</a:t>
            </a:r>
            <a:r>
              <a:rPr lang="en-US" sz="2400" baseline="0"/>
              <a:t>12Gb LPDDR5 DRAM</a:t>
            </a:r>
            <a:r>
              <a:rPr lang="zh-CN" sz="2400" baseline="0"/>
              <a:t>颗粒</a:t>
            </a:r>
            <a:endParaRPr/>
          </a:p>
        </p:txBody>
      </p:sp>
      <p:pic>
        <p:nvPicPr>
          <p:cNvPr id="579" name="Text Box 3"/>
          <p:cNvPicPr>
            <a:picLocks noGrp="true" noChangeAspect="true"/>
          </p:cNvPicPr>
          <p:nvPr/>
        </p:nvPicPr>
        <p:blipFill>
          <a:blip r:embed="rId1"/>
          <a:srcRect/>
          <a:stretch>
            <a:fillRect/>
          </a:stretch>
        </p:blipFill>
        <p:spPr>
          <a:xfrm>
            <a:off x="444500" y="250825"/>
            <a:ext cx="1298575" cy="400050"/>
          </a:xfrm>
          <a:prstGeom prst="rect">
            <a:avLst/>
          </a:prstGeom>
          <a:noFill/>
        </p:spPr>
      </p:pic>
    </p:spTree>
  </p:cSld>
  <p:clrMapOvr>
    <a:masterClrMapping/>
  </p:clrMapOvr>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584" name=""/>
        <p:cNvGrpSpPr/>
        <p:nvPr/>
      </p:nvGrpSpPr>
      <p:grpSpPr>
        <a:xfrm>
          <a:off x="0" y="0"/>
          <a:ext cx="0" cy="0"/>
          <a:chOff x="0" y="0"/>
          <a:chExt cx="0" cy="0"/>
        </a:xfrm>
      </p:grpSpPr>
      <p:sp>
        <p:nvSpPr>
          <p:cNvPr id="585"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t>国产半导体存储的发展</a:t>
            </a:r>
            <a:r>
              <a:rPr lang="en-US"/>
              <a:t> - NAND Flash</a:t>
            </a:r>
            <a:endParaRPr/>
          </a:p>
        </p:txBody>
      </p:sp>
      <p:sp>
        <p:nvSpPr>
          <p:cNvPr id="586" name="Content Placeholder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ea typeface="SimSun"/>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ea typeface="SimSun"/>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ea typeface="SimSun"/>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ea typeface="SimSun"/>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ea typeface="SimSun"/>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sz="2400" baseline="0">
                <a:solidFill>
                  <a:schemeClr val="lt2"/>
                </a:solidFill>
              </a:rPr>
              <a:t>1986</a:t>
            </a:r>
            <a:r>
              <a:rPr lang="zh-CN" sz="2400" baseline="0">
                <a:solidFill>
                  <a:schemeClr val="lt2"/>
                </a:solidFill>
              </a:rPr>
              <a:t>年，东芝工程师舛冈富士雄博士发明</a:t>
            </a:r>
            <a:r>
              <a:rPr lang="en-US" sz="2400" baseline="0">
                <a:solidFill>
                  <a:schemeClr val="lt2"/>
                </a:solidFill>
              </a:rPr>
              <a:t>NAND Flash</a:t>
            </a:r>
            <a:endParaRPr lang="en-US" sz="2400"/>
          </a:p>
          <a:p>
            <a:pPr marL="342900" lvl="0" indent="-342900" defTabSz="914400" hangingPunct="true">
              <a:lnSpc>
                <a:spcPct val="100000"/>
              </a:lnSpc>
              <a:spcBef>
                <a:spcPct val="20000"/>
              </a:spcBef>
              <a:buSzPct val="100000"/>
              <a:buChar char="•"/>
            </a:pPr>
            <a:r>
              <a:rPr lang="en-US" sz="2400" baseline="0">
                <a:solidFill>
                  <a:schemeClr val="lt2"/>
                </a:solidFill>
              </a:rPr>
              <a:t>1991</a:t>
            </a:r>
            <a:r>
              <a:rPr lang="zh-CN" sz="2400" baseline="0">
                <a:solidFill>
                  <a:schemeClr val="lt2"/>
                </a:solidFill>
              </a:rPr>
              <a:t>年，东芝发布</a:t>
            </a:r>
            <a:r>
              <a:rPr lang="en-US" sz="2400" baseline="0">
                <a:solidFill>
                  <a:schemeClr val="lt2"/>
                </a:solidFill>
              </a:rPr>
              <a:t>4MB NAND</a:t>
            </a:r>
            <a:endParaRPr lang="en-US" sz="2400"/>
          </a:p>
          <a:p>
            <a:pPr marL="342900" lvl="0" indent="-342900" defTabSz="914400" hangingPunct="true">
              <a:lnSpc>
                <a:spcPct val="100000"/>
              </a:lnSpc>
              <a:spcBef>
                <a:spcPct val="20000"/>
              </a:spcBef>
              <a:buSzPct val="100000"/>
              <a:buChar char="•"/>
            </a:pPr>
            <a:r>
              <a:rPr lang="en-US" sz="2400" baseline="0">
                <a:solidFill>
                  <a:schemeClr val="lt2"/>
                </a:solidFill>
              </a:rPr>
              <a:t>1992</a:t>
            </a:r>
            <a:r>
              <a:rPr lang="zh-CN" sz="2400" baseline="0">
                <a:solidFill>
                  <a:schemeClr val="lt2"/>
                </a:solidFill>
              </a:rPr>
              <a:t>年，</a:t>
            </a:r>
            <a:r>
              <a:rPr lang="en-US" sz="2400" baseline="0">
                <a:solidFill>
                  <a:schemeClr val="lt2"/>
                </a:solidFill>
              </a:rPr>
              <a:t>Intel</a:t>
            </a:r>
            <a:r>
              <a:rPr lang="zh-CN" sz="2400" baseline="0">
                <a:solidFill>
                  <a:schemeClr val="lt2"/>
                </a:solidFill>
              </a:rPr>
              <a:t>发布</a:t>
            </a:r>
            <a:r>
              <a:rPr lang="en-US" sz="2400" baseline="0">
                <a:solidFill>
                  <a:schemeClr val="lt2"/>
                </a:solidFill>
              </a:rPr>
              <a:t>12MB NAND</a:t>
            </a:r>
            <a:endParaRPr lang="en-US" sz="2400"/>
          </a:p>
          <a:p>
            <a:pPr marL="342900" lvl="0" indent="-342900" defTabSz="914400" hangingPunct="true">
              <a:lnSpc>
                <a:spcPct val="100000"/>
              </a:lnSpc>
              <a:spcBef>
                <a:spcPct val="20000"/>
              </a:spcBef>
              <a:buSzPct val="100000"/>
              <a:buChar char="•"/>
            </a:pPr>
            <a:r>
              <a:rPr lang="en-US" sz="2400" baseline="0">
                <a:solidFill>
                  <a:schemeClr val="lt2"/>
                </a:solidFill>
              </a:rPr>
              <a:t>1999</a:t>
            </a:r>
            <a:r>
              <a:rPr lang="zh-CN" sz="2400" baseline="0">
                <a:solidFill>
                  <a:schemeClr val="lt2"/>
                </a:solidFill>
              </a:rPr>
              <a:t>年，三星发布</a:t>
            </a:r>
            <a:r>
              <a:rPr lang="en-US" sz="2400" baseline="0">
                <a:solidFill>
                  <a:schemeClr val="lt2"/>
                </a:solidFill>
              </a:rPr>
              <a:t>1GB NAND</a:t>
            </a:r>
            <a:endParaRPr lang="en-US" sz="2400"/>
          </a:p>
          <a:p>
            <a:pPr marL="742950" lvl="1" indent="-285750" defTabSz="914400" hangingPunct="true">
              <a:lnSpc>
                <a:spcPct val="100000"/>
              </a:lnSpc>
              <a:spcBef>
                <a:spcPct val="20000"/>
              </a:spcBef>
              <a:buSzPct val="100000"/>
              <a:buChar char="–"/>
            </a:pPr>
            <a:r>
              <a:rPr lang="en-US" sz="2000" baseline="0"/>
              <a:t>2002</a:t>
            </a:r>
            <a:r>
              <a:rPr lang="zh-CN" sz="2000" baseline="0"/>
              <a:t>年朗科发明</a:t>
            </a:r>
            <a:r>
              <a:rPr lang="en-US" sz="2000" baseline="0"/>
              <a:t>U</a:t>
            </a:r>
            <a:r>
              <a:rPr lang="zh-CN" sz="2000" baseline="0"/>
              <a:t>盘</a:t>
            </a:r>
            <a:endParaRPr lang="en-US" sz="2000"/>
          </a:p>
          <a:p>
            <a:pPr marL="342900" lvl="0" indent="-342900" defTabSz="914400" hangingPunct="true">
              <a:lnSpc>
                <a:spcPct val="100000"/>
              </a:lnSpc>
              <a:spcBef>
                <a:spcPct val="20000"/>
              </a:spcBef>
              <a:buSzPct val="100000"/>
              <a:buChar char="•"/>
            </a:pPr>
            <a:r>
              <a:rPr lang="en-US" sz="2400" baseline="0">
                <a:solidFill>
                  <a:schemeClr val="lt2"/>
                </a:solidFill>
              </a:rPr>
              <a:t>2007</a:t>
            </a:r>
            <a:r>
              <a:rPr lang="zh-CN" sz="2400" baseline="0">
                <a:solidFill>
                  <a:schemeClr val="lt2"/>
                </a:solidFill>
              </a:rPr>
              <a:t>年，东芝发布</a:t>
            </a:r>
            <a:r>
              <a:rPr lang="en-US" sz="2400" baseline="0">
                <a:solidFill>
                  <a:schemeClr val="lt2"/>
                </a:solidFill>
              </a:rPr>
              <a:t>3D NAND</a:t>
            </a:r>
            <a:r>
              <a:rPr lang="zh-CN" sz="2400" baseline="0">
                <a:solidFill>
                  <a:schemeClr val="lt2"/>
                </a:solidFill>
              </a:rPr>
              <a:t>技术</a:t>
            </a:r>
            <a:r>
              <a:rPr lang="en-US" sz="2400" baseline="0">
                <a:solidFill>
                  <a:schemeClr val="lt2"/>
                </a:solidFill>
              </a:rPr>
              <a:t>BiCS</a:t>
            </a:r>
            <a:endParaRPr lang="en-US" sz="2400"/>
          </a:p>
          <a:p>
            <a:pPr marL="342900" lvl="0" indent="-342900" defTabSz="914400" hangingPunct="true">
              <a:lnSpc>
                <a:spcPct val="100000"/>
              </a:lnSpc>
              <a:spcBef>
                <a:spcPct val="20000"/>
              </a:spcBef>
              <a:buSzPct val="100000"/>
              <a:buChar char="•"/>
            </a:pPr>
            <a:r>
              <a:rPr lang="en-US" sz="2400" baseline="0">
                <a:solidFill>
                  <a:schemeClr val="lt2"/>
                </a:solidFill>
              </a:rPr>
              <a:t>2013</a:t>
            </a:r>
            <a:r>
              <a:rPr lang="zh-CN" sz="2400" baseline="0">
                <a:solidFill>
                  <a:schemeClr val="lt2"/>
                </a:solidFill>
              </a:rPr>
              <a:t>年，三星发布</a:t>
            </a:r>
            <a:r>
              <a:rPr lang="en-US" sz="2400" baseline="0">
                <a:solidFill>
                  <a:schemeClr val="lt2"/>
                </a:solidFill>
              </a:rPr>
              <a:t>3D NAND</a:t>
            </a:r>
            <a:r>
              <a:rPr lang="zh-CN" sz="2400" baseline="0">
                <a:solidFill>
                  <a:schemeClr val="lt2"/>
                </a:solidFill>
              </a:rPr>
              <a:t>技术</a:t>
            </a:r>
            <a:r>
              <a:rPr lang="en-US" sz="2400" baseline="0">
                <a:solidFill>
                  <a:schemeClr val="lt2"/>
                </a:solidFill>
              </a:rPr>
              <a:t>V-NAND</a:t>
            </a:r>
            <a:endParaRPr lang="en-US" sz="2400"/>
          </a:p>
          <a:p>
            <a:pPr marL="342900" lvl="0" indent="-342900" defTabSz="914400" hangingPunct="true">
              <a:lnSpc>
                <a:spcPct val="100000"/>
              </a:lnSpc>
              <a:spcBef>
                <a:spcPct val="20000"/>
              </a:spcBef>
              <a:buSzPct val="100000"/>
              <a:buChar char="•"/>
            </a:pPr>
            <a:r>
              <a:rPr lang="en-US" sz="2400" baseline="0">
                <a:solidFill>
                  <a:schemeClr val="lt2"/>
                </a:solidFill>
              </a:rPr>
              <a:t>2016</a:t>
            </a:r>
            <a:r>
              <a:rPr lang="zh-CN" sz="2400" baseline="0">
                <a:solidFill>
                  <a:schemeClr val="lt2"/>
                </a:solidFill>
              </a:rPr>
              <a:t>年，</a:t>
            </a:r>
            <a:r>
              <a:rPr lang="en-US" sz="2400" baseline="0">
                <a:solidFill>
                  <a:schemeClr val="lt2"/>
                </a:solidFill>
              </a:rPr>
              <a:t>Intel</a:t>
            </a:r>
            <a:r>
              <a:rPr lang="zh-CN" sz="2400" baseline="0">
                <a:solidFill>
                  <a:schemeClr val="lt2"/>
                </a:solidFill>
              </a:rPr>
              <a:t>和美光发布</a:t>
            </a:r>
            <a:r>
              <a:rPr lang="en-US" sz="2400" baseline="0">
                <a:solidFill>
                  <a:schemeClr val="lt2"/>
                </a:solidFill>
              </a:rPr>
              <a:t>3D NAND</a:t>
            </a:r>
            <a:r>
              <a:rPr lang="zh-CN" sz="2400" baseline="0">
                <a:solidFill>
                  <a:schemeClr val="lt2"/>
                </a:solidFill>
              </a:rPr>
              <a:t>技术</a:t>
            </a:r>
            <a:r>
              <a:rPr lang="en-US" sz="2400" baseline="0">
                <a:solidFill>
                  <a:schemeClr val="lt2"/>
                </a:solidFill>
              </a:rPr>
              <a:t>CuA</a:t>
            </a:r>
            <a:endParaRPr lang="en-US" sz="2400"/>
          </a:p>
          <a:p>
            <a:pPr marL="342900" lvl="0" indent="-342900" defTabSz="914400" hangingPunct="true">
              <a:lnSpc>
                <a:spcPct val="100000"/>
              </a:lnSpc>
              <a:spcBef>
                <a:spcPct val="20000"/>
              </a:spcBef>
              <a:buSzPct val="100000"/>
              <a:buChar char="•"/>
            </a:pPr>
            <a:r>
              <a:rPr lang="en-US" sz="2400" baseline="0"/>
              <a:t>2016</a:t>
            </a:r>
            <a:r>
              <a:rPr lang="zh-CN" sz="2400" baseline="0"/>
              <a:t>年，武汉长江存储成立，进入</a:t>
            </a:r>
            <a:r>
              <a:rPr lang="en-US" sz="2400" baseline="0"/>
              <a:t>NAND</a:t>
            </a:r>
            <a:r>
              <a:rPr lang="zh-CN" sz="2400" baseline="0"/>
              <a:t>行业</a:t>
            </a:r>
            <a:endParaRPr lang="en-US" sz="2400"/>
          </a:p>
          <a:p>
            <a:pPr marL="342900" lvl="0" indent="-342900" defTabSz="914400" hangingPunct="true">
              <a:lnSpc>
                <a:spcPct val="100000"/>
              </a:lnSpc>
              <a:spcBef>
                <a:spcPct val="20000"/>
              </a:spcBef>
              <a:buSzPct val="100000"/>
              <a:buChar char="•"/>
            </a:pPr>
            <a:r>
              <a:rPr lang="en-US" sz="2400" baseline="0"/>
              <a:t>2018</a:t>
            </a:r>
            <a:r>
              <a:rPr lang="zh-CN" sz="2400" baseline="0"/>
              <a:t>年，长江存储发布</a:t>
            </a:r>
            <a:r>
              <a:rPr lang="en-US" sz="2400" baseline="0"/>
              <a:t>3D NAND</a:t>
            </a:r>
            <a:r>
              <a:rPr lang="zh-CN" sz="2400" baseline="0"/>
              <a:t>技术</a:t>
            </a:r>
            <a:r>
              <a:rPr lang="en-US" sz="2400" baseline="0"/>
              <a:t>XTacking</a:t>
            </a:r>
            <a:r>
              <a:rPr lang="zh-CN" sz="2400" baseline="0"/>
              <a:t>，以及一款</a:t>
            </a:r>
            <a:r>
              <a:rPr lang="en-US" sz="2400" baseline="0"/>
              <a:t>32</a:t>
            </a:r>
            <a:r>
              <a:rPr lang="zh-CN" sz="2400" baseline="0"/>
              <a:t>层国产</a:t>
            </a:r>
            <a:r>
              <a:rPr lang="en-US" sz="2400" baseline="0"/>
              <a:t>NAND </a:t>
            </a:r>
            <a:endParaRPr lang="en-US" sz="2400"/>
          </a:p>
          <a:p>
            <a:pPr marL="742950" lvl="1" indent="-285750" defTabSz="914400" hangingPunct="true">
              <a:lnSpc>
                <a:spcPct val="100000"/>
              </a:lnSpc>
              <a:spcBef>
                <a:spcPct val="20000"/>
              </a:spcBef>
              <a:buSzPct val="100000"/>
              <a:buChar char="–"/>
            </a:pPr>
            <a:r>
              <a:rPr lang="zh-CN" sz="2000" baseline="0"/>
              <a:t>此时国际领先水平是</a:t>
            </a:r>
            <a:r>
              <a:rPr lang="en-US" sz="2000" baseline="0"/>
              <a:t>96</a:t>
            </a:r>
            <a:r>
              <a:rPr lang="zh-CN" sz="2000" baseline="0"/>
              <a:t>层</a:t>
            </a:r>
            <a:endParaRPr/>
          </a:p>
        </p:txBody>
      </p:sp>
      <p:pic>
        <p:nvPicPr>
          <p:cNvPr id="587" name="Text Box 3"/>
          <p:cNvPicPr>
            <a:picLocks noGrp="true" noChangeAspect="true"/>
          </p:cNvPicPr>
          <p:nvPr/>
        </p:nvPicPr>
        <p:blipFill>
          <a:blip r:embed="rId1"/>
          <a:srcRect/>
          <a:stretch>
            <a:fillRect/>
          </a:stretch>
        </p:blipFill>
        <p:spPr>
          <a:xfrm>
            <a:off x="444500" y="250825"/>
            <a:ext cx="1298575" cy="400050"/>
          </a:xfrm>
          <a:prstGeom prst="rect">
            <a:avLst/>
          </a:prstGeom>
          <a:noFill/>
        </p:spPr>
      </p:pic>
    </p:spTree>
  </p:cSld>
  <p:clrMapOvr>
    <a:masterClrMapping/>
  </p:clrMapOvr>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588" name=""/>
        <p:cNvGrpSpPr/>
        <p:nvPr/>
      </p:nvGrpSpPr>
      <p:grpSpPr>
        <a:xfrm>
          <a:off x="0" y="0"/>
          <a:ext cx="0" cy="0"/>
          <a:chOff x="0" y="0"/>
          <a:chExt cx="0" cy="0"/>
        </a:xfrm>
      </p:grpSpPr>
      <p:sp>
        <p:nvSpPr>
          <p:cNvPr id="589"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t>国产半导体存储的发展</a:t>
            </a:r>
            <a:r>
              <a:rPr lang="en-US"/>
              <a:t> - NAND Flash</a:t>
            </a:r>
            <a:endParaRPr/>
          </a:p>
        </p:txBody>
      </p:sp>
      <p:sp>
        <p:nvSpPr>
          <p:cNvPr id="590" name="Content Placeholder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ea typeface="SimSun"/>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ea typeface="SimSun"/>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ea typeface="SimSun"/>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ea typeface="SimSun"/>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ea typeface="SimSun"/>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sz="2400" baseline="0"/>
              <a:t>2019</a:t>
            </a:r>
            <a:r>
              <a:rPr lang="zh-CN" sz="2400" baseline="0"/>
              <a:t>年</a:t>
            </a:r>
            <a:r>
              <a:rPr lang="en-US" sz="2400" baseline="0"/>
              <a:t>9</a:t>
            </a:r>
            <a:r>
              <a:rPr lang="zh-CN" sz="2400" baseline="0"/>
              <a:t>月，长江存储发布基于</a:t>
            </a:r>
            <a:r>
              <a:rPr lang="en-US" sz="2400" baseline="0"/>
              <a:t>XTacking</a:t>
            </a:r>
            <a:r>
              <a:rPr lang="zh-CN" sz="2400" baseline="0"/>
              <a:t>的</a:t>
            </a:r>
            <a:r>
              <a:rPr lang="en-US" sz="2400" baseline="0"/>
              <a:t>64</a:t>
            </a:r>
            <a:r>
              <a:rPr lang="zh-CN" sz="2400" baseline="0"/>
              <a:t>层</a:t>
            </a:r>
            <a:r>
              <a:rPr lang="en-US" sz="2400" baseline="0"/>
              <a:t>NAND</a:t>
            </a:r>
            <a:endParaRPr lang="en-US" sz="2400"/>
          </a:p>
          <a:p>
            <a:pPr marL="742950" lvl="1" indent="-285750" defTabSz="914400" hangingPunct="true">
              <a:lnSpc>
                <a:spcPct val="100000"/>
              </a:lnSpc>
              <a:spcBef>
                <a:spcPct val="20000"/>
              </a:spcBef>
              <a:buSzPct val="100000"/>
              <a:buChar char="–"/>
            </a:pPr>
            <a:r>
              <a:rPr lang="zh-CN" sz="2000" baseline="0"/>
              <a:t>此时国际领先水平是</a:t>
            </a:r>
            <a:r>
              <a:rPr lang="en-US" sz="2000" baseline="0"/>
              <a:t>128</a:t>
            </a:r>
            <a:r>
              <a:rPr lang="zh-CN" sz="2000" baseline="0"/>
              <a:t>层</a:t>
            </a:r>
            <a:endParaRPr lang="en-US" sz="2000"/>
          </a:p>
          <a:p>
            <a:pPr marL="342900" lvl="0" indent="-342900" defTabSz="914400" hangingPunct="true">
              <a:lnSpc>
                <a:spcPct val="100000"/>
              </a:lnSpc>
              <a:spcBef>
                <a:spcPct val="20000"/>
              </a:spcBef>
              <a:buSzPct val="100000"/>
              <a:buChar char="•"/>
            </a:pPr>
            <a:r>
              <a:rPr lang="en-US" sz="2400" baseline="0"/>
              <a:t>2020</a:t>
            </a:r>
            <a:r>
              <a:rPr lang="zh-CN" sz="2400" baseline="0"/>
              <a:t>年</a:t>
            </a:r>
            <a:r>
              <a:rPr lang="en-US" sz="2400" baseline="0"/>
              <a:t>4</a:t>
            </a:r>
            <a:r>
              <a:rPr lang="zh-CN" sz="2400" baseline="0"/>
              <a:t>月，长江存储试产</a:t>
            </a:r>
            <a:r>
              <a:rPr lang="en-US" sz="2400" baseline="0"/>
              <a:t>128</a:t>
            </a:r>
            <a:r>
              <a:rPr lang="zh-CN" sz="2400" baseline="0"/>
              <a:t>层</a:t>
            </a:r>
            <a:r>
              <a:rPr lang="en-US" sz="2400" baseline="0"/>
              <a:t>NAND</a:t>
            </a:r>
            <a:r>
              <a:rPr lang="zh-CN" sz="2400" baseline="0"/>
              <a:t>，并于</a:t>
            </a:r>
            <a:r>
              <a:rPr lang="en-US" sz="2400" baseline="0"/>
              <a:t>2021</a:t>
            </a:r>
            <a:r>
              <a:rPr lang="zh-CN" sz="2400" baseline="0"/>
              <a:t>年</a:t>
            </a:r>
            <a:r>
              <a:rPr lang="en-US" sz="2400" baseline="0"/>
              <a:t>9</a:t>
            </a:r>
            <a:r>
              <a:rPr lang="zh-CN" sz="2400" baseline="0"/>
              <a:t>月量产（此时国际领先水平是</a:t>
            </a:r>
            <a:r>
              <a:rPr lang="en-US" sz="2400" baseline="0"/>
              <a:t>192</a:t>
            </a:r>
            <a:r>
              <a:rPr lang="zh-CN" sz="2400" baseline="0"/>
              <a:t>层）</a:t>
            </a:r>
            <a:endParaRPr lang="en-US" sz="2000"/>
          </a:p>
          <a:p>
            <a:pPr marL="342900" lvl="0" indent="-342900" defTabSz="914400" hangingPunct="true">
              <a:lnSpc>
                <a:spcPct val="100000"/>
              </a:lnSpc>
              <a:spcBef>
                <a:spcPct val="20000"/>
              </a:spcBef>
              <a:buSzPct val="100000"/>
              <a:buChar char="•"/>
            </a:pPr>
            <a:r>
              <a:rPr lang="en-US" sz="2400" baseline="0"/>
              <a:t>2022</a:t>
            </a:r>
            <a:r>
              <a:rPr lang="zh-CN" sz="2400" baseline="0"/>
              <a:t>年</a:t>
            </a:r>
            <a:r>
              <a:rPr lang="en-US" sz="2400" baseline="0"/>
              <a:t>8</a:t>
            </a:r>
            <a:r>
              <a:rPr lang="zh-CN" sz="2400" baseline="0"/>
              <a:t>月，长江存储试产</a:t>
            </a:r>
            <a:r>
              <a:rPr lang="en-US" sz="2400" baseline="0"/>
              <a:t>232</a:t>
            </a:r>
            <a:r>
              <a:rPr lang="zh-CN" sz="2400" baseline="0"/>
              <a:t>层</a:t>
            </a:r>
            <a:r>
              <a:rPr lang="en-US" sz="2400" baseline="0"/>
              <a:t>NAND</a:t>
            </a:r>
            <a:r>
              <a:rPr lang="zh-CN" sz="2400" baseline="0"/>
              <a:t>，领先或追平三星、</a:t>
            </a:r>
            <a:r>
              <a:rPr lang="en-US" sz="2400" baseline="0"/>
              <a:t>Intel/</a:t>
            </a:r>
            <a:r>
              <a:rPr lang="zh-CN" sz="2400" baseline="0"/>
              <a:t>美光、</a:t>
            </a:r>
            <a:r>
              <a:rPr lang="en-US" sz="2400" baseline="0"/>
              <a:t>kioxia</a:t>
            </a:r>
            <a:r>
              <a:rPr lang="zh-CN" sz="2400" baseline="0"/>
              <a:t>（原东芝</a:t>
            </a:r>
            <a:r>
              <a:rPr lang="en-US" sz="2400" baseline="0"/>
              <a:t>NAND</a:t>
            </a:r>
            <a:r>
              <a:rPr lang="zh-CN" sz="2400" baseline="0"/>
              <a:t>部门）</a:t>
            </a:r>
            <a:endParaRPr lang="en-US" sz="2400"/>
          </a:p>
          <a:p>
            <a:pPr marL="342900" lvl="0" indent="-342900" defTabSz="914400" hangingPunct="true">
              <a:lnSpc>
                <a:spcPct val="100000"/>
              </a:lnSpc>
              <a:spcBef>
                <a:spcPct val="20000"/>
              </a:spcBef>
              <a:buSzPct val="100000"/>
              <a:buChar char="•"/>
            </a:pPr>
            <a:r>
              <a:rPr lang="en-US" sz="2400" baseline="0"/>
              <a:t>2022</a:t>
            </a:r>
            <a:r>
              <a:rPr lang="zh-CN" sz="2400" baseline="0"/>
              <a:t>年</a:t>
            </a:r>
            <a:r>
              <a:rPr lang="en-US" sz="2400" baseline="0"/>
              <a:t>12</a:t>
            </a:r>
            <a:r>
              <a:rPr lang="zh-CN" sz="2400" baseline="0"/>
              <a:t>月，</a:t>
            </a:r>
            <a:r>
              <a:rPr lang="en-US" sz="2400" baseline="0"/>
              <a:t>TechInsights</a:t>
            </a:r>
            <a:r>
              <a:rPr lang="zh-CN" sz="2400" baseline="0"/>
              <a:t>在一款海康威视的</a:t>
            </a:r>
            <a:r>
              <a:rPr lang="en-US" sz="2400" baseline="0"/>
              <a:t>SSD</a:t>
            </a:r>
            <a:r>
              <a:rPr lang="zh-CN" sz="2400" baseline="0"/>
              <a:t>中拆解确认了长江存储</a:t>
            </a:r>
            <a:r>
              <a:rPr lang="en-US" sz="2400" baseline="0"/>
              <a:t>232</a:t>
            </a:r>
            <a:r>
              <a:rPr lang="zh-CN" sz="2400" baseline="0"/>
              <a:t>层</a:t>
            </a:r>
            <a:r>
              <a:rPr lang="en-US" sz="2400" baseline="0"/>
              <a:t>XTacking NAND</a:t>
            </a:r>
            <a:r>
              <a:rPr lang="zh-CN" sz="2400" baseline="0"/>
              <a:t>已经商用</a:t>
            </a:r>
            <a:endParaRPr lang="en-US" sz="2400"/>
          </a:p>
          <a:p>
            <a:pPr marL="742950" lvl="1" indent="-285750" defTabSz="914400" hangingPunct="true">
              <a:lnSpc>
                <a:spcPct val="100000"/>
              </a:lnSpc>
              <a:spcBef>
                <a:spcPct val="20000"/>
              </a:spcBef>
              <a:buSzPct val="100000"/>
              <a:buChar char="–"/>
            </a:pPr>
            <a:r>
              <a:rPr lang="en-US" sz="2000" baseline="0"/>
              <a:t>TechInsights</a:t>
            </a:r>
            <a:r>
              <a:rPr lang="zh-CN" sz="2000" baseline="0"/>
              <a:t>称</a:t>
            </a:r>
            <a:r>
              <a:rPr lang="zh-CN" sz="2000" baseline="0"/>
              <a:t>这是其确认的世界上首款商用</a:t>
            </a:r>
            <a:r>
              <a:rPr lang="en-US" sz="2000" baseline="0"/>
              <a:t>200+</a:t>
            </a:r>
            <a:r>
              <a:rPr lang="zh-CN" sz="2000" baseline="0"/>
              <a:t>层</a:t>
            </a:r>
            <a:r>
              <a:rPr lang="en-US" sz="2000" baseline="0"/>
              <a:t>3D NAND</a:t>
            </a:r>
            <a:endParaRPr lang="en-US" sz="2000"/>
          </a:p>
          <a:p>
            <a:pPr marL="742950" lvl="1" indent="-285750" defTabSz="914400" hangingPunct="true">
              <a:lnSpc>
                <a:spcPct val="100000"/>
              </a:lnSpc>
              <a:spcBef>
                <a:spcPct val="20000"/>
              </a:spcBef>
              <a:buSzPct val="100000"/>
              <a:buChar char="–"/>
            </a:pPr>
            <a:r>
              <a:rPr lang="en-US" sz="2000" baseline="0"/>
              <a:t>2022</a:t>
            </a:r>
            <a:r>
              <a:rPr lang="zh-CN" sz="2000" baseline="0"/>
              <a:t>年</a:t>
            </a:r>
            <a:r>
              <a:rPr lang="en-US" sz="2000" baseline="0"/>
              <a:t>12</a:t>
            </a:r>
            <a:r>
              <a:rPr lang="zh-CN" sz="2000" baseline="0"/>
              <a:t>月底，美国商务部将长江存储加入实体清单</a:t>
            </a:r>
            <a:endParaRPr lang="en-US" sz="2000"/>
          </a:p>
          <a:p>
            <a:pPr marL="742950" lvl="1" indent="-285750" defTabSz="914400" hangingPunct="true">
              <a:lnSpc>
                <a:spcPct val="100000"/>
              </a:lnSpc>
              <a:spcBef>
                <a:spcPct val="20000"/>
              </a:spcBef>
              <a:buSzPct val="100000"/>
              <a:buChar char="–"/>
            </a:pPr>
            <a:r>
              <a:rPr lang="en-US" sz="2000" baseline="0"/>
              <a:t>2023</a:t>
            </a:r>
            <a:r>
              <a:rPr lang="zh-CN" sz="2000" baseline="0"/>
              <a:t>年</a:t>
            </a:r>
            <a:r>
              <a:rPr lang="en-US" sz="2000" baseline="0"/>
              <a:t>3</a:t>
            </a:r>
            <a:r>
              <a:rPr lang="zh-CN" sz="2000" baseline="0"/>
              <a:t>月，国家半导体大基金宣布对长江存储增加</a:t>
            </a:r>
            <a:r>
              <a:rPr lang="en-US" sz="2000" baseline="0"/>
              <a:t>129</a:t>
            </a:r>
            <a:r>
              <a:rPr lang="zh-CN" sz="2000" baseline="0"/>
              <a:t>亿投资</a:t>
            </a:r>
            <a:endParaRPr/>
          </a:p>
        </p:txBody>
      </p:sp>
      <p:pic>
        <p:nvPicPr>
          <p:cNvPr id="591" name="Text Box 3"/>
          <p:cNvPicPr>
            <a:picLocks noGrp="true" noChangeAspect="true"/>
          </p:cNvPicPr>
          <p:nvPr/>
        </p:nvPicPr>
        <p:blipFill>
          <a:blip r:embed="rId1"/>
          <a:srcRect/>
          <a:stretch>
            <a:fillRect/>
          </a:stretch>
        </p:blipFill>
        <p:spPr>
          <a:xfrm>
            <a:off x="444500" y="250825"/>
            <a:ext cx="1298575" cy="400050"/>
          </a:xfrm>
          <a:prstGeom prst="rect">
            <a:avLst/>
          </a:prstGeom>
          <a:noFill/>
        </p:spPr>
      </p:pic>
      <p:sp>
        <p:nvSpPr>
          <p:cNvPr id="592" name="Text Box 4"/>
          <p:cNvSpPr txBox="true">
            <a:spLocks noGrp="true" noChangeShapeType="true"/>
          </p:cNvSpPr>
          <p:nvPr/>
        </p:nvSpPr>
        <p:spPr>
          <a:xfrm>
            <a:off x="2286000" y="6096000"/>
            <a:ext cx="4041775" cy="398462"/>
          </a:xfrm>
          <a:prstGeom prst="rect">
            <a:avLst/>
          </a:prstGeom>
          <a:noFill/>
        </p:spPr>
        <p:txBody>
          <a:bodyPr lIns="91440" tIns="45720" rIns="91440" bIns="45720" anchor="t">
            <a:spAutoFit/>
          </a:bodyPr>
          <a:lstStyle/>
          <a:p>
            <a:pPr lvl="0"/>
            <a:r>
              <a:rPr lang="zh-CN">
                <a:solidFill>
                  <a:srgbClr val="FF0000"/>
                </a:solidFill>
                <a:latin typeface="Comic Sans MS" pitchFamily="66"/>
                <a:ea typeface="SimSun" pitchFamily="2" charset="-122"/>
              </a:rPr>
              <a:t>技术发展的根本动力是市场需求</a:t>
            </a:r>
            <a:endParaRPr/>
          </a:p>
        </p:txBody>
      </p:sp>
    </p:spTree>
  </p:cSld>
  <p:clrMapOvr>
    <a:masterClrMapping/>
  </p:clrMapOvr>
  <p:transition/>
</p:sld>
</file>

<file path=ppt/slides/slide51.xml><?xml version="1.0" encoding="utf-8"?>
<p:sld xmlns:a="http://schemas.openxmlformats.org/drawingml/2006/main" xmlns:p="http://schemas.openxmlformats.org/presentationml/2006/main">
  <p:cSld>
    <p:spTree>
      <p:nvGrpSpPr>
        <p:cNvPr id="593" name=""/>
        <p:cNvGrpSpPr/>
        <p:nvPr/>
      </p:nvGrpSpPr>
      <p:grpSpPr>
        <a:xfrm>
          <a:off x="0" y="0"/>
          <a:ext cx="0" cy="0"/>
          <a:chOff x="0" y="0"/>
          <a:chExt cx="0" cy="0"/>
        </a:xfrm>
      </p:grpSpPr>
      <p:sp>
        <p:nvSpPr>
          <p:cNvPr id="59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595"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596"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I/O Devices</a:t>
            </a:r>
            <a:endParaRPr lang="en-US"/>
          </a:p>
          <a:p>
            <a:pPr marL="342900" lvl="0" indent="-342900" defTabSz="914400" hangingPunct="true">
              <a:lnSpc>
                <a:spcPct val="100000"/>
              </a:lnSpc>
              <a:spcBef>
                <a:spcPct val="20000"/>
              </a:spcBef>
              <a:buSzPct val="100000"/>
              <a:buChar char="•"/>
            </a:pPr>
            <a:r>
              <a:rPr lang="en-US" b="true" i="false" u="none" baseline="0">
                <a:solidFill>
                  <a:srgbClr val="0070C0"/>
                </a:solidFill>
                <a:ea typeface="SimSun" pitchFamily="2" charset="-122"/>
              </a:rPr>
              <a:t>Unix I/O</a:t>
            </a:r>
            <a:endParaRPr lang="en-US"/>
          </a:p>
          <a:p>
            <a:pPr marL="342900" lvl="0" indent="-342900" defTabSz="914400" hangingPunct="true">
              <a:lnSpc>
                <a:spcPct val="100000"/>
              </a:lnSpc>
              <a:spcBef>
                <a:spcPct val="20000"/>
              </a:spcBef>
              <a:buSzPct val="100000"/>
              <a:buChar char="•"/>
            </a:pPr>
            <a:r>
              <a:rPr lang="en-US" baseline="0">
                <a:ea typeface="SimSun" pitchFamily="2" charset="-122"/>
              </a:rPr>
              <a:t>Reading File Metadata</a:t>
            </a:r>
            <a:endParaRPr lang="en-US"/>
          </a:p>
          <a:p>
            <a:pPr marL="342900" lvl="0" indent="-342900" defTabSz="914400" hangingPunct="true">
              <a:lnSpc>
                <a:spcPct val="100000"/>
              </a:lnSpc>
              <a:spcBef>
                <a:spcPct val="20000"/>
              </a:spcBef>
              <a:buSzPct val="100000"/>
              <a:buChar char="•"/>
            </a:pPr>
            <a:r>
              <a:rPr lang="en-US" baseline="0">
                <a:ea typeface="SimSun" pitchFamily="2" charset="-122"/>
              </a:rPr>
              <a:t>Sharing Files &amp; I/O redirection</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Robust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Standard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Fast I/O</a:t>
            </a:r>
            <a:endParaRPr/>
          </a:p>
        </p:txBody>
      </p:sp>
    </p:spTree>
  </p:cSld>
  <p:clrMapOvr>
    <a:masterClrMapping/>
  </p:clrMapOvr>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597" name=""/>
        <p:cNvGrpSpPr/>
        <p:nvPr/>
      </p:nvGrpSpPr>
      <p:grpSpPr>
        <a:xfrm>
          <a:off x="0" y="0"/>
          <a:ext cx="0" cy="0"/>
          <a:chOff x="0" y="0"/>
          <a:chExt cx="0" cy="0"/>
        </a:xfrm>
      </p:grpSpPr>
      <p:sp>
        <p:nvSpPr>
          <p:cNvPr id="598"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t>The I/O subsystem in Unix/Linux-like OS</a:t>
            </a:r>
            <a:endParaRPr/>
          </a:p>
        </p:txBody>
      </p:sp>
      <p:pic>
        <p:nvPicPr>
          <p:cNvPr id="599" name="Picture 3"/>
          <p:cNvPicPr>
            <a:picLocks noGrp="true" noChangeAspect="true"/>
          </p:cNvPicPr>
          <p:nvPr/>
        </p:nvPicPr>
        <p:blipFill>
          <a:blip r:embed="rId1"/>
          <a:srcRect/>
          <a:stretch>
            <a:fillRect/>
          </a:stretch>
        </p:blipFill>
        <p:spPr>
          <a:xfrm>
            <a:off x="3200400" y="2057400"/>
            <a:ext cx="4902200" cy="4041775"/>
          </a:xfrm>
          <a:prstGeom prst="rect">
            <a:avLst/>
          </a:prstGeom>
          <a:noFill/>
        </p:spPr>
      </p:pic>
      <p:sp>
        <p:nvSpPr>
          <p:cNvPr id="600" name="Text Box 4"/>
          <p:cNvSpPr txBox="true">
            <a:spLocks noGrp="true" noChangeShapeType="true"/>
          </p:cNvSpPr>
          <p:nvPr/>
        </p:nvSpPr>
        <p:spPr>
          <a:xfrm>
            <a:off x="5649912" y="1600200"/>
            <a:ext cx="1068387" cy="336550"/>
          </a:xfrm>
          <a:prstGeom prst="rect">
            <a:avLst/>
          </a:prstGeom>
          <a:noFill/>
        </p:spPr>
        <p:txBody>
          <a:bodyPr wrap="none" anchor="t">
            <a:spAutoFit/>
          </a:bodyPr>
          <a:lstStyle/>
          <a:p>
            <a:pPr lvl="0"/>
            <a:r>
              <a:rPr lang="en-US"/>
              <a:t>Unix I/O</a:t>
            </a:r>
            <a:endParaRPr/>
          </a:p>
        </p:txBody>
      </p:sp>
      <p:sp>
        <p:nvSpPr>
          <p:cNvPr id="601"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02" name="Text Box 9"/>
          <p:cNvSpPr txBox="true">
            <a:spLocks noGrp="true" noChangeShapeType="true"/>
          </p:cNvSpPr>
          <p:nvPr/>
        </p:nvSpPr>
        <p:spPr>
          <a:xfrm>
            <a:off x="276225" y="2855912"/>
            <a:ext cx="2997200" cy="2286000"/>
          </a:xfrm>
          <a:prstGeom prst="rect">
            <a:avLst/>
          </a:prstGeom>
          <a:noFill/>
        </p:spPr>
        <p:txBody>
          <a:bodyPr lIns="91440" tIns="45720" rIns="91440" bIns="45720" anchor="t">
            <a:spAutoFit/>
          </a:bodyPr>
          <a:lstStyle/>
          <a:p>
            <a:pPr lvl="0">
              <a:buNone/>
            </a:pPr>
            <a:r>
              <a:rPr lang="en-US"/>
              <a:t>Linux</a:t>
            </a:r>
            <a:r>
              <a:rPr lang="en-US"/>
              <a:t>中的</a:t>
            </a:r>
            <a:r>
              <a:rPr lang="en-US"/>
              <a:t>I/O scheduler</a:t>
            </a:r>
            <a:r>
              <a:rPr lang="en-US"/>
              <a:t>负责对</a:t>
            </a:r>
            <a:r>
              <a:rPr lang="en-US"/>
              <a:t>FS</a:t>
            </a:r>
            <a:r>
              <a:rPr lang="en-US"/>
              <a:t>中产生的</a:t>
            </a:r>
            <a:r>
              <a:rPr lang="en-US"/>
              <a:t>read/write requests</a:t>
            </a:r>
            <a:r>
              <a:rPr lang="en-US"/>
              <a:t>进行</a:t>
            </a:r>
            <a:r>
              <a:rPr lang="en-US"/>
              <a:t>reordering</a:t>
            </a:r>
            <a:r>
              <a:rPr lang="en-US"/>
              <a:t>和</a:t>
            </a:r>
            <a:r>
              <a:rPr lang="en-US"/>
              <a:t>merging</a:t>
            </a:r>
            <a:r>
              <a:rPr lang="en-US"/>
              <a:t>，以协助</a:t>
            </a:r>
            <a:r>
              <a:rPr lang="en-US"/>
              <a:t>device</a:t>
            </a:r>
            <a:r>
              <a:rPr lang="en-US"/>
              <a:t>提高</a:t>
            </a:r>
            <a:r>
              <a:rPr lang="en-US"/>
              <a:t>I/O</a:t>
            </a:r>
            <a:r>
              <a:rPr lang="en-US"/>
              <a:t>效率，常用的包括：</a:t>
            </a:r>
            <a:r>
              <a:rPr lang="en-US"/>
              <a:t> </a:t>
            </a:r>
            <a:endParaRPr/>
          </a:p>
          <a:p>
            <a:pPr marL="285750" lvl="0" indent="-285750">
              <a:buFont typeface="Wingdings" charset="2"/>
              <a:buChar char="l"/>
            </a:pPr>
            <a:r>
              <a:rPr lang="en-US"/>
              <a:t>noop </a:t>
            </a:r>
            <a:endParaRPr/>
          </a:p>
          <a:p>
            <a:pPr marL="285750" lvl="0" indent="-285750">
              <a:buFont typeface="Wingdings" charset="2"/>
              <a:buChar char="l"/>
            </a:pPr>
            <a:r>
              <a:rPr lang="en-US"/>
              <a:t>cfq (completely fair queuing) </a:t>
            </a:r>
            <a:endParaRPr/>
          </a:p>
          <a:p>
            <a:pPr marL="285750" lvl="0" indent="-285750">
              <a:buFont typeface="Wingdings" charset="2"/>
              <a:buChar char="l"/>
            </a:pPr>
            <a:r>
              <a:rPr lang="en-US"/>
              <a:t>deadline</a:t>
            </a:r>
            <a:endParaRPr/>
          </a:p>
        </p:txBody>
      </p:sp>
      <p:sp>
        <p:nvSpPr>
          <p:cNvPr id="603" name="Rounded Rectangle 10"/>
          <p:cNvSpPr>
            <a:spLocks noGrp="true" noChangeShapeType="true"/>
          </p:cNvSpPr>
          <p:nvPr/>
        </p:nvSpPr>
        <p:spPr>
          <a:xfrm>
            <a:off x="5867400" y="2438400"/>
            <a:ext cx="1524000" cy="533400"/>
          </a:xfrm>
          <a:prstGeom prst="roundRect">
            <a:avLst/>
          </a:prstGeom>
          <a:noFill/>
          <a:ln w="38100">
            <a:solidFill>
              <a:srgbClr val="FF0000"/>
            </a:solidFill>
            <a:round/>
            <a:headEnd/>
            <a:tailEnd/>
          </a:ln>
        </p:spPr>
        <p:txBody>
          <a:bodyPr lIns="91440" tIns="45720" rIns="91440" bIns="45720" anchor="t"/>
          <a:lstStyle/>
          <a:p>
            <a:pPr/>
            <a:endParaRPr sz="1400" dirty="false"/>
          </a:p>
        </p:txBody>
      </p:sp>
      <p:sp>
        <p:nvSpPr>
          <p:cNvPr id="604" name="Text Box 11"/>
          <p:cNvSpPr txBox="true">
            <a:spLocks noGrp="true" noChangeShapeType="true"/>
          </p:cNvSpPr>
          <p:nvPr/>
        </p:nvSpPr>
        <p:spPr>
          <a:xfrm>
            <a:off x="7696200" y="2362200"/>
            <a:ext cx="1414462" cy="830262"/>
          </a:xfrm>
          <a:prstGeom prst="rect">
            <a:avLst/>
          </a:prstGeom>
          <a:noFill/>
        </p:spPr>
        <p:txBody>
          <a:bodyPr wrap="none" anchor="t">
            <a:spAutoFit/>
          </a:bodyPr>
          <a:lstStyle/>
          <a:p>
            <a:pPr lvl="0"/>
            <a:r>
              <a:rPr lang="zh-CN"/>
              <a:t>与</a:t>
            </a:r>
            <a:r>
              <a:rPr lang="en-US"/>
              <a:t>memory</a:t>
            </a:r>
            <a:endParaRPr/>
          </a:p>
          <a:p>
            <a:pPr lvl="0"/>
            <a:r>
              <a:rPr lang="en-US"/>
              <a:t>subsystem</a:t>
            </a:r>
            <a:endParaRPr/>
          </a:p>
          <a:p>
            <a:pPr lvl="0"/>
            <a:r>
              <a:rPr lang="zh-CN"/>
              <a:t>的纽带</a:t>
            </a:r>
            <a:endParaRPr/>
          </a:p>
        </p:txBody>
      </p:sp>
      <p:sp>
        <p:nvSpPr>
          <p:cNvPr id="605" name="Straight Arrow Connector 12"/>
          <p:cNvSpPr>
            <a:spLocks noGrp="true" noChangeShapeType="true"/>
          </p:cNvSpPr>
          <p:nvPr/>
        </p:nvSpPr>
        <p:spPr>
          <a:xfrm flipV="true">
            <a:off x="7391400" y="2667000"/>
            <a:ext cx="381000" cy="38100"/>
          </a:xfrm>
          <a:custGeom>
            <a:avLst/>
            <a:gdLst>
              <a:gd name="gd0" fmla="val 65536"/>
              <a:gd name="gd1" fmla="val 0"/>
              <a:gd name="gd2" fmla="val 0"/>
              <a:gd name="gd3" fmla="val 21600"/>
              <a:gd name="gd4" fmla="val 21600"/>
              <a:gd name="gd5" fmla="*/ w 0 21600"/>
              <a:gd name="gd6" fmla="*/ h 0 21600"/>
              <a:gd name="gd7" fmla="*/ w 21600 21600"/>
              <a:gd name="gd8" fmla="*/ h 21600 21600"/>
            </a:gdLst>
            <a:ahLst/>
            <a:cxnLst/>
            <a:rect l="gd5" t="gd6" r="gd7" b="gd8"/>
            <a:pathLst>
              <a:path w="21600" h="21600">
                <a:moveTo>
                  <a:pt x="gd1" y="gd2"/>
                </a:moveTo>
                <a:lnTo>
                  <a:pt x="gd3" y="gd4"/>
                </a:lnTo>
              </a:path>
              <a:path w="21600" h="21600"/>
            </a:pathLst>
          </a:custGeom>
          <a:noFill/>
          <a:ln w="38100">
            <a:solidFill>
              <a:srgbClr val="FF0000"/>
            </a:solidFill>
            <a:round/>
            <a:headEnd/>
            <a:tailEnd type="arrow" w="med" len="med"/>
          </a:ln>
        </p:spPr>
        <p:txBody>
          <a:bodyPr lIns="91440" tIns="45720" rIns="91440" bIns="45720"/>
          <a:lstStyle/>
          <a:p>
            <a:pPr/>
            <a:endParaRPr sz="1400" dirty="false"/>
          </a:p>
        </p:txBody>
      </p:sp>
      <p:sp>
        <p:nvSpPr>
          <p:cNvPr id="606" name="Rounded Rectangle 10"/>
          <p:cNvSpPr>
            <a:spLocks noGrp="true" noChangeShapeType="true"/>
          </p:cNvSpPr>
          <p:nvPr/>
        </p:nvSpPr>
        <p:spPr>
          <a:xfrm rot="0" flipH="false" flipV="false">
            <a:off x="3398349" y="4171942"/>
            <a:ext cx="1819045" cy="540596"/>
          </a:xfrm>
          <a:prstGeom prst="roundRect">
            <a:avLst/>
          </a:prstGeom>
          <a:noFill/>
          <a:ln w="38100">
            <a:solidFill>
              <a:srgbClr val="FF0000"/>
            </a:solidFill>
            <a:round/>
            <a:headEnd/>
            <a:tailEnd/>
          </a:ln>
        </p:spPr>
        <p:txBody>
          <a:bodyPr lIns="91440" tIns="45720" rIns="91440" bIns="45720" anchor="t"/>
          <a:lstStyle/>
          <a:p>
            <a:pPr/>
            <a:endParaRPr sz="1400" dirty="false"/>
          </a:p>
        </p:txBody>
      </p:sp>
      <p:sp>
        <p:nvSpPr>
          <p:cNvPr id="607" name="Straight Arrow Connector 12"/>
          <p:cNvSpPr>
            <a:spLocks noGrp="true" noChangeShapeType="true"/>
          </p:cNvSpPr>
          <p:nvPr/>
        </p:nvSpPr>
        <p:spPr>
          <a:xfrm rot="0" flipH="true" flipV="false">
            <a:off x="2807859" y="4442240"/>
            <a:ext cx="587022" cy="0"/>
          </a:xfrm>
          <a:custGeom>
            <a:avLst/>
            <a:gdLst>
              <a:gd name="gd0" fmla="val 65536"/>
              <a:gd name="gd1" fmla="val 0"/>
              <a:gd name="gd2" fmla="val 0"/>
              <a:gd name="gd3" fmla="val 21600"/>
              <a:gd name="gd4" fmla="val 21600"/>
              <a:gd name="gd5" fmla="*/ w 0 21600"/>
              <a:gd name="gd6" fmla="*/ h 0 21600"/>
              <a:gd name="gd7" fmla="*/ w 21600 21600"/>
              <a:gd name="gd8" fmla="*/ h 21600 21600"/>
            </a:gdLst>
            <a:ahLst/>
            <a:cxnLst/>
            <a:rect l="gd5" t="gd6" r="gd7" b="gd8"/>
            <a:pathLst>
              <a:path w="21600" h="21600">
                <a:moveTo>
                  <a:pt x="0" y="0"/>
                </a:moveTo>
                <a:lnTo>
                  <a:pt x="21600" y="21600"/>
                </a:lnTo>
              </a:path>
              <a:path w="21600" h="21600"/>
            </a:pathLst>
          </a:custGeom>
          <a:noFill/>
          <a:ln w="38100">
            <a:solidFill>
              <a:srgbClr val="FF0000"/>
            </a:solidFill>
            <a:round/>
            <a:headEnd/>
            <a:tailEnd type="arrow" w="med" len="med"/>
          </a:ln>
        </p:spPr>
        <p:txBody>
          <a:bodyPr lIns="91440" tIns="45720" rIns="91440" bIns="45720"/>
          <a:lstStyle/>
          <a:p>
            <a:pPr/>
            <a:endParaRPr sz="1400" dirty="false"/>
          </a:p>
        </p:txBody>
      </p:sp>
    </p:spTree>
  </p:cSld>
  <p:clrMapOvr>
    <a:masterClrMapping/>
  </p:clrMapOvr>
  <p:transition/>
</p:sld>
</file>

<file path=ppt/slides/slide53.xml><?xml version="1.0" encoding="utf-8"?>
<p:sld xmlns:a="http://schemas.openxmlformats.org/drawingml/2006/main" xmlns:p="http://schemas.openxmlformats.org/presentationml/2006/main">
  <p:cSld>
    <p:spTree>
      <p:nvGrpSpPr>
        <p:cNvPr id="608" name=""/>
        <p:cNvGrpSpPr/>
        <p:nvPr/>
      </p:nvGrpSpPr>
      <p:grpSpPr>
        <a:xfrm>
          <a:off x="0" y="0"/>
          <a:ext cx="0" cy="0"/>
          <a:chOff x="0" y="0"/>
          <a:chExt cx="0" cy="0"/>
        </a:xfrm>
      </p:grpSpPr>
      <p:sp>
        <p:nvSpPr>
          <p:cNvPr id="609"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10"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Why Unix I/O</a:t>
            </a:r>
            <a:endParaRPr/>
          </a:p>
        </p:txBody>
      </p:sp>
      <p:sp>
        <p:nvSpPr>
          <p:cNvPr id="611"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Input/Output</a:t>
            </a:r>
            <a:endParaRPr/>
          </a:p>
          <a:p>
            <a:pPr marL="742950" lvl="1" indent="-285750">
              <a:spcBef>
                <a:spcPct val="20000"/>
              </a:spcBef>
              <a:buSzPct val="100000"/>
              <a:buChar char="–"/>
            </a:pPr>
            <a:r>
              <a:rPr lang="zh-CN">
                <a:latin typeface="Comic Sans MS"/>
                <a:ea typeface="SimSun"/>
              </a:rPr>
              <a:t>在内存和外部设备之间进行数据拷贝的过程</a:t>
            </a:r>
            <a:endParaRPr/>
          </a:p>
          <a:p>
            <a:pPr marL="342900" lvl="0" indent="-342900">
              <a:spcBef>
                <a:spcPct val="20000"/>
              </a:spcBef>
              <a:buSzPct val="100000"/>
              <a:buChar char="•"/>
            </a:pPr>
            <a:r>
              <a:rPr lang="en-US">
                <a:latin typeface="Comic Sans MS"/>
                <a:ea typeface="SimSun"/>
              </a:rPr>
              <a:t>Standard I/O library</a:t>
            </a:r>
            <a:endParaRPr/>
          </a:p>
          <a:p>
            <a:pPr marL="742950" lvl="1" indent="-285750">
              <a:spcBef>
                <a:spcPct val="20000"/>
              </a:spcBef>
              <a:buSzPct val="100000"/>
              <a:buChar char="–"/>
            </a:pPr>
            <a:r>
              <a:rPr lang="zh-CN">
                <a:latin typeface="Comic Sans MS"/>
                <a:ea typeface="SimSun"/>
              </a:rPr>
              <a:t>用户态的</a:t>
            </a:r>
            <a:r>
              <a:rPr lang="en-US">
                <a:latin typeface="Comic Sans MS"/>
                <a:ea typeface="SimSun"/>
              </a:rPr>
              <a:t>I/O</a:t>
            </a:r>
            <a:r>
              <a:rPr lang="zh-CN">
                <a:latin typeface="Comic Sans MS"/>
                <a:ea typeface="SimSun"/>
              </a:rPr>
              <a:t>函数集合</a:t>
            </a:r>
            <a:endParaRPr/>
          </a:p>
          <a:p>
            <a:pPr marL="342900" lvl="0" indent="-342900">
              <a:spcBef>
                <a:spcPct val="20000"/>
              </a:spcBef>
              <a:buSzPct val="100000"/>
              <a:buChar char="•"/>
            </a:pPr>
            <a:r>
              <a:rPr lang="en-US">
                <a:latin typeface="Comic Sans MS"/>
                <a:ea typeface="SimSun"/>
              </a:rPr>
              <a:t>Unix I/O</a:t>
            </a:r>
            <a:endParaRPr/>
          </a:p>
          <a:p>
            <a:pPr marL="742950" lvl="1" indent="-285750">
              <a:spcBef>
                <a:spcPct val="20000"/>
              </a:spcBef>
              <a:buSzPct val="100000"/>
              <a:buChar char="–"/>
            </a:pPr>
            <a:r>
              <a:rPr lang="zh-CN">
                <a:latin typeface="Comic Sans MS"/>
                <a:ea typeface="SimSun"/>
              </a:rPr>
              <a:t>由</a:t>
            </a:r>
            <a:r>
              <a:rPr lang="en-US">
                <a:latin typeface="Comic Sans MS"/>
                <a:ea typeface="SimSun"/>
              </a:rPr>
              <a:t>kernel</a:t>
            </a:r>
            <a:r>
              <a:rPr lang="zh-CN">
                <a:latin typeface="Comic Sans MS"/>
                <a:ea typeface="SimSun"/>
              </a:rPr>
              <a:t>提供的</a:t>
            </a:r>
            <a:r>
              <a:rPr lang="en-US">
                <a:latin typeface="Comic Sans MS"/>
                <a:ea typeface="SimSun"/>
              </a:rPr>
              <a:t>I/O</a:t>
            </a:r>
            <a:r>
              <a:rPr lang="zh-CN">
                <a:latin typeface="Comic Sans MS"/>
                <a:ea typeface="SimSun"/>
              </a:rPr>
              <a:t>函数</a:t>
            </a:r>
            <a:r>
              <a:rPr lang="zh-CN">
                <a:latin typeface="Comic Sans MS"/>
                <a:ea typeface="SimSun"/>
              </a:rPr>
              <a:t>集合，是</a:t>
            </a:r>
            <a:r>
              <a:rPr lang="en-US">
                <a:latin typeface="Comic Sans MS"/>
                <a:ea typeface="SimSun"/>
              </a:rPr>
              <a:t>I/O</a:t>
            </a:r>
            <a:r>
              <a:rPr lang="zh-CN">
                <a:latin typeface="Comic Sans MS"/>
                <a:ea typeface="SimSun"/>
              </a:rPr>
              <a:t>相关的</a:t>
            </a:r>
            <a:r>
              <a:rPr lang="en-US">
                <a:latin typeface="Comic Sans MS"/>
                <a:ea typeface="SimSun"/>
              </a:rPr>
              <a:t>system call</a:t>
            </a:r>
            <a:endParaRPr/>
          </a:p>
        </p:txBody>
      </p:sp>
    </p:spTree>
  </p:cSld>
  <p:clrMapOvr>
    <a:masterClrMapping/>
  </p:clrMapOvr>
  <p:transition/>
</p:sld>
</file>

<file path=ppt/slides/slide54.xml><?xml version="1.0" encoding="utf-8"?>
<p:sld xmlns:a="http://schemas.openxmlformats.org/drawingml/2006/main" xmlns:p="http://schemas.openxmlformats.org/presentationml/2006/main">
  <p:cSld>
    <p:spTree>
      <p:nvGrpSpPr>
        <p:cNvPr id="612" name=""/>
        <p:cNvGrpSpPr/>
        <p:nvPr/>
      </p:nvGrpSpPr>
      <p:grpSpPr>
        <a:xfrm>
          <a:off x="0" y="0"/>
          <a:ext cx="0" cy="0"/>
          <a:chOff x="0" y="0"/>
          <a:chExt cx="0" cy="0"/>
        </a:xfrm>
      </p:grpSpPr>
      <p:sp>
        <p:nvSpPr>
          <p:cNvPr id="613"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1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Unix I/O</a:t>
            </a:r>
            <a:endParaRPr/>
          </a:p>
        </p:txBody>
      </p:sp>
      <p:sp>
        <p:nvSpPr>
          <p:cNvPr id="615"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a:lnSpc>
                <a:spcPct val="110000"/>
              </a:lnSpc>
              <a:spcBef>
                <a:spcPts val="0"/>
              </a:spcBef>
              <a:buSzPct val="100000"/>
              <a:buChar char="•"/>
            </a:pPr>
            <a:r>
              <a:rPr lang="en-US">
                <a:latin typeface="Comic Sans MS"/>
                <a:ea typeface="SimSun"/>
              </a:rPr>
              <a:t>Unix File</a:t>
            </a:r>
            <a:r>
              <a:rPr lang="zh-CN">
                <a:latin typeface="Comic Sans MS"/>
                <a:ea typeface="SimSun"/>
              </a:rPr>
              <a:t>是一个字节序列</a:t>
            </a:r>
            <a:r>
              <a:rPr lang="en-US">
                <a:latin typeface="Comic Sans MS"/>
                <a:ea typeface="SimSun"/>
              </a:rPr>
              <a:t>(byte sequence)</a:t>
            </a:r>
            <a:endParaRPr lang="en-US"/>
          </a:p>
          <a:p>
            <a:pPr marL="742950" lvl="1" indent="-285750" defTabSz="914400">
              <a:lnSpc>
                <a:spcPct val="110000"/>
              </a:lnSpc>
              <a:spcBef>
                <a:spcPts val="0"/>
              </a:spcBef>
              <a:buSzPct val="100000"/>
              <a:buChar char="–"/>
            </a:pPr>
            <a:r>
              <a:rPr lang="en-US">
                <a:latin typeface="Comic Sans MS"/>
                <a:ea typeface="SimSun"/>
              </a:rPr>
              <a:t>B</a:t>
            </a:r>
            <a:r>
              <a:rPr lang="en-US" baseline="-25000">
                <a:latin typeface="Comic Sans MS"/>
                <a:ea typeface="SimSun"/>
              </a:rPr>
              <a:t>0</a:t>
            </a:r>
            <a:r>
              <a:rPr lang="en-US">
                <a:latin typeface="Comic Sans MS"/>
                <a:ea typeface="SimSun"/>
              </a:rPr>
              <a:t>, B</a:t>
            </a:r>
            <a:r>
              <a:rPr lang="en-US" baseline="-25000">
                <a:latin typeface="Comic Sans MS"/>
                <a:ea typeface="SimSun"/>
              </a:rPr>
              <a:t>1</a:t>
            </a:r>
            <a:r>
              <a:rPr lang="en-US">
                <a:latin typeface="Comic Sans MS"/>
                <a:ea typeface="SimSun"/>
              </a:rPr>
              <a:t>, </a:t>
            </a:r>
            <a:r>
              <a:rPr lang="en-US">
                <a:latin typeface="Comic Sans MS"/>
                <a:ea typeface="SimSun"/>
              </a:rPr>
              <a:t>……, </a:t>
            </a:r>
            <a:r>
              <a:rPr lang="en-US">
                <a:latin typeface="Comic Sans MS"/>
                <a:ea typeface="SimSun"/>
              </a:rPr>
              <a:t>B</a:t>
            </a:r>
            <a:r>
              <a:rPr lang="en-US" baseline="-25000">
                <a:latin typeface="Comic Sans MS"/>
                <a:ea typeface="SimSun"/>
              </a:rPr>
              <a:t>k</a:t>
            </a:r>
            <a:r>
              <a:rPr lang="en-US">
                <a:latin typeface="Comic Sans MS"/>
                <a:ea typeface="SimSun"/>
              </a:rPr>
              <a:t>, ……, </a:t>
            </a:r>
            <a:r>
              <a:rPr lang="en-US">
                <a:latin typeface="Comic Sans MS"/>
                <a:ea typeface="SimSun"/>
              </a:rPr>
              <a:t>B</a:t>
            </a:r>
            <a:r>
              <a:rPr lang="en-US" baseline="-25000">
                <a:latin typeface="Comic Sans MS"/>
                <a:ea typeface="SimSun"/>
              </a:rPr>
              <a:t>m</a:t>
            </a:r>
            <a:r>
              <a:rPr lang="en-US">
                <a:latin typeface="Comic Sans MS"/>
                <a:ea typeface="SimSun"/>
              </a:rPr>
              <a:t> </a:t>
            </a:r>
            <a:endParaRPr lang="en-US"/>
          </a:p>
          <a:p>
            <a:pPr marL="342900" lvl="0" indent="-342900" defTabSz="914400">
              <a:lnSpc>
                <a:spcPct val="110000"/>
              </a:lnSpc>
              <a:spcBef>
                <a:spcPts val="0"/>
              </a:spcBef>
              <a:buSzPct val="100000"/>
              <a:buChar char="•"/>
            </a:pPr>
            <a:r>
              <a:rPr lang="zh-CN">
                <a:latin typeface="Comic Sans MS"/>
                <a:ea typeface="SimSun"/>
              </a:rPr>
              <a:t>所有的</a:t>
            </a:r>
            <a:r>
              <a:rPr lang="en-US">
                <a:latin typeface="Comic Sans MS"/>
                <a:ea typeface="SimSun"/>
              </a:rPr>
              <a:t>I/O devices</a:t>
            </a:r>
            <a:r>
              <a:rPr lang="zh-CN">
                <a:latin typeface="Comic Sans MS"/>
                <a:ea typeface="SimSun"/>
              </a:rPr>
              <a:t>都被当作</a:t>
            </a:r>
            <a:r>
              <a:rPr lang="en-US">
                <a:solidFill>
                  <a:srgbClr val="FF0000">
                    <a:alpha val="100000"/>
                  </a:srgbClr>
                </a:solidFill>
                <a:latin typeface="Comic Sans MS"/>
                <a:ea typeface="SimSun"/>
              </a:rPr>
              <a:t>files</a:t>
            </a:r>
            <a:endParaRPr/>
          </a:p>
          <a:p>
            <a:pPr marL="742950" lvl="1" indent="-285750" defTabSz="914400">
              <a:lnSpc>
                <a:spcPct val="110000"/>
              </a:lnSpc>
              <a:spcBef>
                <a:spcPts val="0"/>
              </a:spcBef>
              <a:buSzPct val="100000"/>
              <a:buChar char="–"/>
            </a:pPr>
            <a:r>
              <a:rPr lang="en-US">
                <a:latin typeface="Comic Sans MS"/>
                <a:ea typeface="SimSun"/>
              </a:rPr>
              <a:t>such as networks, disks, and terminals</a:t>
            </a:r>
            <a:endParaRPr lang="en-US"/>
          </a:p>
          <a:p>
            <a:pPr marL="342900" lvl="0" indent="-342900" defTabSz="914400">
              <a:lnSpc>
                <a:spcPct val="110000"/>
              </a:lnSpc>
              <a:spcBef>
                <a:spcPts val="0"/>
              </a:spcBef>
              <a:buSzPct val="100000"/>
              <a:buChar char="•"/>
            </a:pPr>
            <a:r>
              <a:rPr lang="zh-CN">
                <a:latin typeface="Comic Sans MS"/>
                <a:ea typeface="SimSun"/>
              </a:rPr>
              <a:t>所有的</a:t>
            </a:r>
            <a:r>
              <a:rPr lang="en-US">
                <a:latin typeface="Comic Sans MS"/>
                <a:ea typeface="SimSun"/>
              </a:rPr>
              <a:t>I/O</a:t>
            </a:r>
            <a:r>
              <a:rPr lang="zh-CN">
                <a:latin typeface="Comic Sans MS"/>
                <a:ea typeface="SimSun"/>
              </a:rPr>
              <a:t>操作都由对文件的读写操作完成</a:t>
            </a:r>
            <a:endParaRPr/>
          </a:p>
        </p:txBody>
      </p:sp>
    </p:spTree>
  </p:cSld>
  <p:clrMapOvr>
    <a:masterClrMapping/>
  </p:clrMapOvr>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616" name=""/>
        <p:cNvGrpSpPr/>
        <p:nvPr/>
      </p:nvGrpSpPr>
      <p:grpSpPr>
        <a:xfrm>
          <a:off x="0" y="0"/>
          <a:ext cx="0" cy="0"/>
          <a:chOff x="0" y="0"/>
          <a:chExt cx="0" cy="0"/>
        </a:xfrm>
      </p:grpSpPr>
      <p:sp>
        <p:nvSpPr>
          <p:cNvPr id="617"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Unix I/O</a:t>
            </a:r>
            <a:endParaRPr/>
          </a:p>
        </p:txBody>
      </p:sp>
      <p:sp>
        <p:nvSpPr>
          <p:cNvPr id="618"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Linux</a:t>
            </a:r>
            <a:r>
              <a:rPr lang="zh-CN">
                <a:ea typeface="SimSun" pitchFamily="2" charset="-122"/>
              </a:rPr>
              <a:t>系统目录层次结构（部分）</a:t>
            </a:r>
            <a:endParaRPr/>
          </a:p>
        </p:txBody>
      </p:sp>
      <p:sp>
        <p:nvSpPr>
          <p:cNvPr id="619"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620" name="图片 4"/>
          <p:cNvPicPr>
            <a:picLocks noGrp="true" noChangeAspect="true"/>
          </p:cNvPicPr>
          <p:nvPr/>
        </p:nvPicPr>
        <p:blipFill>
          <a:blip r:embed="rId1"/>
          <a:srcRect/>
          <a:stretch>
            <a:fillRect/>
          </a:stretch>
        </p:blipFill>
        <p:spPr>
          <a:xfrm>
            <a:off x="442912" y="2438400"/>
            <a:ext cx="8420100" cy="3475037"/>
          </a:xfrm>
          <a:prstGeom prst="rect">
            <a:avLst/>
          </a:prstGeom>
          <a:noFill/>
        </p:spPr>
      </p:pic>
    </p:spTree>
  </p:cSld>
  <p:clrMapOvr>
    <a:masterClrMapping/>
  </p:clrMapOvr>
  <p:transition/>
</p:sld>
</file>

<file path=ppt/slides/slide56.xml><?xml version="1.0" encoding="utf-8"?>
<p:sld xmlns:a="http://schemas.openxmlformats.org/drawingml/2006/main" xmlns:p="http://schemas.openxmlformats.org/presentationml/2006/main">
  <p:cSld>
    <p:spTree>
      <p:nvGrpSpPr>
        <p:cNvPr id="621" name=""/>
        <p:cNvGrpSpPr/>
        <p:nvPr/>
      </p:nvGrpSpPr>
      <p:grpSpPr>
        <a:xfrm>
          <a:off x="0" y="0"/>
          <a:ext cx="0" cy="0"/>
          <a:chOff x="0" y="0"/>
          <a:chExt cx="0" cy="0"/>
        </a:xfrm>
      </p:grpSpPr>
      <p:sp>
        <p:nvSpPr>
          <p:cNvPr id="62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23"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Open Files</a:t>
            </a:r>
            <a:endParaRPr/>
          </a:p>
        </p:txBody>
      </p:sp>
      <p:sp>
        <p:nvSpPr>
          <p:cNvPr id="624"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a:lnSpc>
                <a:spcPct val="120000"/>
              </a:lnSpc>
              <a:spcBef>
                <a:spcPct val="20000"/>
              </a:spcBef>
              <a:buSzPct val="100000"/>
              <a:buChar char="•"/>
            </a:pPr>
            <a:r>
              <a:rPr lang="zh-CN">
                <a:latin typeface="Comic Sans MS"/>
                <a:ea typeface="SimSun"/>
              </a:rPr>
              <a:t>应用访问</a:t>
            </a:r>
            <a:r>
              <a:rPr lang="en-US">
                <a:latin typeface="Comic Sans MS"/>
                <a:ea typeface="SimSun"/>
              </a:rPr>
              <a:t>I/O</a:t>
            </a:r>
            <a:r>
              <a:rPr lang="zh-CN">
                <a:latin typeface="Comic Sans MS"/>
                <a:ea typeface="SimSun"/>
              </a:rPr>
              <a:t>设备前需要先打开文件</a:t>
            </a:r>
            <a:r>
              <a:rPr lang="en-US">
                <a:latin typeface="Comic Sans MS"/>
                <a:ea typeface="SimSun"/>
              </a:rPr>
              <a:t> </a:t>
            </a:r>
            <a:endParaRPr lang="en-US"/>
          </a:p>
          <a:p>
            <a:pPr marL="742950" lvl="1" indent="-285750" defTabSz="914400">
              <a:lnSpc>
                <a:spcPct val="120000"/>
              </a:lnSpc>
              <a:spcBef>
                <a:spcPct val="20000"/>
              </a:spcBef>
              <a:buSzPct val="100000"/>
              <a:buChar char="–"/>
            </a:pPr>
            <a:r>
              <a:rPr lang="en-US">
                <a:latin typeface="Comic Sans MS"/>
                <a:ea typeface="SimSun"/>
              </a:rPr>
              <a:t>Kernel</a:t>
            </a:r>
            <a:r>
              <a:rPr lang="zh-CN">
                <a:latin typeface="Comic Sans MS"/>
                <a:ea typeface="SimSun"/>
              </a:rPr>
              <a:t>每个打开的文件都有一个非负整数的文件描述符</a:t>
            </a:r>
            <a:r>
              <a:rPr lang="en-US">
                <a:latin typeface="Comic Sans MS"/>
                <a:ea typeface="SimSun"/>
              </a:rPr>
              <a:t>(file descriptor, fd)</a:t>
            </a:r>
            <a:endParaRPr/>
          </a:p>
          <a:p>
            <a:pPr marL="1143000" lvl="2" indent="-228600" defTabSz="914400">
              <a:lnSpc>
                <a:spcPct val="120000"/>
              </a:lnSpc>
              <a:spcBef>
                <a:spcPct val="20000"/>
              </a:spcBef>
              <a:buSzPct val="100000"/>
              <a:buChar char="•"/>
            </a:pPr>
            <a:r>
              <a:rPr lang="zh-CN">
                <a:latin typeface="Comic Sans MS"/>
                <a:ea typeface="SimSun"/>
              </a:rPr>
              <a:t>后续文件操作都以</a:t>
            </a:r>
            <a:r>
              <a:rPr lang="en-US">
                <a:latin typeface="Comic Sans MS"/>
                <a:ea typeface="SimSun"/>
              </a:rPr>
              <a:t>fd</a:t>
            </a:r>
            <a:r>
              <a:rPr lang="zh-CN">
                <a:latin typeface="Comic Sans MS"/>
                <a:ea typeface="SimSun"/>
              </a:rPr>
              <a:t>标识文件</a:t>
            </a:r>
            <a:endParaRPr/>
          </a:p>
          <a:p>
            <a:pPr marL="742950" lvl="1" indent="-285750" defTabSz="914400">
              <a:lnSpc>
                <a:spcPct val="120000"/>
              </a:lnSpc>
              <a:spcBef>
                <a:spcPct val="20000"/>
              </a:spcBef>
              <a:buSzPct val="100000"/>
              <a:buChar char="–"/>
            </a:pPr>
            <a:r>
              <a:rPr lang="en-US">
                <a:latin typeface="Comic Sans MS"/>
                <a:ea typeface="SimSun"/>
              </a:rPr>
              <a:t>Kernel</a:t>
            </a:r>
            <a:r>
              <a:rPr lang="zh-CN">
                <a:latin typeface="Comic Sans MS"/>
                <a:ea typeface="SimSun"/>
              </a:rPr>
              <a:t>维护每个已打开文件的信息，包括：</a:t>
            </a:r>
            <a:endParaRPr/>
          </a:p>
          <a:p>
            <a:pPr marL="1143000" lvl="2" indent="-228600" defTabSz="914400">
              <a:lnSpc>
                <a:spcPct val="120000"/>
              </a:lnSpc>
              <a:spcBef>
                <a:spcPct val="20000"/>
              </a:spcBef>
              <a:buSzPct val="100000"/>
              <a:buChar char="•"/>
            </a:pPr>
            <a:r>
              <a:rPr lang="en-US" b="false" i="false" u="none">
                <a:latin typeface="Comic Sans MS"/>
                <a:ea typeface="SimSun"/>
              </a:rPr>
              <a:t>file position </a:t>
            </a:r>
            <a:r>
              <a:rPr lang="en-US" b="false" i="true" u="none">
                <a:latin typeface="Comic Sans MS"/>
                <a:ea typeface="SimSun"/>
              </a:rPr>
              <a:t>k</a:t>
            </a:r>
            <a:r>
              <a:rPr lang="en-US">
                <a:latin typeface="Comic Sans MS"/>
                <a:ea typeface="SimSun"/>
              </a:rPr>
              <a:t>, </a:t>
            </a:r>
            <a:r>
              <a:rPr lang="zh-CN">
                <a:latin typeface="Comic Sans MS"/>
                <a:ea typeface="SimSun"/>
              </a:rPr>
              <a:t>初始为</a:t>
            </a:r>
            <a:r>
              <a:rPr lang="en-US">
                <a:latin typeface="Comic Sans MS"/>
                <a:ea typeface="SimSun"/>
              </a:rPr>
              <a:t>0</a:t>
            </a:r>
            <a:endParaRPr/>
          </a:p>
        </p:txBody>
      </p:sp>
    </p:spTree>
  </p:cSld>
  <p:clrMapOvr>
    <a:masterClrMapping/>
  </p:clrMapOvr>
  <p:transition/>
</p:sld>
</file>

<file path=ppt/slides/slide57.xml><?xml version="1.0" encoding="utf-8"?>
<p:sld xmlns:a="http://schemas.openxmlformats.org/drawingml/2006/main" xmlns:p="http://schemas.openxmlformats.org/presentationml/2006/main">
  <p:cSld>
    <p:spTree>
      <p:nvGrpSpPr>
        <p:cNvPr id="625" name=""/>
        <p:cNvGrpSpPr/>
        <p:nvPr/>
      </p:nvGrpSpPr>
      <p:grpSpPr>
        <a:xfrm>
          <a:off x="0" y="0"/>
          <a:ext cx="0" cy="0"/>
          <a:chOff x="0" y="0"/>
          <a:chExt cx="0" cy="0"/>
        </a:xfrm>
      </p:grpSpPr>
      <p:sp>
        <p:nvSpPr>
          <p:cNvPr id="62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27" name="Rectangle 2"/>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28" name="Rectangle 3"/>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29" name="Rectangle 4"/>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0" name="Rectangle 5"/>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1" name="Rectangle 6"/>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2" name="Rectangle 7"/>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3" name="Rectangle 8"/>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4" name="Rectangle 9"/>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35" name="Text Box 10"/>
          <p:cNvSpPr txBox="true">
            <a:spLocks noGrp="true" noChangeShapeType="true"/>
          </p:cNvSpPr>
          <p:nvPr/>
        </p:nvSpPr>
        <p:spPr>
          <a:xfrm>
            <a:off x="3505200" y="1706562"/>
            <a:ext cx="2209800" cy="825500"/>
          </a:xfrm>
          <a:prstGeom prst="rect">
            <a:avLst/>
          </a:prstGeom>
          <a:noFill/>
        </p:spPr>
        <p:txBody>
          <a:bodyPr lIns="91440" tIns="45720" rIns="91440" bIns="45720" anchor="ctr" anchorCtr="false">
            <a:spAutoFit/>
          </a:bodyPr>
          <a:lstStyle/>
          <a:p>
            <a:pPr lvl="0" algn="ctr"/>
            <a:r>
              <a:rPr lang="en-US">
                <a:latin typeface="Helvetica" pitchFamily="34"/>
              </a:rPr>
              <a:t>open file table</a:t>
            </a:r>
            <a:endParaRPr/>
          </a:p>
          <a:p>
            <a:pPr lvl="0" algn="ctr"/>
            <a:r>
              <a:rPr lang="en-US">
                <a:latin typeface="Helvetica" pitchFamily="34"/>
              </a:rPr>
              <a:t>(shared by all process)</a:t>
            </a:r>
            <a:endParaRPr/>
          </a:p>
        </p:txBody>
      </p:sp>
      <p:sp>
        <p:nvSpPr>
          <p:cNvPr id="636" name="Text Box 11"/>
          <p:cNvSpPr txBox="true">
            <a:spLocks noGrp="true" noChangeShapeType="true"/>
          </p:cNvSpPr>
          <p:nvPr/>
        </p:nvSpPr>
        <p:spPr>
          <a:xfrm>
            <a:off x="6089650" y="1857375"/>
            <a:ext cx="2139950" cy="830262"/>
          </a:xfrm>
          <a:prstGeom prst="rect">
            <a:avLst/>
          </a:prstGeom>
          <a:noFill/>
        </p:spPr>
        <p:txBody>
          <a:bodyPr lIns="91440" tIns="45720" rIns="91440" bIns="45720" anchor="ctr" anchorCtr="false">
            <a:spAutoFit/>
          </a:bodyPr>
          <a:lstStyle/>
          <a:p>
            <a:pPr lvl="0" algn="ctr"/>
            <a:r>
              <a:rPr lang="en-US">
                <a:latin typeface="Helvetica" pitchFamily="34"/>
              </a:rPr>
              <a:t>V-node table</a:t>
            </a:r>
            <a:endParaRPr/>
          </a:p>
          <a:p>
            <a:pPr lvl="0" algn="ctr"/>
            <a:r>
              <a:rPr lang="en-US">
                <a:latin typeface="Helvetica" pitchFamily="34"/>
              </a:rPr>
              <a:t>(shared by all processes)</a:t>
            </a:r>
            <a:endParaRPr/>
          </a:p>
        </p:txBody>
      </p:sp>
      <p:sp>
        <p:nvSpPr>
          <p:cNvPr id="637" name="Rectangle 12"/>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638" name="Rectangle 13"/>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639" name="Rectangle 14"/>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640" name="Rectangle 15"/>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641" name="Rectangle 16"/>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642" name="Rectangle 17"/>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643" name="Line 18"/>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644" name="Line 19"/>
          <p:cNvSpPr>
            <a:spLocks noGrp="true" noChangeShapeType="true"/>
          </p:cNvSpPr>
          <p:nvPr/>
        </p:nvSpPr>
        <p:spPr>
          <a:xfrm flipV="true">
            <a:off x="2282825" y="2743200"/>
            <a:ext cx="1905000" cy="1447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645" name="Rectangle 21"/>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646" name="Text Box 26"/>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647" name="Text Box 28"/>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648" name="Rectangle 31"/>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649" name="Rectangle 32"/>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650" name="Rectangle 33"/>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651" name="Rectangle 34"/>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652" name="Rectangle 35"/>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653" name="Rectangle 36"/>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654" name="Rectangle 37"/>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655" name="Rectangle 38"/>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656" name="Text Box 39"/>
          <p:cNvSpPr txBox="true">
            <a:spLocks noGrp="true" noChangeShapeType="true"/>
          </p:cNvSpPr>
          <p:nvPr/>
        </p:nvSpPr>
        <p:spPr>
          <a:xfrm>
            <a:off x="1219200" y="2667000"/>
            <a:ext cx="1600200" cy="825500"/>
          </a:xfrm>
          <a:prstGeom prst="rect">
            <a:avLst/>
          </a:prstGeom>
          <a:noFill/>
        </p:spPr>
        <p:txBody>
          <a:bodyPr lIns="91440" tIns="45720" rIns="91440" bIns="45720" anchor="t">
            <a:spAutoFit/>
          </a:bodyPr>
          <a:lstStyle/>
          <a:p>
            <a:pPr lvl="0">
              <a:spcBef>
                <a:spcPct val="50000"/>
              </a:spcBef>
            </a:pPr>
            <a:r>
              <a:rPr lang="en-US">
                <a:latin typeface="Times New Roman" pitchFamily="18"/>
              </a:rPr>
              <a:t>Descriptor table (one table per process)</a:t>
            </a:r>
            <a:endParaRPr/>
          </a:p>
        </p:txBody>
      </p:sp>
      <p:sp>
        <p:nvSpPr>
          <p:cNvPr id="657" name="Rectangle 40"/>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658" name="Rectangle 45"/>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Kernel Data Structures for Files</a:t>
            </a:r>
            <a:endParaRPr/>
          </a:p>
        </p:txBody>
      </p:sp>
    </p:spTree>
  </p:cSld>
  <p:clrMapOvr>
    <a:masterClrMapping/>
  </p:clrMapOvr>
  <p:transition/>
</p:sld>
</file>

<file path=ppt/slides/slide58.xml><?xml version="1.0" encoding="utf-8"?>
<p:sld xmlns:a="http://schemas.openxmlformats.org/drawingml/2006/main" xmlns:p="http://schemas.openxmlformats.org/presentationml/2006/main">
  <p:cSld>
    <p:spTree>
      <p:nvGrpSpPr>
        <p:cNvPr id="659" name=""/>
        <p:cNvGrpSpPr/>
        <p:nvPr/>
      </p:nvGrpSpPr>
      <p:grpSpPr>
        <a:xfrm>
          <a:off x="0" y="0"/>
          <a:ext cx="0" cy="0"/>
          <a:chOff x="0" y="0"/>
          <a:chExt cx="0" cy="0"/>
        </a:xfrm>
      </p:grpSpPr>
      <p:sp>
        <p:nvSpPr>
          <p:cNvPr id="66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6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lnSpc>
                <a:spcPct val="120000"/>
              </a:lnSpc>
            </a:pPr>
            <a:r>
              <a:rPr lang="en-US">
                <a:ea typeface="SimSun" pitchFamily="2" charset="-122"/>
              </a:rPr>
              <a:t>Descriptor table</a:t>
            </a:r>
            <a:endParaRPr/>
          </a:p>
        </p:txBody>
      </p:sp>
      <p:sp>
        <p:nvSpPr>
          <p:cNvPr id="662" name="Rectangle 3"/>
          <p:cNvSpPr>
            <a:spLocks noGrp="true" noChangeShapeType="true"/>
          </p:cNvSpPr>
          <p:nvPr>
            <p:ph type="obj"/>
          </p:nvPr>
        </p:nvSpPr>
        <p:spPr>
          <a:xfrm>
            <a:off x="533400" y="1524000"/>
            <a:ext cx="80010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120000"/>
              </a:lnSpc>
              <a:spcBef>
                <a:spcPct val="20000"/>
              </a:spcBef>
              <a:buSzPct val="100000"/>
              <a:buChar char="•"/>
            </a:pPr>
            <a:r>
              <a:rPr lang="zh-CN">
                <a:latin typeface="Comic Sans MS"/>
                <a:ea typeface="SimSun"/>
              </a:rPr>
              <a:t>每个进程有自己独立的</a:t>
            </a:r>
            <a:r>
              <a:rPr lang="en-US">
                <a:latin typeface="Comic Sans MS"/>
                <a:ea typeface="SimSun"/>
              </a:rPr>
              <a:t>descriptor table</a:t>
            </a:r>
            <a:endParaRPr/>
          </a:p>
          <a:p>
            <a:pPr marL="742950" lvl="1" indent="-285750">
              <a:lnSpc>
                <a:spcPct val="120000"/>
              </a:lnSpc>
              <a:spcBef>
                <a:spcPct val="20000"/>
              </a:spcBef>
              <a:buSzPct val="100000"/>
              <a:buChar char="–"/>
            </a:pPr>
            <a:r>
              <a:rPr lang="zh-CN">
                <a:latin typeface="Comic Sans MS"/>
                <a:ea typeface="SimSun"/>
              </a:rPr>
              <a:t>每个文件描述符是一个非负数字，作为</a:t>
            </a:r>
            <a:r>
              <a:rPr lang="en-US">
                <a:latin typeface="Comic Sans MS"/>
                <a:ea typeface="SimSun"/>
              </a:rPr>
              <a:t>descriptor table</a:t>
            </a:r>
            <a:r>
              <a:rPr lang="zh-CN">
                <a:latin typeface="Comic Sans MS"/>
                <a:ea typeface="SimSun"/>
              </a:rPr>
              <a:t>的索引</a:t>
            </a:r>
            <a:endParaRPr lang="en-US"/>
          </a:p>
          <a:p>
            <a:pPr marL="1143000" lvl="2" indent="-228600">
              <a:lnSpc>
                <a:spcPct val="120000"/>
              </a:lnSpc>
              <a:spcBef>
                <a:spcPct val="20000"/>
              </a:spcBef>
              <a:buSzPct val="100000"/>
              <a:buChar char="•"/>
            </a:pPr>
            <a:r>
              <a:rPr lang="en-US">
                <a:latin typeface="Comic Sans MS"/>
                <a:ea typeface="SimSun"/>
              </a:rPr>
              <a:t>0</a:t>
            </a:r>
            <a:r>
              <a:rPr lang="zh-CN">
                <a:latin typeface="Comic Sans MS"/>
                <a:ea typeface="SimSun"/>
              </a:rPr>
              <a:t>：标准输入（默认已打开）</a:t>
            </a:r>
            <a:endParaRPr lang="en-US"/>
          </a:p>
          <a:p>
            <a:pPr marL="1143000" lvl="2" indent="-228600">
              <a:lnSpc>
                <a:spcPct val="120000"/>
              </a:lnSpc>
              <a:spcBef>
                <a:spcPct val="20000"/>
              </a:spcBef>
              <a:buSzPct val="100000"/>
              <a:buChar char="•"/>
            </a:pPr>
            <a:r>
              <a:rPr lang="en-US">
                <a:latin typeface="Comic Sans MS"/>
                <a:ea typeface="SimSun"/>
              </a:rPr>
              <a:t>1</a:t>
            </a:r>
            <a:r>
              <a:rPr lang="zh-CN">
                <a:latin typeface="Comic Sans MS"/>
                <a:ea typeface="SimSun"/>
              </a:rPr>
              <a:t> </a:t>
            </a:r>
            <a:r>
              <a:rPr lang="zh-CN">
                <a:latin typeface="Comic Sans MS"/>
                <a:ea typeface="SimSun"/>
              </a:rPr>
              <a:t>：标准输出（默认已打开）</a:t>
            </a:r>
            <a:endParaRPr lang="en-US"/>
          </a:p>
          <a:p>
            <a:pPr marL="1143000" lvl="2" indent="-228600">
              <a:lnSpc>
                <a:spcPct val="120000"/>
              </a:lnSpc>
              <a:spcBef>
                <a:spcPct val="20000"/>
              </a:spcBef>
              <a:buSzPct val="100000"/>
              <a:buChar char="•"/>
            </a:pPr>
            <a:r>
              <a:rPr lang="en-US">
                <a:latin typeface="Comic Sans MS"/>
                <a:ea typeface="SimSun"/>
              </a:rPr>
              <a:t>2</a:t>
            </a:r>
            <a:r>
              <a:rPr lang="zh-CN">
                <a:latin typeface="Comic Sans MS"/>
                <a:ea typeface="SimSun"/>
              </a:rPr>
              <a:t> </a:t>
            </a:r>
            <a:r>
              <a:rPr lang="zh-CN">
                <a:latin typeface="Comic Sans MS"/>
                <a:ea typeface="SimSun"/>
              </a:rPr>
              <a:t>：标准错误（默认已打开）</a:t>
            </a:r>
            <a:endParaRPr lang="en-US"/>
          </a:p>
          <a:p>
            <a:pPr marL="1143000" lvl="2" indent="-228600">
              <a:lnSpc>
                <a:spcPct val="120000"/>
              </a:lnSpc>
              <a:spcBef>
                <a:spcPct val="20000"/>
              </a:spcBef>
              <a:buSzPct val="100000"/>
              <a:buChar char="•"/>
            </a:pPr>
            <a:r>
              <a:rPr lang="zh-CN">
                <a:latin typeface="Comic Sans MS"/>
                <a:ea typeface="SimSun"/>
              </a:rPr>
              <a:t>其他打开的文件，从</a:t>
            </a:r>
            <a:r>
              <a:rPr lang="en-US">
                <a:latin typeface="Comic Sans MS"/>
                <a:ea typeface="SimSun"/>
              </a:rPr>
              <a:t>3</a:t>
            </a:r>
            <a:r>
              <a:rPr lang="zh-CN">
                <a:latin typeface="Comic Sans MS"/>
                <a:ea typeface="SimSun"/>
              </a:rPr>
              <a:t>开始编号</a:t>
            </a:r>
            <a:endParaRPr lang="en-US"/>
          </a:p>
          <a:p>
            <a:pPr marL="742950" lvl="1" indent="-285750">
              <a:lnSpc>
                <a:spcPct val="120000"/>
              </a:lnSpc>
              <a:spcBef>
                <a:spcPct val="20000"/>
              </a:spcBef>
              <a:buSzPct val="100000"/>
              <a:buChar char="–"/>
            </a:pPr>
            <a:r>
              <a:rPr lang="zh-CN">
                <a:latin typeface="Comic Sans MS"/>
                <a:ea typeface="SimSun"/>
              </a:rPr>
              <a:t>每个打开的文件描述符指向一个</a:t>
            </a:r>
            <a:r>
              <a:rPr lang="en-US">
                <a:latin typeface="Comic Sans MS"/>
                <a:ea typeface="SimSun"/>
              </a:rPr>
              <a:t>open </a:t>
            </a:r>
            <a:r>
              <a:rPr lang="en-US">
                <a:latin typeface="Comic Sans MS"/>
                <a:ea typeface="SimSun"/>
              </a:rPr>
              <a:t>file table</a:t>
            </a:r>
            <a:r>
              <a:rPr lang="zh-CN">
                <a:latin typeface="Comic Sans MS"/>
                <a:ea typeface="SimSun"/>
              </a:rPr>
              <a:t>中的一个</a:t>
            </a:r>
            <a:r>
              <a:rPr lang="en-US">
                <a:latin typeface="Comic Sans MS"/>
                <a:ea typeface="SimSun"/>
              </a:rPr>
              <a:t>entry</a:t>
            </a:r>
            <a:endParaRPr/>
          </a:p>
          <a:p>
            <a:pPr marL="742950" lvl="1" indent="-285750">
              <a:lnSpc>
                <a:spcPct val="120000"/>
              </a:lnSpc>
              <a:spcBef>
                <a:spcPct val="20000"/>
              </a:spcBef>
              <a:buSzPct val="100000"/>
              <a:buChar char="–"/>
            </a:pPr>
            <a:endParaRPr/>
          </a:p>
        </p:txBody>
      </p:sp>
    </p:spTree>
  </p:cSld>
  <p:clrMapOvr>
    <a:masterClrMapping/>
  </p:clrMapOvr>
  <p:transition/>
</p:sld>
</file>

<file path=ppt/slides/slide59.xml><?xml version="1.0" encoding="utf-8"?>
<p:sld xmlns:a="http://schemas.openxmlformats.org/drawingml/2006/main" xmlns:p="http://schemas.openxmlformats.org/presentationml/2006/main">
  <p:cSld>
    <p:spTree>
      <p:nvGrpSpPr>
        <p:cNvPr id="668" name=""/>
        <p:cNvGrpSpPr/>
        <p:nvPr/>
      </p:nvGrpSpPr>
      <p:grpSpPr>
        <a:xfrm>
          <a:off x="0" y="0"/>
          <a:ext cx="0" cy="0"/>
          <a:chOff x="0" y="0"/>
          <a:chExt cx="0" cy="0"/>
        </a:xfrm>
      </p:grpSpPr>
      <p:sp>
        <p:nvSpPr>
          <p:cNvPr id="669"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70"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lnSpc>
                <a:spcPct val="120000"/>
              </a:lnSpc>
              <a:buNone/>
            </a:pPr>
            <a:r>
              <a:rPr lang="en-US">
                <a:latin typeface="Comic Sans MS"/>
                <a:ea typeface="SimSun"/>
              </a:rPr>
              <a:t>(Open) File table</a:t>
            </a:r>
            <a:endParaRPr/>
          </a:p>
        </p:txBody>
      </p:sp>
      <p:sp>
        <p:nvSpPr>
          <p:cNvPr id="671" name="Rectangle 3"/>
          <p:cNvSpPr>
            <a:spLocks noGrp="true" noChangeShapeType="true"/>
          </p:cNvSpPr>
          <p:nvPr>
            <p:ph type="obj"/>
          </p:nvPr>
        </p:nvSpPr>
        <p:spPr>
          <a:xfrm>
            <a:off x="533400" y="1524000"/>
            <a:ext cx="80010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latin typeface="Comic Sans MS"/>
                <a:ea typeface="SimSun"/>
              </a:rPr>
              <a:t>进程中</a:t>
            </a:r>
            <a:r>
              <a:rPr lang="en-US">
                <a:latin typeface="Comic Sans MS"/>
                <a:ea typeface="SimSun"/>
              </a:rPr>
              <a:t> </a:t>
            </a:r>
            <a:r>
              <a:rPr lang="zh-CN">
                <a:latin typeface="Comic Sans MS"/>
                <a:ea typeface="SimSun"/>
              </a:rPr>
              <a:t>打开的文件</a:t>
            </a:r>
            <a:r>
              <a:rPr lang="zh-CN">
                <a:solidFill>
                  <a:schemeClr val="tx1">
                    <a:alpha val="100000"/>
                  </a:schemeClr>
                </a:solidFill>
                <a:latin typeface="Comic Sans MS"/>
                <a:ea typeface="SimSun"/>
              </a:rPr>
              <a:t>被记录在一个</a:t>
            </a:r>
            <a:r>
              <a:rPr lang="en-US">
                <a:solidFill>
                  <a:srgbClr val="FF0000">
                    <a:alpha val="100000"/>
                  </a:srgbClr>
                </a:solidFill>
                <a:latin typeface="Comic Sans MS"/>
                <a:ea typeface="SimSun"/>
              </a:rPr>
              <a:t>file table</a:t>
            </a:r>
            <a:r>
              <a:rPr lang="zh-CN">
                <a:solidFill>
                  <a:schemeClr val="tx1">
                    <a:alpha val="100000"/>
                  </a:schemeClr>
                </a:solidFill>
                <a:latin typeface="Comic Sans MS"/>
                <a:ea typeface="SimSun"/>
              </a:rPr>
              <a:t>中</a:t>
            </a:r>
            <a:endParaRPr/>
          </a:p>
          <a:p>
            <a:pPr marL="342900" lvl="0" indent="-342900">
              <a:spcBef>
                <a:spcPct val="20000"/>
              </a:spcBef>
              <a:buSzPct val="100000"/>
              <a:buChar char="•"/>
            </a:pPr>
            <a:r>
              <a:rPr lang="en-US">
                <a:latin typeface="Comic Sans MS"/>
                <a:ea typeface="SimSun"/>
              </a:rPr>
              <a:t>File table</a:t>
            </a:r>
            <a:r>
              <a:rPr lang="zh-CN">
                <a:latin typeface="Comic Sans MS"/>
                <a:ea typeface="SimSun"/>
              </a:rPr>
              <a:t>被所有进程共享</a:t>
            </a:r>
            <a:endParaRPr/>
          </a:p>
          <a:p>
            <a:pPr marL="342900" lvl="0" indent="-342900">
              <a:spcBef>
                <a:spcPct val="20000"/>
              </a:spcBef>
              <a:buSzPct val="100000"/>
              <a:buChar char="•"/>
            </a:pPr>
            <a:r>
              <a:rPr lang="zh-CN">
                <a:latin typeface="Comic Sans MS"/>
                <a:ea typeface="SimSun"/>
              </a:rPr>
              <a:t>每个</a:t>
            </a:r>
            <a:r>
              <a:rPr lang="en-US">
                <a:latin typeface="Comic Sans MS"/>
                <a:ea typeface="SimSun"/>
              </a:rPr>
              <a:t>file table entry</a:t>
            </a:r>
            <a:r>
              <a:rPr lang="zh-CN">
                <a:latin typeface="Comic Sans MS"/>
                <a:ea typeface="SimSun"/>
              </a:rPr>
              <a:t>包含</a:t>
            </a:r>
            <a:endParaRPr/>
          </a:p>
          <a:p>
            <a:pPr marL="742950" lvl="1" indent="-285750">
              <a:spcBef>
                <a:spcPct val="20000"/>
              </a:spcBef>
              <a:buSzPct val="100000"/>
              <a:buChar char="–"/>
            </a:pPr>
            <a:r>
              <a:rPr lang="zh-CN" b="true" i="false" u="none">
                <a:solidFill>
                  <a:schemeClr val="tx1">
                    <a:alpha val="100000"/>
                  </a:schemeClr>
                </a:solidFill>
                <a:latin typeface="Comic Sans MS"/>
                <a:ea typeface="SimSun"/>
              </a:rPr>
              <a:t>当前文件的读写偏移</a:t>
            </a:r>
            <a:r>
              <a:rPr lang="en-US" b="true" i="false" u="none">
                <a:solidFill>
                  <a:schemeClr val="tx1">
                    <a:alpha val="100000"/>
                  </a:schemeClr>
                </a:solidFill>
                <a:latin typeface="Comic Sans MS"/>
                <a:ea typeface="SimSun"/>
              </a:rPr>
              <a:t>(position)</a:t>
            </a:r>
            <a:endParaRPr/>
          </a:p>
          <a:p>
            <a:pPr marL="742950" lvl="1" indent="-285750">
              <a:spcBef>
                <a:spcPct val="20000"/>
              </a:spcBef>
              <a:buSzPct val="100000"/>
              <a:buChar char="–"/>
            </a:pPr>
            <a:r>
              <a:rPr lang="zh-CN">
                <a:latin typeface="Comic Sans MS"/>
                <a:ea typeface="SimSun"/>
              </a:rPr>
              <a:t>文件的引用计数</a:t>
            </a:r>
            <a:r>
              <a:rPr lang="en-US">
                <a:latin typeface="Comic Sans MS"/>
                <a:ea typeface="SimSun"/>
              </a:rPr>
              <a:t>(reference count)</a:t>
            </a:r>
            <a:endParaRPr/>
          </a:p>
          <a:p>
            <a:pPr marL="742950" lvl="1" indent="-285750">
              <a:spcBef>
                <a:spcPct val="20000"/>
              </a:spcBef>
              <a:buSzPct val="100000"/>
              <a:buChar char="–"/>
            </a:pPr>
            <a:r>
              <a:rPr lang="zh-CN">
                <a:latin typeface="Comic Sans MS"/>
                <a:ea typeface="SimSun"/>
              </a:rPr>
              <a:t>指向</a:t>
            </a:r>
            <a:r>
              <a:rPr lang="en-US">
                <a:latin typeface="Comic Sans MS"/>
                <a:ea typeface="SimSun"/>
              </a:rPr>
              <a:t>v-node</a:t>
            </a:r>
            <a:r>
              <a:rPr lang="zh-CN">
                <a:latin typeface="Comic Sans MS"/>
                <a:ea typeface="SimSun"/>
              </a:rPr>
              <a:t>的指针</a:t>
            </a:r>
            <a:endParaRPr/>
          </a:p>
          <a:p>
            <a:pPr marL="742950" lvl="1" indent="-285750">
              <a:spcBef>
                <a:spcPct val="20000"/>
              </a:spcBef>
              <a:buSzPct val="100000"/>
              <a:buChar char="–"/>
            </a:pPr>
            <a:r>
              <a:rPr lang="zh-CN">
                <a:latin typeface="Comic Sans MS"/>
                <a:ea typeface="SimSun"/>
              </a:rPr>
              <a:t>当引用计数为</a:t>
            </a:r>
            <a:r>
              <a:rPr lang="en-US">
                <a:latin typeface="Comic Sans MS"/>
                <a:ea typeface="SimSun"/>
              </a:rPr>
              <a:t>0</a:t>
            </a:r>
            <a:r>
              <a:rPr lang="zh-CN">
                <a:latin typeface="Comic Sans MS"/>
                <a:ea typeface="SimSun"/>
              </a:rPr>
              <a:t>时，</a:t>
            </a:r>
            <a:r>
              <a:rPr lang="en-US">
                <a:latin typeface="Comic Sans MS"/>
                <a:ea typeface="SimSun"/>
              </a:rPr>
              <a:t>kernel</a:t>
            </a:r>
            <a:r>
              <a:rPr lang="zh-CN">
                <a:latin typeface="Comic Sans MS"/>
                <a:ea typeface="SimSun"/>
              </a:rPr>
              <a:t>会删除</a:t>
            </a:r>
            <a:r>
              <a:rPr lang="en-US">
                <a:latin typeface="Comic Sans MS"/>
                <a:ea typeface="SimSun"/>
              </a:rPr>
              <a:t>file table entry</a:t>
            </a:r>
            <a:r>
              <a:rPr lang="en-US">
                <a:solidFill>
                  <a:srgbClr val="FF0000">
                    <a:alpha val="100000"/>
                  </a:srgbClr>
                </a:solidFill>
                <a:latin typeface="Comic Sans MS"/>
                <a:ea typeface="SimSun"/>
              </a:rPr>
              <a:t>  </a:t>
            </a:r>
            <a:endParaRPr/>
          </a:p>
        </p:txBody>
      </p:sp>
    </p:spTree>
  </p:cSld>
  <p:clrMapOvr>
    <a:masterClrMapping/>
  </p:clrMapOvr>
  <p:transition/>
</p:sld>
</file>

<file path=ppt/slides/slide60.xml><?xml version="1.0" encoding="utf-8"?>
<p:sld xmlns:a="http://schemas.openxmlformats.org/drawingml/2006/main" xmlns:p="http://schemas.openxmlformats.org/presentationml/2006/main">
  <p:cSld>
    <p:spTree>
      <p:nvGrpSpPr>
        <p:cNvPr id="672" name=""/>
        <p:cNvGrpSpPr/>
        <p:nvPr/>
      </p:nvGrpSpPr>
      <p:grpSpPr>
        <a:xfrm>
          <a:off x="0" y="0"/>
          <a:ext cx="0" cy="0"/>
          <a:chOff x="0" y="0"/>
          <a:chExt cx="0" cy="0"/>
        </a:xfrm>
      </p:grpSpPr>
      <p:sp>
        <p:nvSpPr>
          <p:cNvPr id="673"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7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lnSpc>
                <a:spcPct val="120000"/>
              </a:lnSpc>
            </a:pPr>
            <a:r>
              <a:rPr lang="en-US">
                <a:ea typeface="SimSun" pitchFamily="2" charset="-122"/>
              </a:rPr>
              <a:t>V-node table</a:t>
            </a:r>
            <a:endParaRPr/>
          </a:p>
        </p:txBody>
      </p:sp>
      <p:sp>
        <p:nvSpPr>
          <p:cNvPr id="675" name="Rectangle 3"/>
          <p:cNvSpPr>
            <a:spLocks noGrp="true" noChangeShapeType="true"/>
          </p:cNvSpPr>
          <p:nvPr>
            <p:ph type="obj"/>
          </p:nvPr>
        </p:nvSpPr>
        <p:spPr>
          <a:xfrm>
            <a:off x="533400" y="1524000"/>
            <a:ext cx="80010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V-node</a:t>
            </a:r>
            <a:r>
              <a:rPr lang="zh-CN">
                <a:latin typeface="Comic Sans MS"/>
                <a:ea typeface="SimSun"/>
              </a:rPr>
              <a:t>也是所有进程共享的</a:t>
            </a:r>
            <a:endParaRPr/>
          </a:p>
          <a:p>
            <a:pPr marL="342900" lvl="0" indent="-342900">
              <a:spcBef>
                <a:spcPct val="20000"/>
              </a:spcBef>
              <a:buSzPct val="100000"/>
              <a:buChar char="•"/>
            </a:pPr>
            <a:r>
              <a:rPr lang="zh-CN">
                <a:latin typeface="Comic Sans MS"/>
                <a:ea typeface="SimSun"/>
              </a:rPr>
              <a:t>每个</a:t>
            </a:r>
            <a:r>
              <a:rPr lang="en-US">
                <a:latin typeface="Comic Sans MS"/>
                <a:ea typeface="SimSun"/>
              </a:rPr>
              <a:t>entry</a:t>
            </a:r>
            <a:r>
              <a:rPr lang="zh-CN">
                <a:latin typeface="Comic Sans MS"/>
                <a:ea typeface="SimSun"/>
              </a:rPr>
              <a:t>包含文件的大部分</a:t>
            </a:r>
            <a:r>
              <a:rPr lang="en-US">
                <a:latin typeface="Comic Sans MS"/>
                <a:ea typeface="SimSun"/>
              </a:rPr>
              <a:t>metadata</a:t>
            </a:r>
            <a:endParaRPr/>
          </a:p>
        </p:txBody>
      </p:sp>
    </p:spTree>
  </p:cSld>
  <p:clrMapOvr>
    <a:masterClrMapping/>
  </p:clrMapOvr>
  <p:transition/>
</p:sld>
</file>

<file path=ppt/slides/slide61.xml><?xml version="1.0" encoding="utf-8"?>
<p:sld xmlns:a="http://schemas.openxmlformats.org/drawingml/2006/main" xmlns:p="http://schemas.openxmlformats.org/presentationml/2006/main">
  <p:cSld>
    <p:spTree>
      <p:nvGrpSpPr>
        <p:cNvPr id="676" name=""/>
        <p:cNvGrpSpPr/>
        <p:nvPr/>
      </p:nvGrpSpPr>
      <p:grpSpPr>
        <a:xfrm>
          <a:off x="0" y="0"/>
          <a:ext cx="0" cy="0"/>
          <a:chOff x="0" y="0"/>
          <a:chExt cx="0" cy="0"/>
        </a:xfrm>
      </p:grpSpPr>
      <p:sp>
        <p:nvSpPr>
          <p:cNvPr id="67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78" name="Rectangle 2"/>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79" name="Rectangle 3"/>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0" name="Rectangle 4"/>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1" name="Rectangle 5"/>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2" name="Rectangle 6"/>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3" name="Rectangle 7"/>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4" name="Rectangle 8"/>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5" name="Rectangle 9"/>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686" name="Text Box 10"/>
          <p:cNvSpPr txBox="true">
            <a:spLocks noGrp="true" noChangeShapeType="true"/>
          </p:cNvSpPr>
          <p:nvPr/>
        </p:nvSpPr>
        <p:spPr>
          <a:xfrm>
            <a:off x="3505200" y="1830387"/>
            <a:ext cx="2209800" cy="577850"/>
          </a:xfrm>
          <a:prstGeom prst="rect">
            <a:avLst/>
          </a:prstGeom>
          <a:noFill/>
        </p:spPr>
        <p:txBody>
          <a:bodyPr lIns="91440" tIns="45720" rIns="91440" bIns="45720" anchor="ctr" anchorCtr="false">
            <a:spAutoFit/>
          </a:bodyPr>
          <a:lstStyle/>
          <a:p>
            <a:pPr lvl="0" algn="ctr">
              <a:buNone/>
            </a:pPr>
            <a:r>
              <a:rPr lang="en-US">
                <a:latin typeface="Helvetica"/>
                <a:ea typeface="SimSun"/>
              </a:rPr>
              <a:t>open file table</a:t>
            </a:r>
            <a:endParaRPr/>
          </a:p>
          <a:p>
            <a:pPr lvl="0" algn="ctr">
              <a:buNone/>
            </a:pPr>
            <a:r>
              <a:rPr lang="en-US">
                <a:latin typeface="Helvetica"/>
                <a:ea typeface="SimSun"/>
              </a:rPr>
              <a:t>(</a:t>
            </a:r>
            <a:r>
              <a:rPr lang="zh-CN">
                <a:latin typeface="Helvetica"/>
                <a:ea typeface="SimSun"/>
              </a:rPr>
              <a:t>所有进程共享</a:t>
            </a:r>
            <a:r>
              <a:rPr lang="en-US">
                <a:latin typeface="Helvetica"/>
                <a:ea typeface="SimSun"/>
              </a:rPr>
              <a:t>)</a:t>
            </a:r>
            <a:endParaRPr/>
          </a:p>
        </p:txBody>
      </p:sp>
      <p:sp>
        <p:nvSpPr>
          <p:cNvPr id="687" name="Text Box 11"/>
          <p:cNvSpPr txBox="true">
            <a:spLocks noGrp="true" noChangeShapeType="true"/>
          </p:cNvSpPr>
          <p:nvPr/>
        </p:nvSpPr>
        <p:spPr>
          <a:xfrm>
            <a:off x="6203950" y="1983581"/>
            <a:ext cx="2025650" cy="577850"/>
          </a:xfrm>
          <a:prstGeom prst="rect">
            <a:avLst/>
          </a:prstGeom>
          <a:noFill/>
        </p:spPr>
        <p:txBody>
          <a:bodyPr lIns="91440" tIns="45720" rIns="91440" bIns="45720" anchor="ctr" anchorCtr="false">
            <a:spAutoFit/>
          </a:bodyPr>
          <a:lstStyle/>
          <a:p>
            <a:pPr lvl="0" algn="ctr">
              <a:buNone/>
            </a:pPr>
            <a:r>
              <a:rPr lang="en-US">
                <a:latin typeface="Helvetica"/>
                <a:ea typeface="SimSun"/>
              </a:rPr>
              <a:t>V-node table</a:t>
            </a:r>
            <a:endParaRPr/>
          </a:p>
          <a:p>
            <a:pPr lvl="0" algn="ctr">
              <a:buNone/>
            </a:pPr>
            <a:r>
              <a:rPr lang="en-US">
                <a:latin typeface="Helvetica"/>
                <a:ea typeface="SimSun"/>
              </a:rPr>
              <a:t>(</a:t>
            </a:r>
            <a:r>
              <a:rPr lang="zh-CN">
                <a:latin typeface="Helvetica"/>
                <a:ea typeface="SimSun"/>
              </a:rPr>
              <a:t>所有进程共享</a:t>
            </a:r>
            <a:r>
              <a:rPr lang="en-US">
                <a:latin typeface="Helvetica"/>
                <a:ea typeface="SimSun"/>
              </a:rPr>
              <a:t>)</a:t>
            </a:r>
            <a:endParaRPr/>
          </a:p>
        </p:txBody>
      </p:sp>
      <p:sp>
        <p:nvSpPr>
          <p:cNvPr id="688" name="Rectangle 12"/>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689" name="Rectangle 13"/>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690" name="Rectangle 14"/>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691" name="Rectangle 15"/>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692" name="Rectangle 16"/>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693" name="Rectangle 17"/>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694" name="Line 18"/>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695" name="Line 19"/>
          <p:cNvSpPr>
            <a:spLocks noGrp="true" noChangeShapeType="true"/>
          </p:cNvSpPr>
          <p:nvPr/>
        </p:nvSpPr>
        <p:spPr>
          <a:xfrm flipV="true">
            <a:off x="2282825" y="2743200"/>
            <a:ext cx="1905000" cy="1447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696" name="Line 20"/>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697" name="Rectangle 21"/>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698" name="Rectangle 22"/>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699" name="Rectangle 23"/>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700" name="Rectangle 24"/>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701" name="Rectangle 25"/>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702" name="Text Box 26"/>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703" name="Text Box 27"/>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704" name="Text Box 28"/>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705" name="Text Box 29"/>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706" name="Line 30"/>
          <p:cNvSpPr>
            <a:spLocks noGrp="true" noChangeShapeType="true"/>
          </p:cNvSpPr>
          <p:nvPr/>
        </p:nvSpPr>
        <p:spPr>
          <a:xfrm flipV="true">
            <a:off x="2282825" y="4419600"/>
            <a:ext cx="1905000" cy="3810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707" name="Rectangle 31"/>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708" name="Rectangle 32"/>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709" name="Rectangle 33"/>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710" name="Rectangle 34"/>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711" name="Rectangle 35"/>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712" name="Rectangle 36"/>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713" name="Rectangle 37"/>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714" name="Rectangle 38"/>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715" name="Text Box 39"/>
          <p:cNvSpPr txBox="true">
            <a:spLocks noGrp="true" noChangeShapeType="true"/>
          </p:cNvSpPr>
          <p:nvPr/>
        </p:nvSpPr>
        <p:spPr>
          <a:xfrm>
            <a:off x="803275" y="2895600"/>
            <a:ext cx="2286000" cy="577850"/>
          </a:xfrm>
          <a:prstGeom prst="rect">
            <a:avLst/>
          </a:prstGeom>
          <a:noFill/>
        </p:spPr>
        <p:txBody>
          <a:bodyPr lIns="91440" tIns="45720" rIns="91440" bIns="45720" anchor="t">
            <a:spAutoFit/>
          </a:bodyPr>
          <a:lstStyle/>
          <a:p>
            <a:pPr lvl="0">
              <a:spcBef>
                <a:spcPct val="50000"/>
              </a:spcBef>
              <a:buNone/>
            </a:pPr>
            <a:r>
              <a:rPr lang="en-US">
                <a:latin typeface="Times New Roman"/>
                <a:ea typeface="SimSun"/>
              </a:rPr>
              <a:t>Descriptor table (</a:t>
            </a:r>
            <a:r>
              <a:rPr lang="zh-CN">
                <a:latin typeface="Times New Roman"/>
                <a:ea typeface="SimSun"/>
              </a:rPr>
              <a:t>每个进程私有</a:t>
            </a:r>
            <a:r>
              <a:rPr lang="en-US">
                <a:latin typeface="Times New Roman"/>
                <a:ea typeface="SimSun"/>
              </a:rPr>
              <a:t>)</a:t>
            </a:r>
            <a:endParaRPr/>
          </a:p>
        </p:txBody>
      </p:sp>
      <p:sp>
        <p:nvSpPr>
          <p:cNvPr id="716" name="Rectangle 40"/>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717" name="Rectangle 41"/>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718" name="Rectangle 42"/>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719" name="Rectangle 43"/>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720" name="Rectangle 44"/>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721" name="Rectangle 45"/>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文件相关的内核数据结构</a:t>
            </a:r>
            <a:endParaRPr/>
          </a:p>
        </p:txBody>
      </p:sp>
    </p:spTree>
  </p:cSld>
  <p:clrMapOvr>
    <a:masterClrMapping/>
  </p:clrMapOvr>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722" name=""/>
        <p:cNvGrpSpPr/>
        <p:nvPr/>
      </p:nvGrpSpPr>
      <p:grpSpPr>
        <a:xfrm>
          <a:off x="0" y="0"/>
          <a:ext cx="0" cy="0"/>
          <a:chOff x="0" y="0"/>
          <a:chExt cx="0" cy="0"/>
        </a:xfrm>
      </p:grpSpPr>
      <p:sp>
        <p:nvSpPr>
          <p:cNvPr id="723"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例子</a:t>
            </a:r>
            <a:endParaRPr/>
          </a:p>
        </p:txBody>
      </p:sp>
      <p:sp>
        <p:nvSpPr>
          <p:cNvPr id="724"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sz="2400">
                <a:latin typeface="Comic Sans MS"/>
                <a:ea typeface="SimSun"/>
              </a:rPr>
              <a:t>可能一个进程多个</a:t>
            </a:r>
            <a:r>
              <a:rPr lang="en-US" sz="2400">
                <a:latin typeface="Comic Sans MS"/>
                <a:ea typeface="SimSun"/>
              </a:rPr>
              <a:t>fd</a:t>
            </a:r>
            <a:r>
              <a:rPr lang="zh-CN" sz="2400">
                <a:latin typeface="Comic Sans MS"/>
                <a:ea typeface="SimSun"/>
              </a:rPr>
              <a:t>对应同一个打开的文件</a:t>
            </a:r>
            <a:r>
              <a:rPr lang="en-US" sz="2400">
                <a:latin typeface="Comic Sans MS"/>
                <a:ea typeface="SimSun"/>
              </a:rPr>
              <a:t>(</a:t>
            </a:r>
            <a:r>
              <a:rPr lang="zh-CN" sz="2400">
                <a:latin typeface="Comic Sans MS"/>
                <a:ea typeface="SimSun"/>
              </a:rPr>
              <a:t>如</a:t>
            </a:r>
            <a:r>
              <a:rPr lang="en-US" sz="2400">
                <a:latin typeface="Comic Sans MS"/>
                <a:ea typeface="SimSun"/>
              </a:rPr>
              <a:t>dup2)</a:t>
            </a:r>
            <a:endParaRPr/>
          </a:p>
          <a:p>
            <a:pPr marL="342900" lvl="0" indent="-342900">
              <a:spcBef>
                <a:spcPct val="20000"/>
              </a:spcBef>
              <a:buSzPct val="100000"/>
              <a:buChar char="•"/>
            </a:pPr>
            <a:r>
              <a:rPr lang="zh-CN" sz="2400">
                <a:latin typeface="Comic Sans MS"/>
                <a:ea typeface="SimSun"/>
              </a:rPr>
              <a:t>可能多个进程对应同一个打开文件</a:t>
            </a:r>
            <a:r>
              <a:rPr lang="en-US" sz="2400">
                <a:latin typeface="Comic Sans MS"/>
                <a:ea typeface="SimSun"/>
              </a:rPr>
              <a:t>(</a:t>
            </a:r>
            <a:r>
              <a:rPr lang="zh-CN" sz="2400">
                <a:latin typeface="Comic Sans MS"/>
                <a:ea typeface="SimSun"/>
              </a:rPr>
              <a:t>如</a:t>
            </a:r>
            <a:r>
              <a:rPr lang="en-US" sz="2400">
                <a:latin typeface="Comic Sans MS"/>
                <a:ea typeface="SimSun"/>
              </a:rPr>
              <a:t>fork)</a:t>
            </a:r>
            <a:endParaRPr/>
          </a:p>
          <a:p>
            <a:pPr marL="342900" lvl="0" indent="-342900">
              <a:spcBef>
                <a:spcPct val="20000"/>
              </a:spcBef>
              <a:buSzPct val="100000"/>
              <a:buChar char="•"/>
            </a:pPr>
            <a:r>
              <a:rPr lang="zh-CN" sz="2400">
                <a:latin typeface="Comic Sans MS"/>
                <a:ea typeface="SimSun"/>
              </a:rPr>
              <a:t>可能多个进程对应不同打开文件，但是同一个文件</a:t>
            </a:r>
            <a:endParaRPr/>
          </a:p>
        </p:txBody>
      </p:sp>
      <p:sp>
        <p:nvSpPr>
          <p:cNvPr id="725"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726" name="图片 5"/>
          <p:cNvPicPr>
            <a:picLocks noGrp="true" noChangeAspect="true"/>
          </p:cNvPicPr>
          <p:nvPr/>
        </p:nvPicPr>
        <p:blipFill>
          <a:blip r:embed="rId1"/>
          <a:srcRect/>
          <a:stretch>
            <a:fillRect/>
          </a:stretch>
        </p:blipFill>
        <p:spPr>
          <a:xfrm>
            <a:off x="1387475" y="2925762"/>
            <a:ext cx="6445250" cy="3952875"/>
          </a:xfrm>
          <a:prstGeom prst="rect">
            <a:avLst/>
          </a:prstGeom>
          <a:noFill/>
        </p:spPr>
      </p:pic>
      <p:sp>
        <p:nvSpPr>
          <p:cNvPr id="727" name="椭圆 1"/>
          <p:cNvSpPr>
            <a:spLocks noGrp="true" noChangeShapeType="true"/>
          </p:cNvSpPr>
          <p:nvPr/>
        </p:nvSpPr>
        <p:spPr>
          <a:xfrm>
            <a:off x="609600" y="152400"/>
            <a:ext cx="533400" cy="533400"/>
          </a:xfrm>
          <a:prstGeom prst="ellipse">
            <a:avLst/>
          </a:prstGeom>
          <a:noFill/>
        </p:spPr>
        <p:txBody>
          <a:bodyPr lIns="91440" tIns="45720" rIns="91440" bIns="45720" anchor="t"/>
          <a:lstStyle/>
          <a:p>
            <a:pPr/>
            <a:endParaRPr sz="1400" dirty="false"/>
          </a:p>
        </p:txBody>
      </p:sp>
      <p:sp>
        <p:nvSpPr>
          <p:cNvPr id="728" name="椭圆 2"/>
          <p:cNvSpPr>
            <a:spLocks noGrp="true" noChangeShapeType="true"/>
          </p:cNvSpPr>
          <p:nvPr/>
        </p:nvSpPr>
        <p:spPr>
          <a:xfrm>
            <a:off x="228600" y="4267200"/>
            <a:ext cx="914400" cy="990600"/>
          </a:xfrm>
          <a:prstGeom prst="ellipse">
            <a:avLst/>
          </a:prstGeom>
          <a:noFill/>
        </p:spPr>
        <p:txBody>
          <a:bodyPr lIns="91440" tIns="45720" rIns="91440" bIns="45720" anchor="t"/>
          <a:lstStyle/>
          <a:p>
            <a:pPr/>
            <a:endParaRPr sz="1400" dirty="false"/>
          </a:p>
        </p:txBody>
      </p:sp>
    </p:spTree>
  </p:cSld>
  <p:clrMapOvr>
    <a:masterClrMapping/>
  </p:clrMapOvr>
  <p:transition/>
</p:sld>
</file>

<file path=ppt/slides/slide63.xml><?xml version="1.0" encoding="utf-8"?>
<p:sld xmlns:a="http://schemas.openxmlformats.org/drawingml/2006/main" xmlns:p="http://schemas.openxmlformats.org/presentationml/2006/main">
  <p:cSld>
    <p:spTree>
      <p:nvGrpSpPr>
        <p:cNvPr id="729" name=""/>
        <p:cNvGrpSpPr/>
        <p:nvPr/>
      </p:nvGrpSpPr>
      <p:grpSpPr>
        <a:xfrm>
          <a:off x="0" y="0"/>
          <a:ext cx="0" cy="0"/>
          <a:chOff x="0" y="0"/>
          <a:chExt cx="0" cy="0"/>
        </a:xfrm>
      </p:grpSpPr>
      <p:sp>
        <p:nvSpPr>
          <p:cNvPr id="73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3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32"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140000"/>
              </a:lnSpc>
              <a:spcBef>
                <a:spcPct val="20000"/>
              </a:spcBef>
              <a:buSzPct val="100000"/>
              <a:buChar char="•"/>
            </a:pPr>
            <a:r>
              <a:rPr lang="zh-CN">
                <a:latin typeface="Comic Sans MS"/>
                <a:ea typeface="SimSun"/>
              </a:rPr>
              <a:t>表明一个应用要访问一个文件的意图</a:t>
            </a:r>
            <a:r>
              <a:rPr lang="en-US">
                <a:latin typeface="Comic Sans MS"/>
                <a:ea typeface="SimSun"/>
              </a:rPr>
              <a:t> </a:t>
            </a:r>
            <a:endParaRPr/>
          </a:p>
          <a:p>
            <a:pPr marL="742950" lvl="1" indent="-285750">
              <a:lnSpc>
                <a:spcPct val="140000"/>
              </a:lnSpc>
              <a:spcBef>
                <a:spcPct val="20000"/>
              </a:spcBef>
              <a:buSzPct val="100000"/>
              <a:buChar char="–"/>
            </a:pPr>
            <a:r>
              <a:rPr lang="zh-CN">
                <a:latin typeface="Comic Sans MS"/>
                <a:ea typeface="SimSun"/>
              </a:rPr>
              <a:t>应用程序</a:t>
            </a:r>
            <a:r>
              <a:rPr lang="zh-CN">
                <a:solidFill>
                  <a:srgbClr val="FF0000">
                    <a:alpha val="100000"/>
                  </a:srgbClr>
                </a:solidFill>
                <a:latin typeface="Comic Sans MS"/>
                <a:ea typeface="SimSun"/>
              </a:rPr>
              <a:t>只</a:t>
            </a:r>
            <a:r>
              <a:rPr lang="zh-CN">
                <a:latin typeface="Comic Sans MS"/>
                <a:ea typeface="SimSun"/>
              </a:rPr>
              <a:t>需要维护</a:t>
            </a:r>
            <a:r>
              <a:rPr lang="zh-CN">
                <a:solidFill>
                  <a:srgbClr val="FF0000">
                    <a:alpha val="100000"/>
                  </a:srgbClr>
                </a:solidFill>
                <a:latin typeface="Comic Sans MS"/>
                <a:ea typeface="SimSun"/>
              </a:rPr>
              <a:t>文件描述符</a:t>
            </a:r>
            <a:r>
              <a:rPr lang="zh-CN">
                <a:latin typeface="Comic Sans MS"/>
                <a:ea typeface="SimSun"/>
              </a:rPr>
              <a:t>，其他信息都在</a:t>
            </a:r>
            <a:r>
              <a:rPr lang="en-US">
                <a:latin typeface="Comic Sans MS"/>
                <a:ea typeface="SimSun"/>
              </a:rPr>
              <a:t>kernel</a:t>
            </a:r>
            <a:r>
              <a:rPr lang="zh-CN">
                <a:latin typeface="Comic Sans MS"/>
                <a:ea typeface="SimSun"/>
              </a:rPr>
              <a:t>数据结构中</a:t>
            </a:r>
            <a:endParaRPr lang="en-US"/>
          </a:p>
          <a:p>
            <a:pPr marL="742950" lvl="1" indent="-285750">
              <a:lnSpc>
                <a:spcPct val="140000"/>
              </a:lnSpc>
              <a:spcBef>
                <a:spcPct val="20000"/>
              </a:spcBef>
              <a:buSzPct val="100000"/>
              <a:buChar char="–"/>
            </a:pPr>
            <a:r>
              <a:rPr lang="zh-CN">
                <a:latin typeface="Comic Sans MS"/>
                <a:ea typeface="SimSun"/>
              </a:rPr>
              <a:t>一个应用程序可以通过</a:t>
            </a:r>
            <a:r>
              <a:rPr lang="en-US">
                <a:solidFill>
                  <a:srgbClr val="FF0000">
                    <a:alpha val="100000"/>
                  </a:srgbClr>
                </a:solidFill>
                <a:latin typeface="Comic Sans MS"/>
                <a:ea typeface="SimSun"/>
              </a:rPr>
              <a:t>seek</a:t>
            </a:r>
            <a:r>
              <a:rPr lang="zh-CN">
                <a:latin typeface="Comic Sans MS"/>
                <a:ea typeface="SimSun"/>
              </a:rPr>
              <a:t>操作，显式的设置文件的当前访问位置</a:t>
            </a:r>
            <a:endParaRPr lang="en-US"/>
          </a:p>
          <a:p>
            <a:pPr marL="1143000" lvl="2" indent="-228600">
              <a:lnSpc>
                <a:spcPct val="140000"/>
              </a:lnSpc>
              <a:spcBef>
                <a:spcPct val="20000"/>
              </a:spcBef>
              <a:buSzPct val="100000"/>
              <a:buChar char="•"/>
            </a:pPr>
            <a:r>
              <a:rPr lang="en-US">
                <a:latin typeface="Comic Sans MS"/>
                <a:ea typeface="SimSun"/>
              </a:rPr>
              <a:t>Read/write</a:t>
            </a:r>
            <a:r>
              <a:rPr lang="zh-CN">
                <a:latin typeface="Comic Sans MS"/>
                <a:ea typeface="SimSun"/>
              </a:rPr>
              <a:t>操作都从当前位置开始向后进行</a:t>
            </a:r>
            <a:endParaRPr/>
          </a:p>
        </p:txBody>
      </p:sp>
    </p:spTree>
  </p:cSld>
  <p:clrMapOvr>
    <a:masterClrMapping/>
  </p:clrMapOvr>
  <p:transition/>
</p:sld>
</file>

<file path=ppt/slides/slide64.xml><?xml version="1.0" encoding="utf-8"?>
<p:sld xmlns:a="http://schemas.openxmlformats.org/drawingml/2006/main" xmlns:p="http://schemas.openxmlformats.org/presentationml/2006/main">
  <p:cSld>
    <p:spTree>
      <p:nvGrpSpPr>
        <p:cNvPr id="733" name=""/>
        <p:cNvGrpSpPr/>
        <p:nvPr/>
      </p:nvGrpSpPr>
      <p:grpSpPr>
        <a:xfrm>
          <a:off x="0" y="0"/>
          <a:ext cx="0" cy="0"/>
          <a:chOff x="0" y="0"/>
          <a:chExt cx="0" cy="0"/>
        </a:xfrm>
      </p:grpSpPr>
      <p:sp>
        <p:nvSpPr>
          <p:cNvPr id="73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35"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36" name="Rectangle 3"/>
          <p:cNvSpPr>
            <a:spLocks noGrp="true" noChangeShapeType="true"/>
          </p:cNvSpPr>
          <p:nvPr>
            <p:ph type="obj"/>
          </p:nvPr>
        </p:nvSpPr>
        <p:spPr>
          <a:xfrm>
            <a:off x="457200" y="1600200"/>
            <a:ext cx="8305800" cy="5029200"/>
          </a:xfrm>
          <a:prstGeom prst="rect">
            <a:avLst/>
          </a:prstGeom>
          <a:solidFill>
            <a:srgbClr val="FFFFCC"/>
          </a:solidFill>
          <a:ln w="9524">
            <a:solidFill>
              <a:schemeClr val="dk1"/>
            </a:solidFill>
            <a:round/>
            <a:headEnd/>
            <a:tailEnd/>
          </a:ln>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90000"/>
              </a:lnSpc>
              <a:spcBef>
                <a:spcPct val="20000"/>
              </a:spcBef>
              <a:buNone/>
            </a:pPr>
            <a:r>
              <a:rPr lang="zh-CN"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include &lt;sys/</a:t>
            </a:r>
            <a:r>
              <a:rPr lang="en-US" sz="2000" b="true" i="false" u="none" baseline="0">
                <a:latin typeface="Courier New" pitchFamily="49"/>
                <a:ea typeface="SimSun" pitchFamily="2" charset="-122"/>
              </a:rPr>
              <a:t>types.h</a:t>
            </a:r>
            <a:r>
              <a:rPr lang="en-US" sz="2000" b="true" i="false" u="none" baseline="0">
                <a:latin typeface="Courier New" pitchFamily="49"/>
                <a:ea typeface="SimSun" pitchFamily="2" charset="-122"/>
              </a:rPr>
              <a:t>&gt;</a:t>
            </a:r>
            <a:endParaRPr lang="en-US" sz="2000"/>
          </a:p>
          <a:p>
            <a:pPr marL="342900" lvl="0" indent="-342900" defTabSz="914400" hangingPunct="true">
              <a:lnSpc>
                <a:spcPct val="90000"/>
              </a:lnSpc>
              <a:spcBef>
                <a:spcPct val="20000"/>
              </a:spcBef>
              <a:buNone/>
            </a:pPr>
            <a:r>
              <a:rPr lang="en-US" sz="2000" b="true" i="false" u="none" baseline="0">
                <a:latin typeface="Courier New" pitchFamily="49"/>
                <a:ea typeface="SimSun" pitchFamily="2" charset="-122"/>
              </a:rPr>
              <a:t>#include &lt;sys/</a:t>
            </a:r>
            <a:r>
              <a:rPr lang="en-US" sz="2000" b="true" i="false" u="none" baseline="0">
                <a:latin typeface="Courier New" pitchFamily="49"/>
                <a:ea typeface="SimSun" pitchFamily="2" charset="-122"/>
              </a:rPr>
              <a:t>stat.h</a:t>
            </a:r>
            <a:r>
              <a:rPr lang="en-US" sz="2000" b="true" i="false" u="none" baseline="0">
                <a:latin typeface="Courier New" pitchFamily="49"/>
                <a:ea typeface="SimSun" pitchFamily="2" charset="-122"/>
              </a:rPr>
              <a:t>&gt;</a:t>
            </a:r>
            <a:endParaRPr lang="en-US" sz="2000"/>
          </a:p>
          <a:p>
            <a:pPr marL="342900" lvl="0" indent="-342900" defTabSz="914400" hangingPunct="true">
              <a:lnSpc>
                <a:spcPct val="90000"/>
              </a:lnSpc>
              <a:spcBef>
                <a:spcPct val="20000"/>
              </a:spcBef>
              <a:buNone/>
            </a:pPr>
            <a:r>
              <a:rPr lang="en-US" sz="2000" b="true" i="false" u="none" baseline="0">
                <a:latin typeface="Courier New" pitchFamily="49"/>
                <a:ea typeface="SimSun" pitchFamily="2" charset="-122"/>
              </a:rPr>
              <a:t>#include &lt;</a:t>
            </a:r>
            <a:r>
              <a:rPr lang="en-US" sz="2000" b="true" i="false" u="none" baseline="0">
                <a:latin typeface="Courier New" pitchFamily="49"/>
                <a:ea typeface="SimSun" pitchFamily="2" charset="-122"/>
              </a:rPr>
              <a:t>fcntl.h</a:t>
            </a:r>
            <a:r>
              <a:rPr lang="en-US" sz="2000" b="true" i="false" u="none" baseline="0">
                <a:latin typeface="Courier New" pitchFamily="49"/>
                <a:ea typeface="SimSun" pitchFamily="2" charset="-122"/>
              </a:rPr>
              <a:t>&gt;</a:t>
            </a:r>
            <a:endParaRPr lang="en-US" sz="2000"/>
          </a:p>
          <a:p>
            <a:pPr marL="342900" lvl="0" indent="-342900" defTabSz="914400" hangingPunct="true">
              <a:lnSpc>
                <a:spcPct val="90000"/>
              </a:lnSpc>
              <a:spcBef>
                <a:spcPct val="20000"/>
              </a:spcBef>
              <a:buNone/>
            </a:pPr>
            <a:endParaRPr/>
          </a:p>
          <a:p>
            <a:pPr marL="342900" lvl="0" indent="-342900" defTabSz="914400" hangingPunct="true">
              <a:lnSpc>
                <a:spcPct val="90000"/>
              </a:lnSpc>
              <a:spcBef>
                <a:spcPct val="20000"/>
              </a:spcBef>
              <a:buNone/>
            </a:pP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400" b="true" i="false" u="none" baseline="0">
                <a:latin typeface="Courier New" pitchFamily="49"/>
                <a:ea typeface="SimSun" pitchFamily="2" charset="-122"/>
              </a:rPr>
              <a:t>open</a:t>
            </a:r>
            <a:r>
              <a:rPr lang="en-US" sz="2000" b="true" i="false" u="none" baseline="0">
                <a:latin typeface="Courier New" pitchFamily="49"/>
                <a:ea typeface="SimSun" pitchFamily="2" charset="-122"/>
              </a:rPr>
              <a:t>(char *filename, </a:t>
            </a: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flags, </a:t>
            </a:r>
            <a:r>
              <a:rPr lang="en-US" sz="2000" b="true" i="false" u="none" baseline="0">
                <a:latin typeface="Courier New" pitchFamily="49"/>
                <a:ea typeface="SimSun" pitchFamily="2" charset="-122"/>
              </a:rPr>
              <a:t>mode_t</a:t>
            </a:r>
            <a:r>
              <a:rPr lang="en-US" sz="2000" b="true" i="false" u="none" baseline="0">
                <a:latin typeface="Courier New" pitchFamily="49"/>
                <a:ea typeface="SimSun" pitchFamily="2" charset="-122"/>
              </a:rPr>
              <a:t> mode);</a:t>
            </a:r>
            <a:endParaRPr lang="en-US" sz="2000"/>
          </a:p>
          <a:p>
            <a:pPr marL="342900" lvl="0" indent="-342900" algn="r" defTabSz="914400" hangingPunct="true">
              <a:lnSpc>
                <a:spcPct val="90000"/>
              </a:lnSpc>
              <a:spcBef>
                <a:spcPct val="20000"/>
              </a:spcBef>
              <a:buNone/>
            </a:pPr>
            <a:r>
              <a:rPr lang="en-US" sz="2000" b="true" i="false" u="none" baseline="0">
                <a:latin typeface="Courier New" pitchFamily="49"/>
                <a:ea typeface="SimSun" pitchFamily="2" charset="-122"/>
              </a:rPr>
              <a:t>		</a:t>
            </a:r>
            <a:r>
              <a:rPr lang="en-US" sz="2000" b="true" i="false" u="none" baseline="0">
                <a:solidFill>
                  <a:srgbClr val="FF0000"/>
                </a:solidFill>
                <a:latin typeface="Courier New" pitchFamily="49"/>
                <a:ea typeface="SimSun" pitchFamily="2" charset="-122"/>
              </a:rPr>
              <a:t>Returns: new file descriptor if OK, -1 on error</a:t>
            </a:r>
            <a:endParaRPr lang="en-US" sz="2000"/>
          </a:p>
          <a:p>
            <a:pPr marL="342900" lvl="0" indent="-342900" defTabSz="914400" hangingPunct="true">
              <a:lnSpc>
                <a:spcPct val="90000"/>
              </a:lnSpc>
              <a:spcBef>
                <a:spcPct val="20000"/>
              </a:spcBef>
              <a:buNone/>
            </a:pPr>
            <a:endParaRPr/>
          </a:p>
          <a:p>
            <a:pPr marL="342900" lvl="0" indent="-342900" defTabSz="914400" hangingPunct="true">
              <a:lnSpc>
                <a:spcPct val="90000"/>
              </a:lnSpc>
              <a:spcBef>
                <a:spcPct val="20000"/>
              </a:spcBef>
              <a:buNone/>
            </a:pPr>
            <a:r>
              <a:rPr lang="en-US" sz="2000" b="true" i="false" u="sng" baseline="0">
                <a:latin typeface="Courier New" pitchFamily="49"/>
                <a:ea typeface="SimSun" pitchFamily="2" charset="-122"/>
              </a:rPr>
              <a:t>flags</a:t>
            </a:r>
            <a:endParaRPr lang="en-US" sz="2000"/>
          </a:p>
          <a:p>
            <a:pPr marL="742950" lvl="1" indent="-285750" defTabSz="914400" hangingPunct="true">
              <a:lnSpc>
                <a:spcPct val="90000"/>
              </a:lnSpc>
              <a:spcBef>
                <a:spcPct val="20000"/>
              </a:spcBef>
              <a:buSzPct val="100000"/>
              <a:buChar char="–"/>
            </a:pPr>
            <a:r>
              <a:rPr lang="en-US" sz="1800" b="true" i="false" u="none" baseline="0">
                <a:latin typeface="Courier New" pitchFamily="49"/>
                <a:ea typeface="SimSun" pitchFamily="2" charset="-122"/>
              </a:rPr>
              <a:t>O_RDONLY, O_WRONLY, O_RDWR (must have one)</a:t>
            </a:r>
            <a:endParaRPr lang="en-US" sz="1800"/>
          </a:p>
          <a:p>
            <a:pPr marL="742950" lvl="1" indent="-285750" defTabSz="914400" hangingPunct="true">
              <a:lnSpc>
                <a:spcPct val="90000"/>
              </a:lnSpc>
              <a:spcBef>
                <a:spcPct val="20000"/>
              </a:spcBef>
              <a:buSzPct val="100000"/>
              <a:buChar char="–"/>
            </a:pPr>
            <a:r>
              <a:rPr lang="en-US" sz="1800" b="true" i="false" u="none" baseline="0">
                <a:latin typeface="Courier New" pitchFamily="49"/>
                <a:ea typeface="SimSun" pitchFamily="2" charset="-122"/>
              </a:rPr>
              <a:t>O_CREAT, O_TRUNC, O_APPEND, O_DIRECT (optional)</a:t>
            </a:r>
            <a:endParaRPr lang="en-US" sz="1800"/>
          </a:p>
          <a:p>
            <a:pPr marL="342900" lvl="0" indent="-342900" defTabSz="914400" hangingPunct="true">
              <a:lnSpc>
                <a:spcPct val="90000"/>
              </a:lnSpc>
              <a:spcBef>
                <a:spcPct val="20000"/>
              </a:spcBef>
              <a:buNone/>
            </a:pPr>
            <a:r>
              <a:rPr lang="en-US" sz="2000" b="true" i="false" u="sng" baseline="0">
                <a:latin typeface="Courier New" pitchFamily="49"/>
                <a:ea typeface="SimSun" pitchFamily="2" charset="-122"/>
              </a:rPr>
              <a:t>mode</a:t>
            </a:r>
            <a:r>
              <a:rPr lang="en-US" sz="2000" b="true" i="false" u="none" baseline="0">
                <a:latin typeface="Courier New" pitchFamily="49"/>
                <a:ea typeface="SimSun" pitchFamily="2" charset="-122"/>
              </a:rPr>
              <a:t> </a:t>
            </a:r>
            <a:endParaRPr lang="en-US" sz="2000"/>
          </a:p>
          <a:p>
            <a:pPr marL="742950" lvl="1" indent="-285750" defTabSz="914400" hangingPunct="true">
              <a:lnSpc>
                <a:spcPct val="90000"/>
              </a:lnSpc>
              <a:spcBef>
                <a:spcPct val="20000"/>
              </a:spcBef>
              <a:buSzPct val="100000"/>
              <a:buChar char="–"/>
            </a:pPr>
            <a:r>
              <a:rPr lang="en-US" sz="1800" b="true" i="false" u="none" baseline="0">
                <a:latin typeface="Courier New" pitchFamily="49"/>
                <a:ea typeface="SimSun" pitchFamily="2" charset="-122"/>
              </a:rPr>
              <a:t>S_IRUSR, S_IWUSR, S_IXUSR</a:t>
            </a:r>
            <a:endParaRPr lang="en-US" sz="1800"/>
          </a:p>
          <a:p>
            <a:pPr marL="742950" lvl="1" indent="-285750" defTabSz="914400" hangingPunct="true">
              <a:lnSpc>
                <a:spcPct val="90000"/>
              </a:lnSpc>
              <a:spcBef>
                <a:spcPct val="20000"/>
              </a:spcBef>
              <a:buSzPct val="100000"/>
              <a:buChar char="–"/>
            </a:pPr>
            <a:r>
              <a:rPr lang="en-US" sz="1800" b="true" i="false" u="none" baseline="0">
                <a:latin typeface="Courier New" pitchFamily="49"/>
                <a:ea typeface="SimSun" pitchFamily="2" charset="-122"/>
              </a:rPr>
              <a:t>S_IRGRP, S_IWGRP, S_IXGRP</a:t>
            </a:r>
            <a:endParaRPr lang="en-US" sz="1800"/>
          </a:p>
          <a:p>
            <a:pPr marL="742950" lvl="1" indent="-285750" defTabSz="914400" hangingPunct="true">
              <a:lnSpc>
                <a:spcPct val="90000"/>
              </a:lnSpc>
              <a:spcBef>
                <a:spcPct val="20000"/>
              </a:spcBef>
              <a:buSzPct val="100000"/>
              <a:buChar char="–"/>
            </a:pPr>
            <a:r>
              <a:rPr lang="en-US" sz="1800" b="true" i="false" u="none" baseline="0">
                <a:latin typeface="Courier New" pitchFamily="49"/>
                <a:ea typeface="SimSun" pitchFamily="2" charset="-122"/>
              </a:rPr>
              <a:t>S_IROTH, S_IWOTH, S_IXOTH</a:t>
            </a:r>
            <a:endParaRPr lang="en-US" sz="1800"/>
          </a:p>
          <a:p>
            <a:pPr marL="342900" lvl="0" indent="-342900" defTabSz="914400" hangingPunct="true">
              <a:lnSpc>
                <a:spcPct val="90000"/>
              </a:lnSpc>
              <a:spcBef>
                <a:spcPct val="20000"/>
              </a:spcBef>
              <a:buNone/>
            </a:pPr>
            <a:endParaRPr/>
          </a:p>
        </p:txBody>
      </p:sp>
    </p:spTree>
  </p:cSld>
  <p:clrMapOvr>
    <a:masterClrMapping/>
  </p:clrMapOvr>
  <p:transition/>
</p:sld>
</file>

<file path=ppt/slides/slide65.xml><?xml version="1.0" encoding="utf-8"?>
<p:sld xmlns:a="http://schemas.openxmlformats.org/drawingml/2006/main" xmlns:p="http://schemas.openxmlformats.org/presentationml/2006/main">
  <p:cSld>
    <p:spTree>
      <p:nvGrpSpPr>
        <p:cNvPr id="737" name=""/>
        <p:cNvGrpSpPr/>
        <p:nvPr/>
      </p:nvGrpSpPr>
      <p:grpSpPr>
        <a:xfrm>
          <a:off x="0" y="0"/>
          <a:ext cx="0" cy="0"/>
          <a:chOff x="0" y="0"/>
          <a:chExt cx="0" cy="0"/>
        </a:xfrm>
      </p:grpSpPr>
      <p:sp>
        <p:nvSpPr>
          <p:cNvPr id="73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3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Flags:</a:t>
            </a:r>
            <a:endParaRPr/>
          </a:p>
          <a:p>
            <a:pPr marL="742950" lvl="1" indent="-285750">
              <a:spcBef>
                <a:spcPct val="20000"/>
              </a:spcBef>
              <a:buSzPct val="100000"/>
              <a:buChar char="–"/>
            </a:pPr>
            <a:r>
              <a:rPr lang="en-US" b="true" i="false" u="none">
                <a:latin typeface="Courier New" pitchFamily="49"/>
                <a:ea typeface="SimSun" pitchFamily="2" charset="-122"/>
              </a:rPr>
              <a:t>O_CREAT:</a:t>
            </a:r>
            <a:r>
              <a:rPr lang="zh-CN" b="true" i="false" u="none">
                <a:latin typeface="Courier New" pitchFamily="49"/>
                <a:ea typeface="SimSun" pitchFamily="2" charset="-122"/>
              </a:rPr>
              <a:t>如果文件不存在，就创建一个空文件</a:t>
            </a:r>
            <a:endParaRPr lang="en-US"/>
          </a:p>
          <a:p>
            <a:pPr marL="742950" lvl="1" indent="-285750">
              <a:spcBef>
                <a:spcPct val="20000"/>
              </a:spcBef>
              <a:buSzPct val="100000"/>
              <a:buChar char="–"/>
            </a:pPr>
            <a:r>
              <a:rPr lang="en-US" b="true" i="false" u="none">
                <a:latin typeface="Courier New" pitchFamily="49"/>
                <a:ea typeface="SimSun" pitchFamily="2" charset="-122"/>
              </a:rPr>
              <a:t>O_TRUNC</a:t>
            </a:r>
            <a:r>
              <a:rPr lang="zh-CN" b="true" i="false" u="none">
                <a:latin typeface="Courier New" pitchFamily="49"/>
                <a:ea typeface="SimSun" pitchFamily="2" charset="-122"/>
              </a:rPr>
              <a:t>：如果文件已经存在，就截断它</a:t>
            </a:r>
            <a:endParaRPr lang="en-US"/>
          </a:p>
          <a:p>
            <a:pPr marL="1143000" lvl="2" indent="-228600">
              <a:spcBef>
                <a:spcPct val="20000"/>
              </a:spcBef>
              <a:buSzPct val="100000"/>
              <a:buChar char="•"/>
            </a:pPr>
            <a:r>
              <a:rPr lang="zh-CN" b="true" i="false" u="none">
                <a:latin typeface="Courier New" pitchFamily="49"/>
                <a:ea typeface="SimSun" pitchFamily="2" charset="-122"/>
              </a:rPr>
              <a:t>再写入时，从头写入，覆盖原来的内容</a:t>
            </a:r>
            <a:endParaRPr lang="en-US"/>
          </a:p>
          <a:p>
            <a:pPr marL="742950" lvl="1" indent="-285750">
              <a:spcBef>
                <a:spcPct val="20000"/>
              </a:spcBef>
              <a:buSzPct val="100000"/>
              <a:buChar char="–"/>
            </a:pPr>
            <a:r>
              <a:rPr lang="en-US" b="true" i="false" u="none">
                <a:latin typeface="Courier New" pitchFamily="49"/>
                <a:ea typeface="SimSun" pitchFamily="2" charset="-122"/>
              </a:rPr>
              <a:t>O_APPEND:</a:t>
            </a:r>
            <a:r>
              <a:rPr lang="zh-CN" b="true" i="false" u="none">
                <a:latin typeface="Courier New" pitchFamily="49"/>
                <a:ea typeface="SimSun" pitchFamily="2" charset="-122"/>
              </a:rPr>
              <a:t>在每次写入操作钱，设置文件位置到文件的结尾处</a:t>
            </a:r>
            <a:endParaRPr/>
          </a:p>
          <a:p>
            <a:pPr marL="742950" lvl="1" indent="-285750">
              <a:spcBef>
                <a:spcPct val="20000"/>
              </a:spcBef>
              <a:buSzPct val="100000"/>
              <a:buChar char="–"/>
            </a:pPr>
            <a:r>
              <a:rPr lang="en-US" b="true" i="false" u="none">
                <a:latin typeface="Courier New" pitchFamily="49"/>
                <a:ea typeface="SimSun" pitchFamily="2" charset="-122"/>
              </a:rPr>
              <a:t>O_DIRECT:</a:t>
            </a:r>
            <a:r>
              <a:rPr lang="zh-CN" b="true" i="false" u="none">
                <a:latin typeface="Courier New" pitchFamily="49"/>
                <a:ea typeface="SimSun" pitchFamily="2" charset="-122"/>
              </a:rPr>
              <a:t>跳过</a:t>
            </a:r>
            <a:r>
              <a:rPr lang="en-US" b="true" i="false" u="none">
                <a:latin typeface="Courier New" pitchFamily="49"/>
                <a:ea typeface="SimSun" pitchFamily="2" charset="-122"/>
              </a:rPr>
              <a:t>(by pass) cache</a:t>
            </a:r>
            <a:r>
              <a:rPr lang="zh-CN" b="true" i="false" u="none">
                <a:latin typeface="Courier New" pitchFamily="49"/>
                <a:ea typeface="SimSun" pitchFamily="2" charset="-122"/>
              </a:rPr>
              <a:t>直接以读写文件</a:t>
            </a:r>
            <a:endParaRPr lang="en-US"/>
          </a:p>
          <a:p>
            <a:pPr marL="742950" lvl="1" indent="-285750">
              <a:spcBef>
                <a:spcPct val="20000"/>
              </a:spcBef>
              <a:buSzPct val="100000"/>
              <a:buChar char="–"/>
            </a:pPr>
            <a:endParaRPr/>
          </a:p>
          <a:p>
            <a:pPr marL="342900" lvl="0" indent="-342900">
              <a:spcBef>
                <a:spcPct val="20000"/>
              </a:spcBef>
              <a:buSzPct val="100000"/>
              <a:buChar char="•"/>
            </a:pPr>
            <a:r>
              <a:rPr lang="en-US" b="true" i="false" u="none">
                <a:latin typeface="Courier New" pitchFamily="49"/>
                <a:ea typeface="SimSun" pitchFamily="2" charset="-122"/>
              </a:rPr>
              <a:t>Note: open</a:t>
            </a:r>
            <a:r>
              <a:rPr lang="zh-CN" b="true" i="false" u="none">
                <a:latin typeface="Courier New" pitchFamily="49"/>
                <a:ea typeface="SimSun" pitchFamily="2" charset="-122"/>
              </a:rPr>
              <a:t>集成了</a:t>
            </a:r>
            <a:r>
              <a:rPr lang="en-US" b="true" i="false" u="none">
                <a:latin typeface="Courier New" pitchFamily="49"/>
                <a:ea typeface="SimSun" pitchFamily="2" charset="-122"/>
              </a:rPr>
              <a:t>create</a:t>
            </a:r>
            <a:r>
              <a:rPr lang="zh-CN" b="true" i="false" u="none">
                <a:latin typeface="Courier New" pitchFamily="49"/>
                <a:ea typeface="SimSun" pitchFamily="2" charset="-122"/>
              </a:rPr>
              <a:t> </a:t>
            </a:r>
            <a:r>
              <a:rPr lang="en-US" b="true" i="false" u="none">
                <a:latin typeface="Courier New" pitchFamily="49"/>
                <a:ea typeface="SimSun" pitchFamily="2" charset="-122"/>
              </a:rPr>
              <a:t>file</a:t>
            </a:r>
            <a:r>
              <a:rPr lang="zh-CN" b="true" i="false" u="none">
                <a:latin typeface="Courier New" pitchFamily="49"/>
                <a:ea typeface="SimSun" pitchFamily="2" charset="-122"/>
              </a:rPr>
              <a:t>功能</a:t>
            </a:r>
            <a:endParaRPr/>
          </a:p>
        </p:txBody>
      </p:sp>
      <p:sp>
        <p:nvSpPr>
          <p:cNvPr id="74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741" name=""/>
        <p:cNvGrpSpPr/>
        <p:nvPr/>
      </p:nvGrpSpPr>
      <p:grpSpPr>
        <a:xfrm>
          <a:off x="0" y="0"/>
          <a:ext cx="0" cy="0"/>
          <a:chOff x="0" y="0"/>
          <a:chExt cx="0" cy="0"/>
        </a:xfrm>
      </p:grpSpPr>
      <p:sp>
        <p:nvSpPr>
          <p:cNvPr id="74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4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Mode:</a:t>
            </a:r>
            <a:endParaRPr/>
          </a:p>
        </p:txBody>
      </p:sp>
      <p:sp>
        <p:nvSpPr>
          <p:cNvPr id="74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745" name="图片 4"/>
          <p:cNvPicPr>
            <a:picLocks noGrp="true" noChangeAspect="true"/>
          </p:cNvPicPr>
          <p:nvPr/>
        </p:nvPicPr>
        <p:blipFill>
          <a:blip r:embed="rId1"/>
          <a:srcRect/>
          <a:stretch>
            <a:fillRect/>
          </a:stretch>
        </p:blipFill>
        <p:spPr>
          <a:xfrm>
            <a:off x="695325" y="2173287"/>
            <a:ext cx="7807325" cy="4006850"/>
          </a:xfrm>
          <a:prstGeom prst="rect">
            <a:avLst/>
          </a:prstGeom>
          <a:noFill/>
        </p:spPr>
      </p:pic>
    </p:spTree>
  </p:cSld>
  <p:clrMapOvr>
    <a:masterClrMapping/>
  </p:clrMapOvr>
  <p:transition/>
</p:sld>
</file>

<file path=ppt/slides/slide67.xml><?xml version="1.0" encoding="utf-8"?>
<p:sld xmlns:a="http://schemas.openxmlformats.org/drawingml/2006/main" xmlns:p="http://schemas.openxmlformats.org/presentationml/2006/main">
  <p:cSld>
    <p:spTree>
      <p:nvGrpSpPr>
        <p:cNvPr id="746" name=""/>
        <p:cNvGrpSpPr/>
        <p:nvPr/>
      </p:nvGrpSpPr>
      <p:grpSpPr>
        <a:xfrm>
          <a:off x="0" y="0"/>
          <a:ext cx="0" cy="0"/>
          <a:chOff x="0" y="0"/>
          <a:chExt cx="0" cy="0"/>
        </a:xfrm>
      </p:grpSpPr>
      <p:sp>
        <p:nvSpPr>
          <p:cNvPr id="74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48"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49"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spcBef>
                <a:spcPct val="20000"/>
              </a:spcBef>
              <a:buNone/>
            </a:pPr>
            <a:r>
              <a:rPr lang="en-US" sz="2400" b="true" i="false" u="none">
                <a:latin typeface="Courier New" pitchFamily="49"/>
                <a:ea typeface="SimSun" pitchFamily="2" charset="-122"/>
              </a:rPr>
              <a:t>umask(): set mask of process</a:t>
            </a:r>
            <a:endParaRPr/>
          </a:p>
          <a:p>
            <a:pPr marL="0" lvl="0" indent="0">
              <a:spcBef>
                <a:spcPct val="20000"/>
              </a:spcBef>
              <a:buNone/>
            </a:pPr>
            <a:r>
              <a:rPr lang="zh-CN" sz="2400" b="true" i="false" u="none">
                <a:latin typeface="Courier New" pitchFamily="49"/>
                <a:ea typeface="SimSun" pitchFamily="2" charset="-122"/>
              </a:rPr>
              <a:t>  </a:t>
            </a:r>
            <a:r>
              <a:rPr lang="zh-CN" sz="2400">
                <a:ea typeface="SimSun" pitchFamily="2" charset="-122"/>
              </a:rPr>
              <a:t>利用</a:t>
            </a:r>
            <a:r>
              <a:rPr lang="en-US" sz="2400">
                <a:ea typeface="SimSun" pitchFamily="2" charset="-122"/>
              </a:rPr>
              <a:t>umask</a:t>
            </a:r>
            <a:r>
              <a:rPr lang="zh-CN" sz="2400">
                <a:ea typeface="SimSun" pitchFamily="2" charset="-122"/>
              </a:rPr>
              <a:t>命令可以指定哪些权限将在新文件的默认权限中被删除</a:t>
            </a:r>
            <a:endParaRPr lang="en-US" sz="2400"/>
          </a:p>
          <a:p>
            <a:pPr marL="0" lvl="0" indent="0">
              <a:spcBef>
                <a:spcPct val="20000"/>
              </a:spcBef>
              <a:buNone/>
            </a:pPr>
            <a:endParaRPr/>
          </a:p>
          <a:p>
            <a:pPr marL="0" lvl="0" indent="0">
              <a:spcBef>
                <a:spcPct val="20000"/>
              </a:spcBef>
              <a:buNone/>
            </a:pPr>
            <a:r>
              <a:rPr lang="en-US" sz="2000" b="true" i="false" u="none">
                <a:latin typeface="Courier New" pitchFamily="49"/>
                <a:ea typeface="SimSun" pitchFamily="2" charset="-122"/>
              </a:rPr>
              <a:t>#define </a:t>
            </a:r>
            <a:r>
              <a:rPr lang="en-US" sz="2000" b="true" i="false" u="none">
                <a:solidFill>
                  <a:srgbClr val="FF0000"/>
                </a:solidFill>
                <a:latin typeface="Courier New" pitchFamily="49"/>
                <a:ea typeface="SimSun" pitchFamily="2" charset="-122"/>
              </a:rPr>
              <a:t>DEF_MODE</a:t>
            </a:r>
            <a:r>
              <a:rPr lang="en-US" sz="2000" b="true" i="false" u="none">
                <a:latin typeface="Courier New" pitchFamily="49"/>
                <a:ea typeface="SimSun" pitchFamily="2" charset="-122"/>
              </a:rPr>
              <a:t> S_IRUSR | S_IWUSR |	\</a:t>
            </a:r>
            <a:endParaRPr/>
          </a:p>
          <a:p>
            <a:pPr marL="0" lvl="0" indent="0">
              <a:spcBef>
                <a:spcPct val="20000"/>
              </a:spcBef>
              <a:buNone/>
            </a:pPr>
            <a:r>
              <a:rPr lang="en-US" sz="2000" b="true" i="false" u="none">
                <a:latin typeface="Courier New" pitchFamily="49"/>
                <a:ea typeface="SimSun" pitchFamily="2" charset="-122"/>
              </a:rPr>
              <a:t>                 S_IRGRP | S_IWGRP |	\</a:t>
            </a:r>
            <a:endParaRPr/>
          </a:p>
          <a:p>
            <a:pPr marL="742950" lvl="1" indent="-285750">
              <a:spcBef>
                <a:spcPct val="20000"/>
              </a:spcBef>
              <a:buNone/>
            </a:pPr>
            <a:r>
              <a:rPr lang="en-US" sz="2000" b="true" i="false" u="none">
                <a:latin typeface="Courier New" pitchFamily="49"/>
                <a:ea typeface="SimSun" pitchFamily="2" charset="-122"/>
              </a:rPr>
              <a:t>              S_IROTH | S_IWOTH </a:t>
            </a:r>
            <a:endParaRPr lang="en-US" sz="2000"/>
          </a:p>
          <a:p>
            <a:pPr marL="0" lvl="0" indent="0">
              <a:spcBef>
                <a:spcPct val="20000"/>
              </a:spcBef>
              <a:buNone/>
            </a:pPr>
            <a:r>
              <a:rPr lang="en-US" sz="2000" b="true" i="false" u="none">
                <a:latin typeface="Courier New" pitchFamily="49"/>
                <a:ea typeface="SimSun" pitchFamily="2" charset="-122"/>
              </a:rPr>
              <a:t>#define </a:t>
            </a:r>
            <a:r>
              <a:rPr lang="en-US" sz="2000" b="true" i="false" u="none">
                <a:solidFill>
                  <a:srgbClr val="FF0000"/>
                </a:solidFill>
                <a:latin typeface="Courier New" pitchFamily="49"/>
                <a:ea typeface="SimSun" pitchFamily="2" charset="-122"/>
              </a:rPr>
              <a:t>DEF_UMASK</a:t>
            </a:r>
            <a:r>
              <a:rPr lang="en-US" sz="2000" b="true" i="false" u="none">
                <a:latin typeface="Courier New" pitchFamily="49"/>
                <a:ea typeface="SimSun" pitchFamily="2" charset="-122"/>
              </a:rPr>
              <a:t> S_IWGRP | S_IWOTH</a:t>
            </a:r>
            <a:endParaRPr/>
          </a:p>
          <a:p>
            <a:pPr marL="0" lvl="0" indent="0">
              <a:spcBef>
                <a:spcPct val="20000"/>
              </a:spcBef>
              <a:buNone/>
            </a:pPr>
            <a:endParaRPr/>
          </a:p>
          <a:p>
            <a:pPr marL="0" lvl="0" indent="0">
              <a:spcBef>
                <a:spcPct val="20000"/>
              </a:spcBef>
              <a:buNone/>
            </a:pPr>
            <a:r>
              <a:rPr lang="en-US" sz="2000" b="true" i="false" u="none">
                <a:latin typeface="Courier New" pitchFamily="49"/>
                <a:ea typeface="SimSun" pitchFamily="2" charset="-122"/>
              </a:rPr>
              <a:t>umask(DEF_UMASK);</a:t>
            </a:r>
            <a:endParaRPr/>
          </a:p>
          <a:p>
            <a:pPr marL="0" lvl="0" indent="0">
              <a:spcBef>
                <a:spcPct val="20000"/>
              </a:spcBef>
              <a:buNone/>
            </a:pPr>
            <a:r>
              <a:rPr lang="en-US" sz="2000" b="true" i="false" u="none">
                <a:latin typeface="Courier New" pitchFamily="49"/>
                <a:ea typeface="SimSun" pitchFamily="2" charset="-122"/>
              </a:rPr>
              <a:t>fd = open (“foot.txt”, 	</a:t>
            </a:r>
            <a:br>
              <a:rPr lang="en-US" sz="2000" b="true" i="false" u="none">
                <a:latin typeface="Courier New" pitchFamily="49"/>
                <a:ea typeface="SimSun" pitchFamily="2" charset="-122"/>
              </a:rPr>
            </a:br>
            <a:r>
              <a:rPr lang="en-US" sz="2000" b="true" i="false" u="none">
                <a:latin typeface="Courier New" pitchFamily="49"/>
                <a:ea typeface="SimSun" pitchFamily="2" charset="-122"/>
              </a:rPr>
              <a:t>	     O_CREAT|O_TRUNC|O_WRONLY, DEF_MODE);</a:t>
            </a:r>
            <a:endParaRPr/>
          </a:p>
          <a:p>
            <a:pPr marL="0" lvl="0" indent="0">
              <a:spcBef>
                <a:spcPct val="20000"/>
              </a:spcBef>
              <a:buNone/>
            </a:pPr>
            <a:r>
              <a:rPr lang="en-US" sz="2000" b="true" i="false" u="none">
                <a:latin typeface="Courier New" pitchFamily="49"/>
                <a:ea typeface="SimSun" pitchFamily="2" charset="-122"/>
              </a:rPr>
              <a:t>/* permission: S_IRUSR|S_IWUSR|S_IRGRP|S_IROTH*/</a:t>
            </a:r>
            <a:endParaRPr/>
          </a:p>
        </p:txBody>
      </p:sp>
    </p:spTree>
  </p:cSld>
  <p:clrMapOvr>
    <a:masterClrMapping/>
  </p:clrMapOvr>
  <p:transition/>
</p:sld>
</file>

<file path=ppt/slides/slide68.xml><?xml version="1.0" encoding="utf-8"?>
<p:sld xmlns:a="http://schemas.openxmlformats.org/drawingml/2006/main" xmlns:p="http://schemas.openxmlformats.org/presentationml/2006/main">
  <p:cSld>
    <p:spTree>
      <p:nvGrpSpPr>
        <p:cNvPr id="750" name=""/>
        <p:cNvGrpSpPr/>
        <p:nvPr/>
      </p:nvGrpSpPr>
      <p:grpSpPr>
        <a:xfrm>
          <a:off x="0" y="0"/>
          <a:ext cx="0" cy="0"/>
          <a:chOff x="0" y="0"/>
          <a:chExt cx="0" cy="0"/>
        </a:xfrm>
      </p:grpSpPr>
      <p:sp>
        <p:nvSpPr>
          <p:cNvPr id="75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打开文件</a:t>
            </a:r>
            <a:endParaRPr/>
          </a:p>
        </p:txBody>
      </p:sp>
      <p:sp>
        <p:nvSpPr>
          <p:cNvPr id="75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一个进程的文件描述符有上限</a:t>
            </a:r>
            <a:endParaRPr lang="en-US"/>
          </a:p>
          <a:p>
            <a:pPr marL="742950" lvl="1" indent="-285750">
              <a:spcBef>
                <a:spcPct val="20000"/>
              </a:spcBef>
              <a:buSzPct val="100000"/>
              <a:buChar char="–"/>
            </a:pPr>
            <a:r>
              <a:rPr lang="zh-CN">
                <a:ea typeface="SimSun" pitchFamily="2" charset="-122"/>
              </a:rPr>
              <a:t>超过了会报错：</a:t>
            </a:r>
            <a:r>
              <a:rPr lang="en-US">
                <a:ea typeface="SimSun" pitchFamily="2" charset="-122"/>
              </a:rPr>
              <a:t>“Too many open files”</a:t>
            </a:r>
            <a:endParaRPr/>
          </a:p>
          <a:p>
            <a:pPr marL="742950" lvl="1" indent="-285750">
              <a:spcBef>
                <a:spcPct val="20000"/>
              </a:spcBef>
              <a:buSzPct val="100000"/>
              <a:buChar char="–"/>
            </a:pPr>
            <a:r>
              <a:rPr lang="zh-CN">
                <a:ea typeface="SimSun" pitchFamily="2" charset="-122"/>
              </a:rPr>
              <a:t>单个进程的上限一般是</a:t>
            </a:r>
            <a:r>
              <a:rPr lang="en-US">
                <a:ea typeface="SimSun" pitchFamily="2" charset="-122"/>
              </a:rPr>
              <a:t>1024</a:t>
            </a:r>
            <a:endParaRPr/>
          </a:p>
          <a:p>
            <a:pPr marL="1143000" lvl="2" indent="-228600">
              <a:spcBef>
                <a:spcPct val="20000"/>
              </a:spcBef>
              <a:buSzPct val="100000"/>
              <a:buChar char="•"/>
            </a:pPr>
            <a:r>
              <a:rPr lang="zh-CN">
                <a:ea typeface="SimSun" pitchFamily="2" charset="-122"/>
              </a:rPr>
              <a:t>可以通过</a:t>
            </a:r>
            <a:r>
              <a:rPr lang="en-US">
                <a:ea typeface="SimSun" pitchFamily="2" charset="-122"/>
              </a:rPr>
              <a:t>ulimit </a:t>
            </a:r>
            <a:r>
              <a:rPr lang="mr-IN"/>
              <a:t>–</a:t>
            </a:r>
            <a:r>
              <a:rPr lang="en-US">
                <a:ea typeface="SimSun" pitchFamily="2" charset="-122"/>
              </a:rPr>
              <a:t>n</a:t>
            </a:r>
            <a:r>
              <a:rPr lang="zh-CN">
                <a:ea typeface="SimSun" pitchFamily="2" charset="-122"/>
              </a:rPr>
              <a:t>查询</a:t>
            </a:r>
            <a:endParaRPr lang="en-US"/>
          </a:p>
          <a:p>
            <a:pPr marL="742950" lvl="1" indent="-285750">
              <a:spcBef>
                <a:spcPct val="20000"/>
              </a:spcBef>
              <a:buSzPct val="100000"/>
              <a:buChar char="–"/>
            </a:pPr>
            <a:r>
              <a:rPr lang="zh-CN">
                <a:ea typeface="SimSun" pitchFamily="2" charset="-122"/>
              </a:rPr>
              <a:t>系统的最大值：</a:t>
            </a:r>
            <a:r>
              <a:rPr lang="en-US">
                <a:ea typeface="SimSun" pitchFamily="2" charset="-122"/>
              </a:rPr>
              <a:t>sysctl -a | grep fs.file-max</a:t>
            </a:r>
            <a:endParaRPr/>
          </a:p>
          <a:p>
            <a:pPr marL="742950" lvl="1" indent="-285750">
              <a:spcBef>
                <a:spcPct val="20000"/>
              </a:spcBef>
              <a:buSzPct val="100000"/>
              <a:buChar char="–"/>
            </a:pPr>
            <a:endParaRPr/>
          </a:p>
          <a:p>
            <a:pPr marL="742950" lvl="1" indent="-285750">
              <a:spcBef>
                <a:spcPct val="20000"/>
              </a:spcBef>
              <a:buSzPct val="100000"/>
              <a:buChar char="–"/>
            </a:pPr>
            <a:r>
              <a:rPr lang="zh-CN">
                <a:ea typeface="SimSun" pitchFamily="2" charset="-122"/>
              </a:rPr>
              <a:t>及时关闭不再被使用的文件描述符</a:t>
            </a:r>
            <a:endParaRPr/>
          </a:p>
        </p:txBody>
      </p:sp>
      <p:sp>
        <p:nvSpPr>
          <p:cNvPr id="75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69.xml><?xml version="1.0" encoding="utf-8"?>
<p:sld xmlns:a="http://schemas.openxmlformats.org/drawingml/2006/main" xmlns:p="http://schemas.openxmlformats.org/presentationml/2006/main">
  <p:cSld>
    <p:spTree>
      <p:nvGrpSpPr>
        <p:cNvPr id="759" name=""/>
        <p:cNvGrpSpPr/>
        <p:nvPr/>
      </p:nvGrpSpPr>
      <p:grpSpPr>
        <a:xfrm>
          <a:off x="0" y="0"/>
          <a:ext cx="0" cy="0"/>
          <a:chOff x="0" y="0"/>
          <a:chExt cx="0" cy="0"/>
        </a:xfrm>
      </p:grpSpPr>
      <p:sp>
        <p:nvSpPr>
          <p:cNvPr id="76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6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关闭文件</a:t>
            </a:r>
            <a:endParaRPr/>
          </a:p>
        </p:txBody>
      </p:sp>
      <p:sp>
        <p:nvSpPr>
          <p:cNvPr id="762"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lvl="0" indent="-342900" defTabSz="914400" hangingPunct="true">
              <a:lnSpc>
                <a:spcPct val="120000"/>
              </a:lnSpc>
              <a:spcBef>
                <a:spcPct val="20000"/>
              </a:spcBef>
              <a:buSzPct val="100000"/>
              <a:buChar char="•"/>
            </a:pPr>
            <a:r>
              <a:rPr lang="en-US">
                <a:latin typeface="Comic Sans MS"/>
                <a:ea typeface="SimSun"/>
              </a:rPr>
              <a:t>Kernel</a:t>
            </a:r>
            <a:r>
              <a:rPr lang="zh-CN">
                <a:latin typeface="Comic Sans MS"/>
                <a:ea typeface="SimSun"/>
              </a:rPr>
              <a:t>：</a:t>
            </a:r>
            <a:endParaRPr lang="en-US"/>
          </a:p>
          <a:p>
            <a:pPr lvl="1" indent="-228600" defTabSz="914400" hangingPunct="true">
              <a:lnSpc>
                <a:spcPct val="120000"/>
              </a:lnSpc>
              <a:spcBef>
                <a:spcPct val="20000"/>
              </a:spcBef>
              <a:buSzPct val="100000"/>
              <a:buChar char="•"/>
            </a:pPr>
            <a:r>
              <a:rPr lang="zh-CN">
                <a:latin typeface="Comic Sans MS"/>
                <a:ea typeface="SimSun"/>
              </a:rPr>
              <a:t>释放打开文件时创建的数据结构</a:t>
            </a:r>
            <a:r>
              <a:rPr lang="en-US">
                <a:latin typeface="Comic Sans MS"/>
                <a:ea typeface="SimSun"/>
              </a:rPr>
              <a:t> </a:t>
            </a:r>
            <a:endParaRPr/>
          </a:p>
          <a:p>
            <a:pPr lvl="1" indent="-228600" defTabSz="914400" hangingPunct="true">
              <a:lnSpc>
                <a:spcPct val="120000"/>
              </a:lnSpc>
              <a:spcBef>
                <a:spcPct val="20000"/>
              </a:spcBef>
              <a:buSzPct val="100000"/>
              <a:buChar char="•"/>
            </a:pPr>
            <a:r>
              <a:rPr lang="zh-CN">
                <a:latin typeface="Comic Sans MS"/>
                <a:ea typeface="SimSun"/>
              </a:rPr>
              <a:t>将</a:t>
            </a:r>
            <a:r>
              <a:rPr lang="en-US">
                <a:latin typeface="Comic Sans MS"/>
                <a:ea typeface="SimSun"/>
              </a:rPr>
              <a:t>fd</a:t>
            </a:r>
            <a:r>
              <a:rPr lang="zh-CN">
                <a:latin typeface="Comic Sans MS"/>
                <a:ea typeface="SimSun"/>
              </a:rPr>
              <a:t>放回可用</a:t>
            </a:r>
            <a:r>
              <a:rPr lang="en-US">
                <a:latin typeface="Comic Sans MS"/>
                <a:ea typeface="SimSun"/>
              </a:rPr>
              <a:t>fd</a:t>
            </a:r>
            <a:r>
              <a:rPr lang="zh-CN">
                <a:latin typeface="Comic Sans MS"/>
                <a:ea typeface="SimSun"/>
              </a:rPr>
              <a:t>的</a:t>
            </a:r>
            <a:r>
              <a:rPr lang="en-US">
                <a:latin typeface="Comic Sans MS"/>
                <a:ea typeface="SimSun"/>
              </a:rPr>
              <a:t>pool</a:t>
            </a:r>
            <a:r>
              <a:rPr lang="zh-CN">
                <a:latin typeface="Comic Sans MS"/>
                <a:ea typeface="SimSun"/>
              </a:rPr>
              <a:t>中</a:t>
            </a:r>
            <a:endParaRPr/>
          </a:p>
          <a:p>
            <a:pPr lvl="2" indent="-228600" defTabSz="914400" hangingPunct="true">
              <a:lnSpc>
                <a:spcPct val="120000"/>
              </a:lnSpc>
              <a:spcBef>
                <a:spcPct val="20000"/>
              </a:spcBef>
              <a:buSzPct val="100000"/>
              <a:buChar char="–"/>
            </a:pPr>
            <a:r>
              <a:rPr lang="zh-CN">
                <a:latin typeface="Comic Sans MS"/>
                <a:ea typeface="SimSun"/>
              </a:rPr>
              <a:t>下一个打开的文件将获得</a:t>
            </a:r>
            <a:r>
              <a:rPr lang="en-US">
                <a:latin typeface="Comic Sans MS"/>
                <a:ea typeface="SimSun"/>
              </a:rPr>
              <a:t>pool</a:t>
            </a:r>
            <a:r>
              <a:rPr lang="zh-CN">
                <a:latin typeface="Comic Sans MS"/>
                <a:ea typeface="SimSun"/>
              </a:rPr>
              <a:t>中最小的可用</a:t>
            </a:r>
            <a:r>
              <a:rPr lang="en-US">
                <a:latin typeface="Comic Sans MS"/>
                <a:ea typeface="SimSun"/>
              </a:rPr>
              <a:t>fd</a:t>
            </a:r>
            <a:endParaRPr/>
          </a:p>
        </p:txBody>
      </p:sp>
    </p:spTree>
  </p:cSld>
  <p:clrMapOvr>
    <a:masterClrMapping/>
  </p:clrMapOvr>
  <p:transition/>
</p:sld>
</file>

<file path=ppt/slides/slide70.xml><?xml version="1.0" encoding="utf-8"?>
<p:sld xmlns:a="http://schemas.openxmlformats.org/drawingml/2006/main" xmlns:p="http://schemas.openxmlformats.org/presentationml/2006/main">
  <p:cSld>
    <p:spTree>
      <p:nvGrpSpPr>
        <p:cNvPr id="763" name=""/>
        <p:cNvGrpSpPr/>
        <p:nvPr/>
      </p:nvGrpSpPr>
      <p:grpSpPr>
        <a:xfrm>
          <a:off x="0" y="0"/>
          <a:ext cx="0" cy="0"/>
          <a:chOff x="0" y="0"/>
          <a:chExt cx="0" cy="0"/>
        </a:xfrm>
      </p:grpSpPr>
      <p:sp>
        <p:nvSpPr>
          <p:cNvPr id="76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65"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关闭文件</a:t>
            </a:r>
            <a:endParaRPr/>
          </a:p>
        </p:txBody>
      </p:sp>
      <p:sp>
        <p:nvSpPr>
          <p:cNvPr id="766" name="Rectangle 3"/>
          <p:cNvSpPr>
            <a:spLocks noGrp="true" noChangeShapeType="true"/>
          </p:cNvSpPr>
          <p:nvPr>
            <p:ph type="obj"/>
          </p:nvPr>
        </p:nvSpPr>
        <p:spPr>
          <a:xfrm>
            <a:off x="457200" y="1600200"/>
            <a:ext cx="8305800" cy="2133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lvl="0" indent="-285750" defTabSz="914400" hangingPunct="true">
              <a:lnSpc>
                <a:spcPct val="130000"/>
              </a:lnSpc>
              <a:spcBef>
                <a:spcPct val="20000"/>
              </a:spcBef>
              <a:buSzPct val="100000"/>
              <a:buChar char="–"/>
            </a:pPr>
            <a:r>
              <a:rPr lang="zh-CN" b="false" i="false" u="none">
                <a:latin typeface="Comic Sans MS"/>
                <a:ea typeface="SimSun"/>
              </a:rPr>
              <a:t>当进程终止时，</a:t>
            </a:r>
            <a:r>
              <a:rPr lang="en-US" b="false" i="false" u="none">
                <a:latin typeface="Comic Sans MS"/>
                <a:ea typeface="SimSun"/>
              </a:rPr>
              <a:t>kernel</a:t>
            </a:r>
            <a:r>
              <a:rPr lang="zh-CN" b="false" i="false" u="none">
                <a:latin typeface="Comic Sans MS"/>
                <a:ea typeface="SimSun"/>
              </a:rPr>
              <a:t>：</a:t>
            </a:r>
            <a:endParaRPr lang="en-US"/>
          </a:p>
          <a:p>
            <a:pPr lvl="1" indent="-228600" defTabSz="914400" hangingPunct="true">
              <a:lnSpc>
                <a:spcPct val="130000"/>
              </a:lnSpc>
              <a:spcBef>
                <a:spcPct val="20000"/>
              </a:spcBef>
              <a:buSzPct val="100000"/>
              <a:buChar char="•"/>
            </a:pPr>
            <a:r>
              <a:rPr lang="zh-CN">
                <a:latin typeface="Comic Sans MS"/>
                <a:ea typeface="SimSun"/>
              </a:rPr>
              <a:t>默认关闭所有已打开的文件</a:t>
            </a:r>
            <a:endParaRPr/>
          </a:p>
          <a:p>
            <a:pPr lvl="1" indent="-228600" defTabSz="914400" hangingPunct="true">
              <a:lnSpc>
                <a:spcPct val="130000"/>
              </a:lnSpc>
              <a:spcBef>
                <a:spcPct val="20000"/>
              </a:spcBef>
              <a:buSzPct val="100000"/>
              <a:buChar char="•"/>
            </a:pPr>
            <a:r>
              <a:rPr lang="zh-CN">
                <a:latin typeface="Comic Sans MS"/>
                <a:ea typeface="SimSun"/>
              </a:rPr>
              <a:t>释放内存资源</a:t>
            </a:r>
            <a:endParaRPr/>
          </a:p>
          <a:p>
            <a:pPr marL="342900" lvl="0" indent="-342900" defTabSz="914400" hangingPunct="true">
              <a:lnSpc>
                <a:spcPct val="100000"/>
              </a:lnSpc>
              <a:spcBef>
                <a:spcPct val="20000"/>
              </a:spcBef>
              <a:buNone/>
            </a:pPr>
            <a:endParaRPr/>
          </a:p>
        </p:txBody>
      </p:sp>
      <p:sp>
        <p:nvSpPr>
          <p:cNvPr id="767" name="Rectangle 2"/>
          <p:cNvSpPr>
            <a:spLocks noGrp="true" noChangeShapeType="true"/>
          </p:cNvSpPr>
          <p:nvPr/>
        </p:nvSpPr>
        <p:spPr>
          <a:xfrm>
            <a:off x="952500" y="4191000"/>
            <a:ext cx="6743700" cy="1212850"/>
          </a:xfrm>
          <a:prstGeom prst="rect">
            <a:avLst/>
          </a:prstGeom>
          <a:solidFill>
            <a:srgbClr val="FFFFCC"/>
          </a:solidFill>
          <a:ln w="9524">
            <a:solidFill>
              <a:schemeClr val="dk1"/>
            </a:solidFill>
            <a:round/>
            <a:headEnd/>
            <a:tailEnd/>
          </a:ln>
        </p:spPr>
        <p:txBody>
          <a:bodyPr lIns="91440" tIns="45720" rIns="91440" bIns="45720" anchor="t">
            <a:spAutoFit/>
          </a:bodyPr>
          <a:lstStyle/>
          <a:p>
            <a:pPr marL="342900" lvl="0" indent="-342900">
              <a:spcBef>
                <a:spcPct val="20000"/>
              </a:spcBef>
              <a:buNone/>
            </a:pPr>
            <a:r>
              <a:rPr lang="en-US" sz="2000">
                <a:solidFill>
                  <a:srgbClr val="000000"/>
                </a:solidFill>
                <a:latin typeface="Courier New" pitchFamily="49"/>
              </a:rPr>
              <a:t>#include &lt;</a:t>
            </a:r>
            <a:r>
              <a:rPr lang="en-US" sz="2000">
                <a:solidFill>
                  <a:srgbClr val="000000"/>
                </a:solidFill>
                <a:latin typeface="Courier New" pitchFamily="49"/>
              </a:rPr>
              <a:t>unistd.h</a:t>
            </a:r>
            <a:r>
              <a:rPr lang="en-US" sz="2000">
                <a:solidFill>
                  <a:srgbClr val="000000"/>
                </a:solidFill>
                <a:latin typeface="Courier New" pitchFamily="49"/>
              </a:rPr>
              <a:t>&gt;</a:t>
            </a:r>
            <a:endParaRPr lang="en-US" sz="2000"/>
          </a:p>
          <a:p>
            <a:pPr marL="342900" lvl="0" indent="-342900">
              <a:spcBef>
                <a:spcPct val="20000"/>
              </a:spcBef>
              <a:buNone/>
            </a:pPr>
            <a:r>
              <a:rPr lang="en-US" sz="2000">
                <a:solidFill>
                  <a:srgbClr val="000000"/>
                </a:solidFill>
                <a:latin typeface="Courier New" pitchFamily="49"/>
              </a:rPr>
              <a:t>int</a:t>
            </a:r>
            <a:r>
              <a:rPr lang="en-US" sz="2000">
                <a:solidFill>
                  <a:srgbClr val="000000"/>
                </a:solidFill>
                <a:latin typeface="Courier New" pitchFamily="49"/>
              </a:rPr>
              <a:t> </a:t>
            </a:r>
            <a:r>
              <a:rPr lang="en-US" sz="2400">
                <a:latin typeface="Courier New" pitchFamily="49"/>
              </a:rPr>
              <a:t>close</a:t>
            </a:r>
            <a:r>
              <a:rPr lang="en-US" sz="2000">
                <a:solidFill>
                  <a:srgbClr val="000000"/>
                </a:solidFill>
                <a:latin typeface="Courier New" pitchFamily="49"/>
              </a:rPr>
              <a:t>(</a:t>
            </a:r>
            <a:r>
              <a:rPr lang="en-US" sz="2000">
                <a:solidFill>
                  <a:srgbClr val="000000"/>
                </a:solidFill>
                <a:latin typeface="Courier New" pitchFamily="49"/>
              </a:rPr>
              <a:t>int</a:t>
            </a:r>
            <a:r>
              <a:rPr lang="en-US" sz="2000">
                <a:solidFill>
                  <a:srgbClr val="000000"/>
                </a:solidFill>
                <a:latin typeface="Courier New" pitchFamily="49"/>
              </a:rPr>
              <a:t> </a:t>
            </a:r>
            <a:r>
              <a:rPr lang="en-US" sz="2000">
                <a:solidFill>
                  <a:srgbClr val="000000"/>
                </a:solidFill>
                <a:latin typeface="Courier New" pitchFamily="49"/>
              </a:rPr>
              <a:t>fd</a:t>
            </a:r>
            <a:r>
              <a:rPr lang="en-US" sz="2000">
                <a:solidFill>
                  <a:srgbClr val="000000"/>
                </a:solidFill>
                <a:latin typeface="Courier New" pitchFamily="49"/>
              </a:rPr>
              <a:t>) ;</a:t>
            </a:r>
            <a:endParaRPr lang="en-US" sz="2000"/>
          </a:p>
          <a:p>
            <a:pPr marL="342900" lvl="0" indent="-342900" algn="r">
              <a:spcBef>
                <a:spcPct val="20000"/>
              </a:spcBef>
              <a:buNone/>
            </a:pPr>
            <a:r>
              <a:rPr lang="en-US" sz="2000">
                <a:solidFill>
                  <a:srgbClr val="000000"/>
                </a:solidFill>
                <a:latin typeface="Courier New" pitchFamily="49"/>
              </a:rPr>
              <a:t>		</a:t>
            </a:r>
            <a:r>
              <a:rPr lang="en-US" sz="2000">
                <a:solidFill>
                  <a:srgbClr val="FF0000"/>
                </a:solidFill>
                <a:latin typeface="Courier New" pitchFamily="49"/>
              </a:rPr>
              <a:t>Returns: zero if OK, -1 on error</a:t>
            </a:r>
            <a:endParaRPr/>
          </a:p>
        </p:txBody>
      </p:sp>
    </p:spTree>
  </p:cSld>
  <p:clrMapOvr>
    <a:masterClrMapping/>
  </p:clrMapOvr>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768" name=""/>
        <p:cNvGrpSpPr/>
        <p:nvPr/>
      </p:nvGrpSpPr>
      <p:grpSpPr>
        <a:xfrm>
          <a:off x="0" y="0"/>
          <a:ext cx="0" cy="0"/>
          <a:chOff x="0" y="0"/>
          <a:chExt cx="0" cy="0"/>
        </a:xfrm>
      </p:grpSpPr>
      <p:sp>
        <p:nvSpPr>
          <p:cNvPr id="76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课堂练习</a:t>
            </a:r>
            <a:endParaRPr/>
          </a:p>
        </p:txBody>
      </p:sp>
      <p:pic>
        <p:nvPicPr>
          <p:cNvPr id="770" name="内容占位符 4"/>
          <p:cNvPicPr>
            <a:picLocks noGrp="true" noChangeAspect="true"/>
          </p:cNvPicPr>
          <p:nvPr>
            <p:ph type="obj"/>
          </p:nvPr>
        </p:nvPicPr>
        <p:blipFill>
          <a:blip r:embed="rId2"/>
          <a:srcRect/>
          <a:stretch>
            <a:fillRect/>
          </a:stretch>
        </p:blipFill>
        <p:spPr>
          <a:xfrm>
            <a:off x="1193800" y="1600200"/>
            <a:ext cx="6832600" cy="4419600"/>
          </a:xfrm>
          <a:prstGeom prst="rect">
            <a:avLst/>
          </a:prstGeom>
          <a:noFill/>
        </p:spPr>
      </p:pic>
      <p:sp>
        <p:nvSpPr>
          <p:cNvPr id="77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72" name="矩形 5"/>
          <p:cNvSpPr>
            <a:spLocks noGrp="true" noChangeShapeType="true"/>
          </p:cNvSpPr>
          <p:nvPr/>
        </p:nvSpPr>
        <p:spPr>
          <a:xfrm>
            <a:off x="5133975" y="6040437"/>
            <a:ext cx="1800225" cy="369887"/>
          </a:xfrm>
          <a:prstGeom prst="rect">
            <a:avLst/>
          </a:prstGeom>
          <a:noFill/>
        </p:spPr>
        <p:txBody>
          <a:bodyPr wrap="none" anchor="t">
            <a:spAutoFit/>
          </a:bodyPr>
          <a:lstStyle/>
          <a:p>
            <a:pPr lvl="0"/>
            <a:r>
              <a:rPr lang="zh-CN" sz="1800"/>
              <a:t>屏幕输出什么？</a:t>
            </a:r>
            <a:endParaRPr/>
          </a:p>
        </p:txBody>
      </p:sp>
    </p:spTree>
  </p:cSld>
  <p:clrMapOvr>
    <a:masterClrMapping/>
  </p:clrMapOvr>
  <p:transition/>
</p:sld>
</file>

<file path=ppt/slides/slide72.xml><?xml version="1.0" encoding="utf-8"?>
<p:sld xmlns:a="http://schemas.openxmlformats.org/drawingml/2006/main" xmlns:p="http://schemas.openxmlformats.org/presentationml/2006/main">
  <p:cSld>
    <p:spTree>
      <p:nvGrpSpPr>
        <p:cNvPr id="773" name=""/>
        <p:cNvGrpSpPr/>
        <p:nvPr/>
      </p:nvGrpSpPr>
      <p:grpSpPr>
        <a:xfrm>
          <a:off x="0" y="0"/>
          <a:ext cx="0" cy="0"/>
          <a:chOff x="0" y="0"/>
          <a:chExt cx="0" cy="0"/>
        </a:xfrm>
      </p:grpSpPr>
      <p:sp>
        <p:nvSpPr>
          <p:cNvPr id="77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75"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读写文件</a:t>
            </a:r>
            <a:endParaRPr/>
          </a:p>
        </p:txBody>
      </p:sp>
      <p:sp>
        <p:nvSpPr>
          <p:cNvPr id="776" name="Rectangle 3"/>
          <p:cNvSpPr>
            <a:spLocks noGrp="true" noChangeShapeType="true"/>
          </p:cNvSpPr>
          <p:nvPr>
            <p:ph type="obj"/>
          </p:nvPr>
        </p:nvSpPr>
        <p:spPr>
          <a:xfrm>
            <a:off x="381000" y="1600200"/>
            <a:ext cx="8458200" cy="3200400"/>
          </a:xfrm>
          <a:prstGeom prst="rect">
            <a:avLst/>
          </a:prstGeom>
          <a:solidFill>
            <a:srgbClr val="FFFFCC"/>
          </a:solidFill>
          <a:ln w="9524">
            <a:solidFill>
              <a:schemeClr val="dk1"/>
            </a:solidFill>
            <a:round/>
            <a:headEnd/>
            <a:tailEnd/>
          </a:ln>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20000"/>
              </a:lnSpc>
              <a:spcBef>
                <a:spcPct val="20000"/>
              </a:spcBef>
              <a:buNone/>
            </a:pPr>
            <a:r>
              <a:rPr lang="zh-CN"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include &lt;</a:t>
            </a:r>
            <a:r>
              <a:rPr lang="en-US" sz="2000" b="true" i="false" u="none" baseline="0">
                <a:latin typeface="Courier New" pitchFamily="49"/>
                <a:ea typeface="SimSun" pitchFamily="2" charset="-122"/>
              </a:rPr>
              <a:t>unistd.h</a:t>
            </a:r>
            <a:r>
              <a:rPr lang="en-US" sz="2000" b="true" i="false" u="none" baseline="0">
                <a:latin typeface="Courier New" pitchFamily="49"/>
                <a:ea typeface="SimSun" pitchFamily="2" charset="-122"/>
              </a:rPr>
              <a:t>&gt;</a:t>
            </a:r>
            <a:endParaRPr lang="en-US" sz="2000"/>
          </a:p>
          <a:p>
            <a:pPr marL="342900" lvl="0" indent="-342900" defTabSz="914400" hangingPunct="true">
              <a:lnSpc>
                <a:spcPct val="120000"/>
              </a:lnSpc>
              <a:spcBef>
                <a:spcPct val="20000"/>
              </a:spcBef>
              <a:buNone/>
            </a:pPr>
            <a:r>
              <a:rPr lang="en-US" sz="2000" b="true" i="false" u="none" baseline="0">
                <a:latin typeface="Courier New" pitchFamily="49"/>
                <a:ea typeface="SimSun" pitchFamily="2" charset="-122"/>
              </a:rPr>
              <a:t>ssize_t</a:t>
            </a:r>
            <a:r>
              <a:rPr lang="en-US" sz="2000" b="true" i="false" u="none" baseline="0">
                <a:latin typeface="Courier New" pitchFamily="49"/>
                <a:ea typeface="SimSun" pitchFamily="2" charset="-122"/>
              </a:rPr>
              <a:t> </a:t>
            </a:r>
            <a:r>
              <a:rPr lang="en-US" sz="2400" b="true" i="false" u="none" baseline="0">
                <a:latin typeface="Courier New" pitchFamily="49"/>
                <a:ea typeface="SimSun" pitchFamily="2" charset="-122"/>
              </a:rPr>
              <a:t>read</a:t>
            </a:r>
            <a:r>
              <a:rPr lang="en-US"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fd</a:t>
            </a:r>
            <a:r>
              <a:rPr lang="en-US" sz="2000" b="true" i="false" u="none" baseline="0">
                <a:latin typeface="Courier New" pitchFamily="49"/>
                <a:ea typeface="SimSun" pitchFamily="2" charset="-122"/>
              </a:rPr>
              <a:t>, void *</a:t>
            </a:r>
            <a:r>
              <a:rPr lang="en-US" sz="2000" b="true" i="false" u="none" baseline="0">
                <a:latin typeface="Courier New" pitchFamily="49"/>
                <a:ea typeface="SimSun" pitchFamily="2" charset="-122"/>
              </a:rPr>
              <a:t>buf</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size_t</a:t>
            </a:r>
            <a:r>
              <a:rPr lang="en-US" sz="2000" b="true" i="false" u="none" baseline="0">
                <a:latin typeface="Courier New" pitchFamily="49"/>
                <a:ea typeface="SimSun" pitchFamily="2" charset="-122"/>
              </a:rPr>
              <a:t> count);</a:t>
            </a:r>
            <a:endParaRPr lang="en-US" sz="2000"/>
          </a:p>
          <a:p>
            <a:pPr marL="342900" lvl="0" indent="-342900" algn="r" defTabSz="914400" hangingPunct="true">
              <a:lnSpc>
                <a:spcPct val="120000"/>
              </a:lnSpc>
              <a:spcBef>
                <a:spcPct val="20000"/>
              </a:spcBef>
              <a:buNone/>
            </a:pPr>
            <a:r>
              <a:rPr lang="en-US" sz="2000" b="true" i="false" u="none" baseline="0">
                <a:latin typeface="Courier New" pitchFamily="49"/>
                <a:ea typeface="SimSun" pitchFamily="2" charset="-122"/>
              </a:rPr>
              <a:t>		</a:t>
            </a:r>
            <a:r>
              <a:rPr lang="en-US" sz="2000" b="true" i="false" u="none" baseline="0">
                <a:solidFill>
                  <a:srgbClr val="FF0000"/>
                </a:solidFill>
                <a:latin typeface="Courier New" pitchFamily="49"/>
                <a:ea typeface="SimSun" pitchFamily="2" charset="-122"/>
              </a:rPr>
              <a:t>returns: number of bytes read if OK, </a:t>
            </a:r>
            <a:br>
              <a:rPr lang="en-US" sz="2000" b="true" i="false" u="none" baseline="0">
                <a:solidFill>
                  <a:srgbClr val="FF0000"/>
                </a:solidFill>
                <a:latin typeface="Courier New" pitchFamily="49"/>
                <a:ea typeface="SimSun" pitchFamily="2" charset="-122"/>
              </a:rPr>
            </a:br>
            <a:r>
              <a:rPr lang="en-US" sz="2000" b="true" i="false" u="none" baseline="0">
                <a:solidFill>
                  <a:srgbClr val="FF0000"/>
                </a:solidFill>
                <a:latin typeface="Courier New" pitchFamily="49"/>
                <a:ea typeface="SimSun" pitchFamily="2" charset="-122"/>
              </a:rPr>
              <a:t>0 on EOF, -1 on error</a:t>
            </a:r>
            <a:endParaRPr lang="en-US" sz="2000"/>
          </a:p>
          <a:p>
            <a:pPr marL="342900" lvl="0" indent="-342900" defTabSz="914400" hangingPunct="true">
              <a:lnSpc>
                <a:spcPct val="120000"/>
              </a:lnSpc>
              <a:spcBef>
                <a:spcPct val="20000"/>
              </a:spcBef>
              <a:buNone/>
            </a:pPr>
            <a:r>
              <a:rPr lang="en-US" sz="2000" b="true" i="false" u="none" baseline="0">
                <a:latin typeface="Courier New" pitchFamily="49"/>
                <a:ea typeface="SimSun" pitchFamily="2" charset="-122"/>
              </a:rPr>
              <a:t>ssize_t</a:t>
            </a:r>
            <a:r>
              <a:rPr lang="en-US" sz="2000" b="true" i="false" u="none" baseline="0">
                <a:latin typeface="Courier New" pitchFamily="49"/>
                <a:ea typeface="SimSun" pitchFamily="2" charset="-122"/>
              </a:rPr>
              <a:t> </a:t>
            </a:r>
            <a:r>
              <a:rPr lang="en-US" sz="2400" b="true" i="false" u="none" baseline="0">
                <a:latin typeface="Courier New" pitchFamily="49"/>
                <a:ea typeface="SimSun" pitchFamily="2" charset="-122"/>
              </a:rPr>
              <a:t>write</a:t>
            </a:r>
            <a:r>
              <a:rPr lang="en-US"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fd</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const</a:t>
            </a:r>
            <a:r>
              <a:rPr lang="en-US" sz="2000" b="true" i="false" u="none" baseline="0">
                <a:latin typeface="Courier New" pitchFamily="49"/>
                <a:ea typeface="SimSun" pitchFamily="2" charset="-122"/>
              </a:rPr>
              <a:t> void *</a:t>
            </a:r>
            <a:r>
              <a:rPr lang="en-US" sz="2000" b="true" i="false" u="none" baseline="0">
                <a:latin typeface="Courier New" pitchFamily="49"/>
                <a:ea typeface="SimSun" pitchFamily="2" charset="-122"/>
              </a:rPr>
              <a:t>buf</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size_t</a:t>
            </a:r>
            <a:r>
              <a:rPr lang="en-US" sz="2000" b="true" i="false" u="none" baseline="0">
                <a:latin typeface="Courier New" pitchFamily="49"/>
                <a:ea typeface="SimSun" pitchFamily="2" charset="-122"/>
              </a:rPr>
              <a:t> count);</a:t>
            </a:r>
            <a:endParaRPr lang="en-US" sz="2000"/>
          </a:p>
          <a:p>
            <a:pPr marL="342900" lvl="0" indent="-342900" algn="r" defTabSz="914400" hangingPunct="true">
              <a:lnSpc>
                <a:spcPct val="120000"/>
              </a:lnSpc>
              <a:spcBef>
                <a:spcPct val="20000"/>
              </a:spcBef>
              <a:buNone/>
            </a:pPr>
            <a:r>
              <a:rPr lang="en-US" sz="2000" b="true" i="false" u="none" baseline="0">
                <a:latin typeface="Courier New" pitchFamily="49"/>
                <a:ea typeface="SimSun" pitchFamily="2" charset="-122"/>
              </a:rPr>
              <a:t>		</a:t>
            </a:r>
            <a:r>
              <a:rPr lang="en-US" sz="2000" b="true" i="false" u="none" baseline="0">
                <a:solidFill>
                  <a:srgbClr val="FF0000"/>
                </a:solidFill>
                <a:latin typeface="Courier New" pitchFamily="49"/>
                <a:ea typeface="SimSun" pitchFamily="2" charset="-122"/>
              </a:rPr>
              <a:t>returns: number of bytes written if OK, </a:t>
            </a:r>
            <a:br>
              <a:rPr lang="en-US" sz="2000" b="true" i="false" u="none" baseline="0">
                <a:solidFill>
                  <a:srgbClr val="FF0000"/>
                </a:solidFill>
                <a:latin typeface="Courier New" pitchFamily="49"/>
                <a:ea typeface="SimSun" pitchFamily="2" charset="-122"/>
              </a:rPr>
            </a:br>
            <a:r>
              <a:rPr lang="en-US" sz="2000" b="true" i="false" u="none" baseline="0">
                <a:solidFill>
                  <a:srgbClr val="FF0000"/>
                </a:solidFill>
                <a:latin typeface="Courier New" pitchFamily="49"/>
                <a:ea typeface="SimSun" pitchFamily="2" charset="-122"/>
              </a:rPr>
              <a:t>-1 on error</a:t>
            </a:r>
            <a:endParaRPr/>
          </a:p>
        </p:txBody>
      </p:sp>
    </p:spTree>
  </p:cSld>
  <p:clrMapOvr>
    <a:masterClrMapping/>
  </p:clrMapOvr>
  <p:transition/>
</p:sld>
</file>

<file path=ppt/slides/slide73.xml><?xml version="1.0" encoding="utf-8"?>
<p:sld xmlns:a="http://schemas.openxmlformats.org/drawingml/2006/main" xmlns:p="http://schemas.openxmlformats.org/presentationml/2006/main">
  <p:cSld>
    <p:spTree>
      <p:nvGrpSpPr>
        <p:cNvPr id="777" name=""/>
        <p:cNvGrpSpPr/>
        <p:nvPr/>
      </p:nvGrpSpPr>
      <p:grpSpPr>
        <a:xfrm>
          <a:off x="0" y="0"/>
          <a:ext cx="0" cy="0"/>
          <a:chOff x="0" y="0"/>
          <a:chExt cx="0" cy="0"/>
        </a:xfrm>
      </p:grpSpPr>
      <p:sp>
        <p:nvSpPr>
          <p:cNvPr id="77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7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读写文件</a:t>
            </a:r>
            <a:endParaRPr/>
          </a:p>
        </p:txBody>
      </p:sp>
      <p:sp>
        <p:nvSpPr>
          <p:cNvPr id="780" name="Rectangle 3"/>
          <p:cNvSpPr>
            <a:spLocks noGrp="true" noChangeShapeType="true"/>
          </p:cNvSpPr>
          <p:nvPr>
            <p:ph type="obj"/>
          </p:nvPr>
        </p:nvSpPr>
        <p:spPr>
          <a:xfrm>
            <a:off x="457200" y="16002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30000"/>
              </a:lnSpc>
              <a:spcBef>
                <a:spcPct val="20000"/>
              </a:spcBef>
              <a:buSzPct val="100000"/>
              <a:buChar char="•"/>
            </a:pPr>
            <a:r>
              <a:rPr lang="zh-CN" b="false" i="false" u="none">
                <a:latin typeface="Comic Sans MS"/>
                <a:ea typeface="SimSun"/>
              </a:rPr>
              <a:t>一次</a:t>
            </a:r>
            <a:r>
              <a:rPr lang="en-US" b="false" i="false" u="none">
                <a:latin typeface="Comic Sans MS"/>
                <a:ea typeface="SimSun"/>
              </a:rPr>
              <a:t>read</a:t>
            </a:r>
            <a:r>
              <a:rPr lang="zh-CN" b="false" i="false" u="none">
                <a:latin typeface="Comic Sans MS"/>
                <a:ea typeface="SimSun"/>
              </a:rPr>
              <a:t>操作</a:t>
            </a:r>
            <a:r>
              <a:rPr lang="zh-CN" b="false" i="false" u="none">
                <a:latin typeface="Comic Sans MS"/>
                <a:ea typeface="SimSun"/>
              </a:rPr>
              <a:t>：</a:t>
            </a:r>
            <a:r>
              <a:rPr lang="en-US">
                <a:latin typeface="Comic Sans MS"/>
                <a:ea typeface="SimSun"/>
              </a:rPr>
              <a:t> </a:t>
            </a:r>
            <a:endParaRPr lang="en-US"/>
          </a:p>
          <a:p>
            <a:pPr marL="742950" lvl="1" indent="-285750" defTabSz="914400" hangingPunct="true">
              <a:lnSpc>
                <a:spcPct val="130000"/>
              </a:lnSpc>
              <a:spcBef>
                <a:spcPct val="20000"/>
              </a:spcBef>
              <a:buSzPct val="100000"/>
              <a:buChar char="–"/>
            </a:pPr>
            <a:r>
              <a:rPr lang="zh-CN">
                <a:latin typeface="Comic Sans MS"/>
                <a:ea typeface="SimSun"/>
              </a:rPr>
              <a:t>从文件拷贝</a:t>
            </a:r>
            <a:r>
              <a:rPr lang="en-US">
                <a:latin typeface="Comic Sans MS"/>
                <a:ea typeface="SimSun"/>
              </a:rPr>
              <a:t>m &gt; 0 </a:t>
            </a:r>
            <a:r>
              <a:rPr lang="zh-CN">
                <a:latin typeface="Comic Sans MS"/>
                <a:ea typeface="SimSun"/>
              </a:rPr>
              <a:t>字节到内存中</a:t>
            </a:r>
            <a:endParaRPr/>
          </a:p>
          <a:p>
            <a:pPr marL="1143000" lvl="2" indent="-228600" defTabSz="914400" hangingPunct="true">
              <a:lnSpc>
                <a:spcPct val="130000"/>
              </a:lnSpc>
              <a:spcBef>
                <a:spcPct val="20000"/>
              </a:spcBef>
              <a:buSzPct val="100000"/>
              <a:buChar char="•"/>
            </a:pPr>
            <a:r>
              <a:rPr lang="zh-CN">
                <a:latin typeface="Comic Sans MS"/>
                <a:ea typeface="SimSun"/>
              </a:rPr>
              <a:t>从当前的</a:t>
            </a:r>
            <a:r>
              <a:rPr lang="en-US">
                <a:latin typeface="Comic Sans MS"/>
                <a:ea typeface="SimSun"/>
              </a:rPr>
              <a:t>file position k</a:t>
            </a:r>
            <a:r>
              <a:rPr lang="zh-CN">
                <a:latin typeface="Comic Sans MS"/>
                <a:ea typeface="SimSun"/>
              </a:rPr>
              <a:t>开始</a:t>
            </a:r>
            <a:endParaRPr/>
          </a:p>
          <a:p>
            <a:pPr marL="1143000" lvl="2" indent="-228600" defTabSz="914400" hangingPunct="true">
              <a:lnSpc>
                <a:spcPct val="130000"/>
              </a:lnSpc>
              <a:spcBef>
                <a:spcPct val="20000"/>
              </a:spcBef>
              <a:buSzPct val="100000"/>
              <a:buChar char="•"/>
            </a:pPr>
            <a:r>
              <a:rPr lang="en-US">
                <a:latin typeface="Comic Sans MS"/>
                <a:ea typeface="SimSun"/>
              </a:rPr>
              <a:t>k+=</a:t>
            </a:r>
            <a:r>
              <a:rPr lang="en-US">
                <a:latin typeface="Comic Sans MS"/>
                <a:ea typeface="SimSun"/>
              </a:rPr>
              <a:t>m</a:t>
            </a:r>
            <a:endParaRPr/>
          </a:p>
          <a:p>
            <a:pPr marL="742950" lvl="1" indent="-285750" defTabSz="914400" hangingPunct="true">
              <a:lnSpc>
                <a:spcPct val="130000"/>
              </a:lnSpc>
              <a:spcBef>
                <a:spcPct val="20000"/>
              </a:spcBef>
              <a:buSzPct val="100000"/>
              <a:buChar char="–"/>
            </a:pPr>
            <a:r>
              <a:rPr lang="zh-CN">
                <a:latin typeface="Comic Sans MS"/>
                <a:ea typeface="SimSun"/>
                <a:sym typeface="Symbol"/>
              </a:rPr>
              <a:t>如果文件中剩余的字节数少于</a:t>
            </a:r>
            <a:r>
              <a:rPr lang="en-US">
                <a:latin typeface="Comic Sans MS"/>
                <a:ea typeface="SimSun"/>
                <a:sym typeface="Symbol"/>
              </a:rPr>
              <a:t>m, </a:t>
            </a:r>
            <a:r>
              <a:rPr lang="zh-CN">
                <a:latin typeface="Comic Sans MS"/>
                <a:ea typeface="SimSun"/>
                <a:sym typeface="Symbol"/>
              </a:rPr>
              <a:t>会触发</a:t>
            </a:r>
            <a:r>
              <a:rPr lang="en-US" b="false" i="false" u="none">
                <a:latin typeface="Comic Sans MS"/>
                <a:ea typeface="SimSun"/>
              </a:rPr>
              <a:t>end-of-file</a:t>
            </a:r>
            <a:r>
              <a:rPr lang="en-US" b="false" i="true" u="none">
                <a:latin typeface="Comic Sans MS"/>
                <a:ea typeface="SimSun"/>
              </a:rPr>
              <a:t> </a:t>
            </a:r>
            <a:r>
              <a:rPr lang="en-US">
                <a:latin typeface="Comic Sans MS"/>
                <a:ea typeface="SimSun"/>
              </a:rPr>
              <a:t>(EOF)</a:t>
            </a:r>
            <a:endParaRPr lang="en-US"/>
          </a:p>
          <a:p>
            <a:pPr marL="1143000" lvl="2" indent="-228600" defTabSz="914400" hangingPunct="true">
              <a:lnSpc>
                <a:spcPct val="130000"/>
              </a:lnSpc>
              <a:spcBef>
                <a:spcPct val="20000"/>
              </a:spcBef>
              <a:buSzPct val="100000"/>
              <a:buChar char="•"/>
            </a:pPr>
            <a:r>
              <a:rPr lang="zh-CN">
                <a:latin typeface="Comic Sans MS"/>
                <a:ea typeface="SimSun"/>
              </a:rPr>
              <a:t>文件的末尾没有</a:t>
            </a:r>
            <a:r>
              <a:rPr lang="en-US">
                <a:latin typeface="Comic Sans MS"/>
                <a:ea typeface="SimSun"/>
              </a:rPr>
              <a:t>"</a:t>
            </a:r>
            <a:r>
              <a:rPr lang="en-US">
                <a:latin typeface="Comic Sans MS"/>
                <a:ea typeface="SimSun"/>
              </a:rPr>
              <a:t>EOF character"</a:t>
            </a:r>
            <a:endParaRPr/>
          </a:p>
        </p:txBody>
      </p:sp>
    </p:spTree>
  </p:cSld>
  <p:clrMapOvr>
    <a:masterClrMapping/>
  </p:clrMapOvr>
  <p:transition/>
</p:sld>
</file>

<file path=ppt/slides/slide74.xml><?xml version="1.0" encoding="utf-8"?>
<p:sld xmlns:a="http://schemas.openxmlformats.org/drawingml/2006/main" xmlns:p="http://schemas.openxmlformats.org/presentationml/2006/main">
  <p:cSld>
    <p:spTree>
      <p:nvGrpSpPr>
        <p:cNvPr id="781" name=""/>
        <p:cNvGrpSpPr/>
        <p:nvPr/>
      </p:nvGrpSpPr>
      <p:grpSpPr>
        <a:xfrm>
          <a:off x="0" y="0"/>
          <a:ext cx="0" cy="0"/>
          <a:chOff x="0" y="0"/>
          <a:chExt cx="0" cy="0"/>
        </a:xfrm>
      </p:grpSpPr>
      <p:sp>
        <p:nvSpPr>
          <p:cNvPr id="78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83"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读写文件</a:t>
            </a:r>
            <a:endParaRPr/>
          </a:p>
        </p:txBody>
      </p:sp>
      <p:sp>
        <p:nvSpPr>
          <p:cNvPr id="784" name="Rectangle 3"/>
          <p:cNvSpPr>
            <a:spLocks noGrp="true" noChangeShapeType="true"/>
          </p:cNvSpPr>
          <p:nvPr>
            <p:ph type="obj"/>
          </p:nvPr>
        </p:nvSpPr>
        <p:spPr>
          <a:xfrm>
            <a:off x="457200" y="16002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90000"/>
              </a:lnSpc>
              <a:spcBef>
                <a:spcPct val="20000"/>
              </a:spcBef>
              <a:buNone/>
            </a:pPr>
            <a:r>
              <a:rPr lang="zh-CN" sz="2000" b="true" i="false" u="none">
                <a:latin typeface="Courier New" pitchFamily="49"/>
                <a:ea typeface="SimSun" pitchFamily="2" charset="-122"/>
              </a:rPr>
              <a:t>1 	#</a:t>
            </a:r>
            <a:r>
              <a:rPr lang="en-US" sz="2000" b="true" i="false" u="none">
                <a:latin typeface="Courier New" pitchFamily="49"/>
                <a:ea typeface="SimSun" pitchFamily="2" charset="-122"/>
              </a:rPr>
              <a:t>include "csapp.h"</a:t>
            </a:r>
            <a:endParaRPr/>
          </a:p>
          <a:p>
            <a:pPr marL="342900" lvl="0" indent="-342900">
              <a:lnSpc>
                <a:spcPct val="90000"/>
              </a:lnSpc>
              <a:spcBef>
                <a:spcPct val="20000"/>
              </a:spcBef>
              <a:buNone/>
            </a:pPr>
            <a:r>
              <a:rPr lang="en-US" sz="2000" b="true" i="false" u="none">
                <a:latin typeface="Courier New" pitchFamily="49"/>
                <a:ea typeface="SimSun" pitchFamily="2" charset="-122"/>
              </a:rPr>
              <a:t>2</a:t>
            </a:r>
            <a:endParaRPr/>
          </a:p>
          <a:p>
            <a:pPr marL="342900" lvl="0" indent="-342900">
              <a:lnSpc>
                <a:spcPct val="90000"/>
              </a:lnSpc>
              <a:spcBef>
                <a:spcPct val="20000"/>
              </a:spcBef>
              <a:buNone/>
            </a:pPr>
            <a:r>
              <a:rPr lang="en-US" sz="2000" b="true" i="false" u="none">
                <a:latin typeface="Courier New" pitchFamily="49"/>
                <a:ea typeface="SimSun" pitchFamily="2" charset="-122"/>
              </a:rPr>
              <a:t>3 	int main(void)</a:t>
            </a:r>
            <a:endParaRPr/>
          </a:p>
          <a:p>
            <a:pPr marL="342900" lvl="0" indent="-342900">
              <a:lnSpc>
                <a:spcPct val="90000"/>
              </a:lnSpc>
              <a:spcBef>
                <a:spcPct val="20000"/>
              </a:spcBef>
              <a:buNone/>
            </a:pPr>
            <a:r>
              <a:rPr lang="en-US" sz="2000" b="true" i="false" u="none">
                <a:latin typeface="Courier New" pitchFamily="49"/>
                <a:ea typeface="SimSun" pitchFamily="2" charset="-122"/>
              </a:rPr>
              <a:t>4 	{</a:t>
            </a:r>
            <a:endParaRPr/>
          </a:p>
          <a:p>
            <a:pPr marL="342900" lvl="0" indent="-342900">
              <a:lnSpc>
                <a:spcPct val="90000"/>
              </a:lnSpc>
              <a:spcBef>
                <a:spcPct val="20000"/>
              </a:spcBef>
              <a:buNone/>
            </a:pPr>
            <a:r>
              <a:rPr lang="en-US" sz="2000" b="true" i="false" u="none">
                <a:latin typeface="Courier New" pitchFamily="49"/>
                <a:ea typeface="SimSun" pitchFamily="2" charset="-122"/>
              </a:rPr>
              <a:t>5 		char c;</a:t>
            </a:r>
            <a:endParaRPr/>
          </a:p>
          <a:p>
            <a:pPr marL="342900" lvl="0" indent="-342900">
              <a:lnSpc>
                <a:spcPct val="90000"/>
              </a:lnSpc>
              <a:spcBef>
                <a:spcPct val="20000"/>
              </a:spcBef>
              <a:buNone/>
            </a:pPr>
            <a:r>
              <a:rPr lang="en-US" sz="2000" b="true" i="false" u="none">
                <a:latin typeface="Courier New" pitchFamily="49"/>
                <a:ea typeface="SimSun" pitchFamily="2" charset="-122"/>
              </a:rPr>
              <a:t>6</a:t>
            </a:r>
            <a:endParaRPr/>
          </a:p>
          <a:p>
            <a:pPr marL="342900" lvl="0" indent="-342900">
              <a:lnSpc>
                <a:spcPct val="90000"/>
              </a:lnSpc>
              <a:spcBef>
                <a:spcPct val="20000"/>
              </a:spcBef>
              <a:buNone/>
            </a:pPr>
            <a:r>
              <a:rPr lang="en-US" sz="2000" b="true" i="false" u="none">
                <a:latin typeface="Courier New" pitchFamily="49"/>
                <a:ea typeface="SimSun" pitchFamily="2" charset="-122"/>
              </a:rPr>
              <a:t>7 		</a:t>
            </a:r>
            <a:r>
              <a:rPr lang="en-US" sz="2000" b="true" i="false" u="none">
                <a:solidFill>
                  <a:srgbClr val="00B050"/>
                </a:solidFill>
                <a:latin typeface="Courier New" pitchFamily="49"/>
                <a:ea typeface="SimSun" pitchFamily="2" charset="-122"/>
              </a:rPr>
              <a:t>/* copy stdin to stdout, one byte at a time */</a:t>
            </a:r>
            <a:endParaRPr/>
          </a:p>
          <a:p>
            <a:pPr marL="342900" lvl="0" indent="-342900">
              <a:lnSpc>
                <a:spcPct val="90000"/>
              </a:lnSpc>
              <a:spcBef>
                <a:spcPct val="20000"/>
              </a:spcBef>
              <a:buNone/>
            </a:pPr>
            <a:r>
              <a:rPr lang="en-US" sz="2000" b="true" i="false" u="none">
                <a:latin typeface="Courier New" pitchFamily="49"/>
                <a:ea typeface="SimSun" pitchFamily="2" charset="-122"/>
              </a:rPr>
              <a:t>8 		while(Read(STDIN_FILENO, &amp;c, 1) != 0)</a:t>
            </a:r>
            <a:endParaRPr/>
          </a:p>
          <a:p>
            <a:pPr marL="342900" lvl="0" indent="-342900">
              <a:lnSpc>
                <a:spcPct val="90000"/>
              </a:lnSpc>
              <a:spcBef>
                <a:spcPct val="20000"/>
              </a:spcBef>
              <a:buNone/>
            </a:pPr>
            <a:r>
              <a:rPr lang="en-US" sz="2000" b="true" i="false" u="none">
                <a:latin typeface="Courier New" pitchFamily="49"/>
                <a:ea typeface="SimSun" pitchFamily="2" charset="-122"/>
              </a:rPr>
              <a:t>9 			Write(STDOUT_FILENO, &amp;c, 1);</a:t>
            </a:r>
            <a:endParaRPr/>
          </a:p>
          <a:p>
            <a:pPr marL="342900" lvl="0" indent="-342900">
              <a:lnSpc>
                <a:spcPct val="90000"/>
              </a:lnSpc>
              <a:spcBef>
                <a:spcPct val="20000"/>
              </a:spcBef>
              <a:buNone/>
            </a:pPr>
            <a:r>
              <a:rPr lang="en-US" sz="2000" b="true" i="false" u="none">
                <a:latin typeface="Courier New" pitchFamily="49"/>
                <a:ea typeface="SimSun" pitchFamily="2" charset="-122"/>
              </a:rPr>
              <a:t>10 	exit(0);</a:t>
            </a:r>
            <a:endParaRPr/>
          </a:p>
          <a:p>
            <a:pPr marL="342900" lvl="0" indent="-342900">
              <a:lnSpc>
                <a:spcPct val="90000"/>
              </a:lnSpc>
              <a:spcBef>
                <a:spcPct val="20000"/>
              </a:spcBef>
              <a:buNone/>
            </a:pPr>
            <a:r>
              <a:rPr lang="en-US" sz="2000" b="true" i="false" u="none">
                <a:latin typeface="Courier New" pitchFamily="49"/>
                <a:ea typeface="SimSun" pitchFamily="2" charset="-122"/>
              </a:rPr>
              <a:t>11 }</a:t>
            </a:r>
            <a:endParaRPr/>
          </a:p>
          <a:p>
            <a:pPr marL="342900" lvl="0" indent="-342900">
              <a:lnSpc>
                <a:spcPct val="90000"/>
              </a:lnSpc>
              <a:spcBef>
                <a:spcPct val="20000"/>
              </a:spcBef>
              <a:buNone/>
            </a:pPr>
            <a:endParaRPr/>
          </a:p>
          <a:p>
            <a:pPr marL="342900" lvl="0" indent="-342900">
              <a:lnSpc>
                <a:spcPct val="90000"/>
              </a:lnSpc>
              <a:spcBef>
                <a:spcPct val="20000"/>
              </a:spcBef>
              <a:buNone/>
            </a:pPr>
            <a:r>
              <a:rPr lang="en-US" sz="2000" b="true" i="false" u="none">
                <a:latin typeface="Courier New" pitchFamily="49"/>
                <a:ea typeface="SimSun" pitchFamily="2" charset="-122"/>
              </a:rPr>
              <a:t>STDIN_FILENO(0), STDOUT_FILENO(1), STDERR_FILENO(2)</a:t>
            </a:r>
            <a:endParaRPr/>
          </a:p>
        </p:txBody>
      </p:sp>
    </p:spTree>
  </p:cSld>
  <p:clrMapOvr>
    <a:masterClrMapping/>
  </p:clrMapOvr>
  <p:transition/>
</p:sld>
</file>

<file path=ppt/slides/slide75.xml><?xml version="1.0" encoding="utf-8"?>
<p:sld xmlns:a="http://schemas.openxmlformats.org/drawingml/2006/main" xmlns:p="http://schemas.openxmlformats.org/presentationml/2006/main">
  <p:cSld>
    <p:spTree>
      <p:nvGrpSpPr>
        <p:cNvPr id="785" name=""/>
        <p:cNvGrpSpPr/>
        <p:nvPr/>
      </p:nvGrpSpPr>
      <p:grpSpPr>
        <a:xfrm>
          <a:off x="0" y="0"/>
          <a:ext cx="0" cy="0"/>
          <a:chOff x="0" y="0"/>
          <a:chExt cx="0" cy="0"/>
        </a:xfrm>
      </p:grpSpPr>
      <p:sp>
        <p:nvSpPr>
          <p:cNvPr id="78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87"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读写文件</a:t>
            </a:r>
            <a:endParaRPr/>
          </a:p>
        </p:txBody>
      </p:sp>
      <p:sp>
        <p:nvSpPr>
          <p:cNvPr id="788" name="Rectangle 3"/>
          <p:cNvSpPr>
            <a:spLocks noGrp="true" noChangeShapeType="true"/>
          </p:cNvSpPr>
          <p:nvPr>
            <p:ph type="obj"/>
          </p:nvPr>
        </p:nvSpPr>
        <p:spPr>
          <a:xfrm>
            <a:off x="457200" y="13716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140000"/>
              </a:lnSpc>
              <a:spcBef>
                <a:spcPct val="20000"/>
              </a:spcBef>
              <a:buSzPct val="100000"/>
              <a:buChar char="•"/>
            </a:pPr>
            <a:r>
              <a:rPr lang="en-US">
                <a:latin typeface="Comic Sans MS"/>
                <a:ea typeface="SimSun"/>
              </a:rPr>
              <a:t>ssize_t vs. size_t</a:t>
            </a:r>
            <a:endParaRPr/>
          </a:p>
          <a:p>
            <a:pPr marL="742950" lvl="1" indent="-285750">
              <a:lnSpc>
                <a:spcPct val="140000"/>
              </a:lnSpc>
              <a:spcBef>
                <a:spcPct val="20000"/>
              </a:spcBef>
              <a:buSzPct val="100000"/>
              <a:buChar char="–"/>
            </a:pPr>
            <a:r>
              <a:rPr lang="en-US">
                <a:latin typeface="Comic Sans MS"/>
                <a:ea typeface="SimSun"/>
              </a:rPr>
              <a:t>X86-64:</a:t>
            </a:r>
            <a:endParaRPr/>
          </a:p>
          <a:p>
            <a:pPr marL="1143000" lvl="2" indent="-228600">
              <a:lnSpc>
                <a:spcPct val="140000"/>
              </a:lnSpc>
              <a:spcBef>
                <a:spcPct val="20000"/>
              </a:spcBef>
              <a:buSzPct val="100000"/>
              <a:buChar char="•"/>
            </a:pPr>
            <a:r>
              <a:rPr lang="en-US">
                <a:latin typeface="Comic Sans MS"/>
                <a:ea typeface="SimSun"/>
              </a:rPr>
              <a:t>ssize_t: signed long</a:t>
            </a:r>
            <a:endParaRPr/>
          </a:p>
          <a:p>
            <a:pPr marL="1143000" lvl="2" indent="-228600">
              <a:lnSpc>
                <a:spcPct val="140000"/>
              </a:lnSpc>
              <a:spcBef>
                <a:spcPct val="20000"/>
              </a:spcBef>
              <a:buSzPct val="100000"/>
              <a:buChar char="•"/>
            </a:pPr>
            <a:r>
              <a:rPr lang="en-US">
                <a:latin typeface="Comic Sans MS"/>
                <a:ea typeface="SimSun"/>
              </a:rPr>
              <a:t>size_t: unsigned long</a:t>
            </a:r>
            <a:endParaRPr/>
          </a:p>
          <a:p>
            <a:pPr marL="0" lvl="0">
              <a:lnSpc>
                <a:spcPct val="140000"/>
              </a:lnSpc>
              <a:spcBef>
                <a:spcPct val="20000"/>
              </a:spcBef>
              <a:buSzPct val="100000"/>
              <a:buNone/>
            </a:pPr>
            <a:endParaRPr lang="en-US">
              <a:latin typeface="Comic Sans MS"/>
              <a:ea typeface="SimSun"/>
            </a:endParaRPr>
          </a:p>
          <a:p>
            <a:pPr lvl="1" indent="-285750">
              <a:lnSpc>
                <a:spcPct val="140000"/>
              </a:lnSpc>
              <a:spcBef>
                <a:spcPct val="20000"/>
              </a:spcBef>
              <a:buSzPct val="100000"/>
              <a:buChar char="–"/>
            </a:pPr>
            <a:r>
              <a:rPr lang="en-US">
                <a:latin typeface="Comic Sans MS"/>
                <a:ea typeface="SimSun"/>
              </a:rPr>
              <a:t>Read</a:t>
            </a:r>
            <a:r>
              <a:rPr lang="zh-CN">
                <a:latin typeface="Comic Sans MS"/>
                <a:ea typeface="SimSun"/>
              </a:rPr>
              <a:t>和</a:t>
            </a:r>
            <a:r>
              <a:rPr lang="en-US">
                <a:latin typeface="Comic Sans MS"/>
                <a:ea typeface="SimSun"/>
              </a:rPr>
              <a:t>write</a:t>
            </a:r>
            <a:r>
              <a:rPr lang="zh-CN">
                <a:latin typeface="Comic Sans MS"/>
                <a:ea typeface="SimSun"/>
              </a:rPr>
              <a:t>可能传输比应用请求更少的字节数</a:t>
            </a:r>
            <a:endParaRPr/>
          </a:p>
          <a:p>
            <a:pPr marL="1143000" lvl="2" indent="-228600">
              <a:lnSpc>
                <a:spcPct val="140000"/>
              </a:lnSpc>
              <a:spcBef>
                <a:spcPct val="20000"/>
              </a:spcBef>
              <a:buSzPct val="100000"/>
              <a:buChar char="•"/>
            </a:pPr>
            <a:r>
              <a:rPr lang="en-US">
                <a:latin typeface="Comic Sans MS"/>
                <a:ea typeface="SimSun"/>
              </a:rPr>
              <a:t>read</a:t>
            </a:r>
            <a:r>
              <a:rPr lang="zh-CN">
                <a:latin typeface="Comic Sans MS"/>
                <a:ea typeface="SimSun"/>
              </a:rPr>
              <a:t>遇到了</a:t>
            </a:r>
            <a:r>
              <a:rPr lang="en-US">
                <a:latin typeface="Comic Sans MS"/>
                <a:ea typeface="SimSun"/>
              </a:rPr>
              <a:t>EOF</a:t>
            </a:r>
            <a:endParaRPr/>
          </a:p>
          <a:p>
            <a:pPr marL="1143000" lvl="2" indent="-228600">
              <a:lnSpc>
                <a:spcPct val="140000"/>
              </a:lnSpc>
              <a:spcBef>
                <a:spcPct val="20000"/>
              </a:spcBef>
              <a:buSzPct val="100000"/>
              <a:buChar char="•"/>
            </a:pPr>
            <a:r>
              <a:rPr lang="zh-CN">
                <a:latin typeface="Comic Sans MS"/>
                <a:ea typeface="SimSun"/>
              </a:rPr>
              <a:t>从</a:t>
            </a:r>
            <a:r>
              <a:rPr lang="en-US">
                <a:latin typeface="Comic Sans MS"/>
                <a:ea typeface="SimSun"/>
              </a:rPr>
              <a:t>terminal</a:t>
            </a:r>
            <a:r>
              <a:rPr lang="zh-CN">
                <a:latin typeface="Comic Sans MS"/>
                <a:ea typeface="SimSun"/>
              </a:rPr>
              <a:t>中读取字符串</a:t>
            </a:r>
            <a:endParaRPr/>
          </a:p>
          <a:p>
            <a:pPr marL="1143000" lvl="2" indent="-228600">
              <a:lnSpc>
                <a:spcPct val="140000"/>
              </a:lnSpc>
              <a:spcBef>
                <a:spcPct val="20000"/>
              </a:spcBef>
              <a:buSzPct val="100000"/>
              <a:buChar char="•"/>
            </a:pPr>
            <a:r>
              <a:rPr lang="zh-CN">
                <a:latin typeface="Comic Sans MS"/>
                <a:ea typeface="SimSun"/>
              </a:rPr>
              <a:t>读写</a:t>
            </a:r>
            <a:r>
              <a:rPr lang="en-US">
                <a:latin typeface="Comic Sans MS"/>
                <a:ea typeface="SimSun"/>
              </a:rPr>
              <a:t>network sockets</a:t>
            </a:r>
            <a:endParaRPr/>
          </a:p>
        </p:txBody>
      </p:sp>
    </p:spTree>
  </p:cSld>
  <p:clrMapOvr>
    <a:masterClrMapping/>
  </p:clrMapOvr>
  <p:transition/>
</p:sld>
</file>

<file path=ppt/slides/slide76.xml><?xml version="1.0" encoding="utf-8"?>
<p:sld xmlns:a="http://schemas.openxmlformats.org/drawingml/2006/main" xmlns:p="http://schemas.openxmlformats.org/presentationml/2006/main">
  <p:cSld>
    <p:spTree>
      <p:nvGrpSpPr>
        <p:cNvPr id="789" name=""/>
        <p:cNvGrpSpPr/>
        <p:nvPr/>
      </p:nvGrpSpPr>
      <p:grpSpPr>
        <a:xfrm>
          <a:off x="0" y="0"/>
          <a:ext cx="0" cy="0"/>
          <a:chOff x="0" y="0"/>
          <a:chExt cx="0" cy="0"/>
        </a:xfrm>
      </p:grpSpPr>
      <p:sp>
        <p:nvSpPr>
          <p:cNvPr id="79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9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792"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I/O Devices</a:t>
            </a:r>
            <a:endParaRPr lang="en-US"/>
          </a:p>
          <a:p>
            <a:pPr marL="342900" lvl="0" indent="-342900" defTabSz="914400" hangingPunct="true">
              <a:lnSpc>
                <a:spcPct val="100000"/>
              </a:lnSpc>
              <a:spcBef>
                <a:spcPct val="20000"/>
              </a:spcBef>
              <a:buSzPct val="100000"/>
              <a:buChar char="•"/>
            </a:pPr>
            <a:r>
              <a:rPr lang="en-US" baseline="0">
                <a:ea typeface="SimSun" pitchFamily="2" charset="-122"/>
              </a:rPr>
              <a:t>Unix I/O</a:t>
            </a:r>
            <a:endParaRPr lang="en-US"/>
          </a:p>
          <a:p>
            <a:pPr marL="342900" lvl="0" indent="-342900" defTabSz="914400" hangingPunct="true">
              <a:lnSpc>
                <a:spcPct val="100000"/>
              </a:lnSpc>
              <a:spcBef>
                <a:spcPct val="20000"/>
              </a:spcBef>
              <a:buSzPct val="100000"/>
              <a:buChar char="•"/>
            </a:pPr>
            <a:r>
              <a:rPr lang="en-US" b="true" i="false" u="none" baseline="0">
                <a:solidFill>
                  <a:srgbClr val="0070C0"/>
                </a:solidFill>
                <a:ea typeface="SimSun" pitchFamily="2" charset="-122"/>
              </a:rPr>
              <a:t>Reading File Metadata</a:t>
            </a:r>
            <a:endParaRPr lang="en-US"/>
          </a:p>
          <a:p>
            <a:pPr marL="342900" lvl="0" indent="-342900" defTabSz="914400" hangingPunct="true">
              <a:lnSpc>
                <a:spcPct val="100000"/>
              </a:lnSpc>
              <a:spcBef>
                <a:spcPct val="20000"/>
              </a:spcBef>
              <a:buSzPct val="100000"/>
              <a:buChar char="•"/>
            </a:pPr>
            <a:r>
              <a:rPr lang="en-US" baseline="0">
                <a:ea typeface="SimSun" pitchFamily="2" charset="-122"/>
              </a:rPr>
              <a:t>Sharing Files &amp; I/O redirection</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Robust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Standard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Fast I/O</a:t>
            </a:r>
            <a:endParaRPr/>
          </a:p>
        </p:txBody>
      </p:sp>
    </p:spTree>
  </p:cSld>
  <p:clrMapOvr>
    <a:masterClrMapping/>
  </p:clrMapOvr>
  <p:transition/>
</p:sld>
</file>

<file path=ppt/slides/slide77.xml><?xml version="1.0" encoding="utf-8"?>
<p:sld xmlns:a="http://schemas.openxmlformats.org/drawingml/2006/main" xmlns:p="http://schemas.openxmlformats.org/presentationml/2006/main">
  <p:cSld>
    <p:spTree>
      <p:nvGrpSpPr>
        <p:cNvPr id="793" name=""/>
        <p:cNvGrpSpPr/>
        <p:nvPr/>
      </p:nvGrpSpPr>
      <p:grpSpPr>
        <a:xfrm>
          <a:off x="0" y="0"/>
          <a:ext cx="0" cy="0"/>
          <a:chOff x="0" y="0"/>
          <a:chExt cx="0" cy="0"/>
        </a:xfrm>
      </p:grpSpPr>
      <p:sp>
        <p:nvSpPr>
          <p:cNvPr id="79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95"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读取文件</a:t>
            </a:r>
            <a:r>
              <a:rPr lang="en-US">
                <a:latin typeface="Comic Sans MS"/>
                <a:ea typeface="SimSun"/>
              </a:rPr>
              <a:t>Metadata</a:t>
            </a:r>
            <a:endParaRPr/>
          </a:p>
        </p:txBody>
      </p:sp>
      <p:sp>
        <p:nvSpPr>
          <p:cNvPr id="796" name="Rectangle 3"/>
          <p:cNvSpPr>
            <a:spLocks noGrp="true" noChangeShapeType="true"/>
          </p:cNvSpPr>
          <p:nvPr>
            <p:ph type="obj"/>
          </p:nvPr>
        </p:nvSpPr>
        <p:spPr>
          <a:xfrm>
            <a:off x="457200" y="1600200"/>
            <a:ext cx="8077200" cy="3124200"/>
          </a:xfrm>
          <a:prstGeom prst="rect">
            <a:avLst/>
          </a:prstGeom>
          <a:solidFill>
            <a:srgbClr val="FFFFCC"/>
          </a:solidFill>
          <a:ln w="9524">
            <a:solidFill>
              <a:schemeClr val="dk1"/>
            </a:solidFill>
            <a:round/>
            <a:headEnd/>
            <a:tailEnd/>
          </a:ln>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60000"/>
              </a:lnSpc>
              <a:spcBef>
                <a:spcPct val="20000"/>
              </a:spcBef>
              <a:buNone/>
            </a:pPr>
            <a:r>
              <a:rPr lang="zh-CN"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include &lt;</a:t>
            </a:r>
            <a:r>
              <a:rPr lang="en-US" sz="2000" b="true" i="false" u="none" baseline="0">
                <a:latin typeface="Courier New" pitchFamily="49"/>
                <a:ea typeface="SimSun" pitchFamily="2" charset="-122"/>
              </a:rPr>
              <a:t>unistd.h</a:t>
            </a:r>
            <a:r>
              <a:rPr lang="en-US" sz="2000" b="true" i="false" u="none" baseline="0">
                <a:latin typeface="Courier New" pitchFamily="49"/>
                <a:ea typeface="SimSun" pitchFamily="2" charset="-122"/>
              </a:rPr>
              <a:t>&gt;</a:t>
            </a:r>
            <a:endParaRPr lang="en-US" sz="2000"/>
          </a:p>
          <a:p>
            <a:pPr marL="342900" lvl="0" indent="-342900" defTabSz="914400" hangingPunct="true">
              <a:lnSpc>
                <a:spcPct val="160000"/>
              </a:lnSpc>
              <a:spcBef>
                <a:spcPct val="20000"/>
              </a:spcBef>
              <a:buNone/>
            </a:pPr>
            <a:r>
              <a:rPr lang="en-US" sz="2000" b="true" i="false" u="none" baseline="0">
                <a:latin typeface="Courier New" pitchFamily="49"/>
                <a:ea typeface="SimSun" pitchFamily="2" charset="-122"/>
              </a:rPr>
              <a:t>#include &lt;sys/</a:t>
            </a:r>
            <a:r>
              <a:rPr lang="en-US" sz="2000" b="true" i="false" u="none" baseline="0">
                <a:latin typeface="Courier New" pitchFamily="49"/>
                <a:ea typeface="SimSun" pitchFamily="2" charset="-122"/>
              </a:rPr>
              <a:t>stat.h</a:t>
            </a:r>
            <a:r>
              <a:rPr lang="en-US" sz="2000" b="true" i="false" u="none" baseline="0">
                <a:latin typeface="Courier New" pitchFamily="49"/>
                <a:ea typeface="SimSun" pitchFamily="2" charset="-122"/>
              </a:rPr>
              <a:t>&gt;</a:t>
            </a:r>
            <a:endParaRPr lang="en-US" sz="2000"/>
          </a:p>
          <a:p>
            <a:pPr marL="342900" lvl="0" indent="-342900" defTabSz="914400" hangingPunct="true">
              <a:lnSpc>
                <a:spcPct val="160000"/>
              </a:lnSpc>
              <a:spcBef>
                <a:spcPct val="20000"/>
              </a:spcBef>
              <a:buNone/>
            </a:pP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400" b="true" i="false" u="none" baseline="0">
                <a:latin typeface="Courier New" pitchFamily="49"/>
                <a:ea typeface="SimSun" pitchFamily="2" charset="-122"/>
              </a:rPr>
              <a:t>stat</a:t>
            </a:r>
            <a:r>
              <a:rPr lang="en-US" sz="2000" b="true" i="false" u="none" baseline="0">
                <a:latin typeface="Courier New" pitchFamily="49"/>
                <a:ea typeface="SimSun" pitchFamily="2" charset="-122"/>
              </a:rPr>
              <a:t>(</a:t>
            </a:r>
            <a:r>
              <a:rPr lang="en-US" sz="2000" b="true" i="false" u="none" baseline="0">
                <a:latin typeface="Courier New" pitchFamily="49"/>
                <a:ea typeface="SimSun" pitchFamily="2" charset="-122"/>
              </a:rPr>
              <a:t>const</a:t>
            </a:r>
            <a:r>
              <a:rPr lang="en-US" sz="2000" b="true" i="false" u="none" baseline="0">
                <a:latin typeface="Courier New" pitchFamily="49"/>
                <a:ea typeface="SimSun" pitchFamily="2" charset="-122"/>
              </a:rPr>
              <a:t> char *filename, </a:t>
            </a:r>
            <a:r>
              <a:rPr lang="en-US" sz="2000" b="true" i="false" u="none" baseline="0">
                <a:latin typeface="Courier New" pitchFamily="49"/>
                <a:ea typeface="SimSun" pitchFamily="2" charset="-122"/>
              </a:rPr>
              <a:t>struct</a:t>
            </a:r>
            <a:r>
              <a:rPr lang="en-US" sz="2000" b="true" i="false" u="none" baseline="0">
                <a:latin typeface="Courier New" pitchFamily="49"/>
                <a:ea typeface="SimSun" pitchFamily="2" charset="-122"/>
              </a:rPr>
              <a:t> stat *</a:t>
            </a:r>
            <a:r>
              <a:rPr lang="en-US" sz="2000" b="true" i="false" u="none" baseline="0">
                <a:latin typeface="Courier New" pitchFamily="49"/>
                <a:ea typeface="SimSun" pitchFamily="2" charset="-122"/>
              </a:rPr>
              <a:t>buf</a:t>
            </a:r>
            <a:r>
              <a:rPr lang="en-US" sz="2000" b="true" i="false" u="none" baseline="0">
                <a:latin typeface="Courier New" pitchFamily="49"/>
                <a:ea typeface="SimSun" pitchFamily="2" charset="-122"/>
              </a:rPr>
              <a:t>);</a:t>
            </a:r>
            <a:endParaRPr lang="en-US" sz="2000"/>
          </a:p>
          <a:p>
            <a:pPr marL="342900" lvl="0" indent="-342900" defTabSz="914400" hangingPunct="true">
              <a:lnSpc>
                <a:spcPct val="160000"/>
              </a:lnSpc>
              <a:spcBef>
                <a:spcPct val="20000"/>
              </a:spcBef>
              <a:buNone/>
            </a:pP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400" b="true" i="false" u="none" baseline="0">
                <a:latin typeface="Courier New" pitchFamily="49"/>
                <a:ea typeface="SimSun" pitchFamily="2" charset="-122"/>
              </a:rPr>
              <a:t>fstat</a:t>
            </a:r>
            <a:r>
              <a:rPr lang="en-US" sz="2000" b="true" i="false" u="none" baseline="0">
                <a:latin typeface="Courier New" pitchFamily="49"/>
                <a:ea typeface="SimSun" pitchFamily="2" charset="-122"/>
              </a:rPr>
              <a:t>(</a:t>
            </a:r>
            <a:r>
              <a:rPr lang="en-US" sz="2000" b="true" i="false" u="none" baseline="0">
                <a:latin typeface="Courier New" pitchFamily="49"/>
                <a:ea typeface="SimSun" pitchFamily="2" charset="-122"/>
              </a:rPr>
              <a:t>int</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fd</a:t>
            </a:r>
            <a:r>
              <a:rPr lang="en-US" sz="2000" b="true" i="false" u="none" baseline="0">
                <a:latin typeface="Courier New" pitchFamily="49"/>
                <a:ea typeface="SimSun" pitchFamily="2" charset="-122"/>
              </a:rPr>
              <a:t>, </a:t>
            </a:r>
            <a:r>
              <a:rPr lang="en-US" sz="2000" b="true" i="false" u="none" baseline="0">
                <a:latin typeface="Courier New" pitchFamily="49"/>
                <a:ea typeface="SimSun" pitchFamily="2" charset="-122"/>
              </a:rPr>
              <a:t>struct</a:t>
            </a:r>
            <a:r>
              <a:rPr lang="en-US" sz="2000" b="true" i="false" u="none" baseline="0">
                <a:latin typeface="Courier New" pitchFamily="49"/>
                <a:ea typeface="SimSun" pitchFamily="2" charset="-122"/>
              </a:rPr>
              <a:t> stat *</a:t>
            </a:r>
            <a:r>
              <a:rPr lang="en-US" sz="2000" b="true" i="false" u="none" baseline="0">
                <a:latin typeface="Courier New" pitchFamily="49"/>
                <a:ea typeface="SimSun" pitchFamily="2" charset="-122"/>
              </a:rPr>
              <a:t>buf</a:t>
            </a:r>
            <a:r>
              <a:rPr lang="en-US" sz="2000" b="true" i="false" u="none" baseline="0">
                <a:latin typeface="Courier New" pitchFamily="49"/>
                <a:ea typeface="SimSun" pitchFamily="2" charset="-122"/>
              </a:rPr>
              <a:t>) ;</a:t>
            </a:r>
            <a:endParaRPr lang="en-US" sz="2000"/>
          </a:p>
          <a:p>
            <a:pPr marL="342900" lvl="0" indent="-342900" algn="r" defTabSz="914400" hangingPunct="true">
              <a:lnSpc>
                <a:spcPct val="160000"/>
              </a:lnSpc>
              <a:spcBef>
                <a:spcPct val="20000"/>
              </a:spcBef>
              <a:buNone/>
            </a:pPr>
            <a:r>
              <a:rPr lang="en-US" sz="2000" b="true" i="false" u="none" baseline="0">
                <a:solidFill>
                  <a:srgbClr val="FF0000"/>
                </a:solidFill>
                <a:latin typeface="Courier New" pitchFamily="49"/>
                <a:ea typeface="SimSun" pitchFamily="2" charset="-122"/>
              </a:rPr>
              <a:t>returns: 0 if OK, -1 on error</a:t>
            </a:r>
            <a:endParaRPr/>
          </a:p>
        </p:txBody>
      </p:sp>
    </p:spTree>
  </p:cSld>
  <p:clrMapOvr>
    <a:masterClrMapping/>
  </p:clrMapOvr>
  <p:transition/>
</p:sld>
</file>

<file path=ppt/slides/slide78.xml><?xml version="1.0" encoding="utf-8"?>
<p:sld xmlns:a="http://schemas.openxmlformats.org/drawingml/2006/main" xmlns:p="http://schemas.openxmlformats.org/presentationml/2006/main">
  <p:cSld>
    <p:spTree>
      <p:nvGrpSpPr>
        <p:cNvPr id="797" name=""/>
        <p:cNvGrpSpPr/>
        <p:nvPr/>
      </p:nvGrpSpPr>
      <p:grpSpPr>
        <a:xfrm>
          <a:off x="0" y="0"/>
          <a:ext cx="0" cy="0"/>
          <a:chOff x="0" y="0"/>
          <a:chExt cx="0" cy="0"/>
        </a:xfrm>
      </p:grpSpPr>
      <p:sp>
        <p:nvSpPr>
          <p:cNvPr id="79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99" name="Rectangle 3"/>
          <p:cNvSpPr>
            <a:spLocks noGrp="true" noChangeShapeType="true"/>
          </p:cNvSpPr>
          <p:nvPr>
            <p:ph type="obj"/>
          </p:nvPr>
        </p:nvSpPr>
        <p:spPr>
          <a:xfrm>
            <a:off x="457200" y="1600200"/>
            <a:ext cx="8153400" cy="4343400"/>
          </a:xfrm>
          <a:prstGeom prst="rect">
            <a:avLst/>
          </a:prstGeom>
          <a:solidFill>
            <a:srgbClr val="FFFFCC"/>
          </a:solidFill>
          <a:ln w="9524">
            <a:solidFill>
              <a:schemeClr val="dk1"/>
            </a:solidFill>
            <a:miter/>
            <a:headEnd/>
            <a:tailEnd/>
          </a:ln>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90000"/>
              </a:lnSpc>
              <a:spcBef>
                <a:spcPct val="20000"/>
              </a:spcBef>
              <a:buNone/>
            </a:pPr>
            <a:r>
              <a:rPr lang="en-US" sz="1600" b="true" i="false" u="none">
                <a:solidFill>
                  <a:srgbClr val="00B050"/>
                </a:solidFill>
                <a:latin typeface="Courier New" pitchFamily="49"/>
                <a:ea typeface="SimSun" pitchFamily="2" charset="-122"/>
              </a:rPr>
              <a:t>/* file info returned by the stat function */</a:t>
            </a:r>
            <a:endParaRPr/>
          </a:p>
          <a:p>
            <a:pPr marL="342900" lvl="0" indent="-342900">
              <a:lnSpc>
                <a:spcPct val="90000"/>
              </a:lnSpc>
              <a:spcBef>
                <a:spcPct val="20000"/>
              </a:spcBef>
              <a:buNone/>
            </a:pPr>
            <a:r>
              <a:rPr lang="en-US" sz="1600" b="true" i="false" u="none">
                <a:latin typeface="Courier New" pitchFamily="49"/>
                <a:ea typeface="SimSun" pitchFamily="2" charset="-122"/>
              </a:rPr>
              <a:t>struct stat {</a:t>
            </a:r>
            <a:endParaRPr/>
          </a:p>
          <a:p>
            <a:pPr marL="342900" lvl="0" indent="-342900">
              <a:lnSpc>
                <a:spcPct val="90000"/>
              </a:lnSpc>
              <a:spcBef>
                <a:spcPct val="20000"/>
              </a:spcBef>
              <a:buNone/>
            </a:pPr>
            <a:r>
              <a:rPr lang="en-US" sz="1600" b="true" i="false" u="none">
                <a:latin typeface="Courier New" pitchFamily="49"/>
                <a:ea typeface="SimSun" pitchFamily="2" charset="-122"/>
              </a:rPr>
              <a:t>	dev_t st_dev; 		/* device */</a:t>
            </a:r>
            <a:endParaRPr/>
          </a:p>
          <a:p>
            <a:pPr marL="342900" lvl="0" indent="-342900">
              <a:lnSpc>
                <a:spcPct val="90000"/>
              </a:lnSpc>
              <a:spcBef>
                <a:spcPct val="20000"/>
              </a:spcBef>
              <a:buNone/>
            </a:pPr>
            <a:r>
              <a:rPr lang="en-US" sz="1600" b="true" i="false" u="none">
                <a:latin typeface="Courier New" pitchFamily="49"/>
                <a:ea typeface="SimSun" pitchFamily="2" charset="-122"/>
              </a:rPr>
              <a:t>	ino_t st_ino; 		/*  inode number */</a:t>
            </a:r>
            <a:endParaRPr/>
          </a:p>
          <a:p>
            <a:pPr marL="342900" lvl="0" indent="-342900">
              <a:lnSpc>
                <a:spcPct val="90000"/>
              </a:lnSpc>
              <a:spcBef>
                <a:spcPct val="20000"/>
              </a:spcBef>
              <a:buNone/>
            </a:pPr>
            <a:r>
              <a:rPr lang="en-US" sz="1600" b="true" i="false" u="none">
                <a:latin typeface="Courier New" pitchFamily="49"/>
                <a:ea typeface="SimSun" pitchFamily="2" charset="-122"/>
              </a:rPr>
              <a:t>	</a:t>
            </a:r>
            <a:r>
              <a:rPr lang="en-US" sz="1600" b="true" i="false" u="none">
                <a:solidFill>
                  <a:schemeClr val="hlink"/>
                </a:solidFill>
                <a:latin typeface="Courier New" pitchFamily="49"/>
                <a:ea typeface="SimSun" pitchFamily="2" charset="-122"/>
              </a:rPr>
              <a:t>mode_t st_mode; 		/* protection and file type */</a:t>
            </a:r>
            <a:endParaRPr/>
          </a:p>
          <a:p>
            <a:pPr marL="342900" lvl="0" indent="-342900">
              <a:lnSpc>
                <a:spcPct val="90000"/>
              </a:lnSpc>
              <a:spcBef>
                <a:spcPct val="20000"/>
              </a:spcBef>
              <a:buNone/>
            </a:pPr>
            <a:r>
              <a:rPr lang="en-US" sz="1600" b="true" i="false" u="none">
                <a:latin typeface="Courier New" pitchFamily="49"/>
                <a:ea typeface="SimSun" pitchFamily="2" charset="-122"/>
              </a:rPr>
              <a:t>	nlink_t </a:t>
            </a:r>
            <a:r>
              <a:rPr lang="en-US" sz="1600" b="true" i="false" u="none">
                <a:solidFill>
                  <a:srgbClr val="FF0000"/>
                </a:solidFill>
                <a:latin typeface="Courier New" pitchFamily="49"/>
                <a:ea typeface="SimSun" pitchFamily="2" charset="-122"/>
              </a:rPr>
              <a:t>st_nlink</a:t>
            </a:r>
            <a:r>
              <a:rPr lang="en-US" sz="1600" b="true" i="false" u="none">
                <a:latin typeface="Courier New" pitchFamily="49"/>
                <a:ea typeface="SimSun" pitchFamily="2" charset="-122"/>
              </a:rPr>
              <a:t>; 		/* number of hard links */</a:t>
            </a:r>
            <a:endParaRPr/>
          </a:p>
          <a:p>
            <a:pPr marL="342900" lvl="0" indent="-342900">
              <a:lnSpc>
                <a:spcPct val="90000"/>
              </a:lnSpc>
              <a:spcBef>
                <a:spcPct val="20000"/>
              </a:spcBef>
              <a:buNone/>
            </a:pPr>
            <a:r>
              <a:rPr lang="en-US" sz="1600" b="true" i="false" u="none">
                <a:latin typeface="Courier New" pitchFamily="49"/>
                <a:ea typeface="SimSun" pitchFamily="2" charset="-122"/>
              </a:rPr>
              <a:t>	uid_t st_uid; 		/* user ID of owner */</a:t>
            </a:r>
            <a:endParaRPr/>
          </a:p>
          <a:p>
            <a:pPr marL="342900" lvl="0" indent="-342900">
              <a:lnSpc>
                <a:spcPct val="90000"/>
              </a:lnSpc>
              <a:spcBef>
                <a:spcPct val="20000"/>
              </a:spcBef>
              <a:buNone/>
            </a:pPr>
            <a:r>
              <a:rPr lang="en-US" sz="1600" b="true" i="false" u="none">
                <a:latin typeface="Courier New" pitchFamily="49"/>
                <a:ea typeface="SimSun" pitchFamily="2" charset="-122"/>
              </a:rPr>
              <a:t>	gid_t st_gid; 		/* group ID of owner */</a:t>
            </a:r>
            <a:endParaRPr/>
          </a:p>
          <a:p>
            <a:pPr marL="342900" lvl="0" indent="-342900">
              <a:lnSpc>
                <a:spcPct val="90000"/>
              </a:lnSpc>
              <a:spcBef>
                <a:spcPct val="20000"/>
              </a:spcBef>
              <a:buNone/>
            </a:pPr>
            <a:r>
              <a:rPr lang="en-US" sz="1600" b="true" i="false" u="none">
                <a:latin typeface="Courier New" pitchFamily="49"/>
                <a:ea typeface="SimSun" pitchFamily="2" charset="-122"/>
              </a:rPr>
              <a:t>	dev_t st_rdev; 		/* device type (if inode device) */</a:t>
            </a:r>
            <a:endParaRPr/>
          </a:p>
          <a:p>
            <a:pPr marL="342900" lvl="0" indent="-342900">
              <a:lnSpc>
                <a:spcPct val="90000"/>
              </a:lnSpc>
              <a:spcBef>
                <a:spcPct val="20000"/>
              </a:spcBef>
              <a:buNone/>
            </a:pPr>
            <a:r>
              <a:rPr lang="en-US" sz="1600" b="true" i="false" u="none">
                <a:latin typeface="Courier New" pitchFamily="49"/>
                <a:ea typeface="SimSun" pitchFamily="2" charset="-122"/>
              </a:rPr>
              <a:t>	</a:t>
            </a:r>
            <a:r>
              <a:rPr lang="en-US" sz="1600" b="true" i="false" u="none">
                <a:solidFill>
                  <a:schemeClr val="hlink"/>
                </a:solidFill>
                <a:latin typeface="Courier New" pitchFamily="49"/>
                <a:ea typeface="SimSun" pitchFamily="2" charset="-122"/>
              </a:rPr>
              <a:t>off_t st_size; 		/* total size, in bytes */</a:t>
            </a:r>
            <a:endParaRPr/>
          </a:p>
          <a:p>
            <a:pPr marL="342900" lvl="0" indent="-342900">
              <a:lnSpc>
                <a:spcPct val="90000"/>
              </a:lnSpc>
              <a:spcBef>
                <a:spcPct val="20000"/>
              </a:spcBef>
              <a:buNone/>
            </a:pPr>
            <a:r>
              <a:rPr lang="en-US" sz="1600" b="true" i="false" u="none">
                <a:latin typeface="Courier New" pitchFamily="49"/>
                <a:ea typeface="SimSun" pitchFamily="2" charset="-122"/>
              </a:rPr>
              <a:t>	unsigned long </a:t>
            </a:r>
            <a:r>
              <a:rPr lang="en-US" sz="1600" b="true" i="false" u="none">
                <a:solidFill>
                  <a:srgbClr val="FF0000"/>
                </a:solidFill>
                <a:latin typeface="Courier New" pitchFamily="49"/>
                <a:ea typeface="SimSun" pitchFamily="2" charset="-122"/>
              </a:rPr>
              <a:t>st_blksize</a:t>
            </a:r>
            <a:r>
              <a:rPr lang="en-US" sz="1600" b="true" i="false" u="none">
                <a:latin typeface="Courier New" pitchFamily="49"/>
                <a:ea typeface="SimSun" pitchFamily="2" charset="-122"/>
              </a:rPr>
              <a:t>; 	/* blocksize for filesystem I/O */</a:t>
            </a:r>
            <a:endParaRPr/>
          </a:p>
          <a:p>
            <a:pPr marL="342900" lvl="0" indent="-342900">
              <a:lnSpc>
                <a:spcPct val="90000"/>
              </a:lnSpc>
              <a:spcBef>
                <a:spcPct val="20000"/>
              </a:spcBef>
              <a:buNone/>
            </a:pPr>
            <a:r>
              <a:rPr lang="en-US" sz="1600" b="true" i="false" u="none">
                <a:latin typeface="Courier New" pitchFamily="49"/>
                <a:ea typeface="SimSun" pitchFamily="2" charset="-122"/>
              </a:rPr>
              <a:t>	unsigned long </a:t>
            </a:r>
            <a:r>
              <a:rPr lang="en-US" sz="1600" b="true" i="false" u="none">
                <a:solidFill>
                  <a:srgbClr val="FF0000"/>
                </a:solidFill>
                <a:latin typeface="Courier New" pitchFamily="49"/>
                <a:ea typeface="SimSun" pitchFamily="2" charset="-122"/>
              </a:rPr>
              <a:t>st_blocks</a:t>
            </a:r>
            <a:r>
              <a:rPr lang="en-US" sz="1600" b="true" i="false" u="none">
                <a:latin typeface="Courier New" pitchFamily="49"/>
                <a:ea typeface="SimSun" pitchFamily="2" charset="-122"/>
              </a:rPr>
              <a:t>; 	/* number of blocks allocated */</a:t>
            </a:r>
            <a:endParaRPr/>
          </a:p>
          <a:p>
            <a:pPr marL="342900" lvl="0" indent="-342900">
              <a:lnSpc>
                <a:spcPct val="90000"/>
              </a:lnSpc>
              <a:spcBef>
                <a:spcPct val="20000"/>
              </a:spcBef>
              <a:buNone/>
            </a:pPr>
            <a:r>
              <a:rPr lang="en-US" sz="1600" b="true" i="false" u="none">
                <a:latin typeface="Courier New" pitchFamily="49"/>
                <a:ea typeface="SimSun" pitchFamily="2" charset="-122"/>
              </a:rPr>
              <a:t>	time_t st_atime; 		/* time of last access */</a:t>
            </a:r>
            <a:endParaRPr/>
          </a:p>
          <a:p>
            <a:pPr marL="342900" lvl="0" indent="-342900">
              <a:lnSpc>
                <a:spcPct val="90000"/>
              </a:lnSpc>
              <a:spcBef>
                <a:spcPct val="20000"/>
              </a:spcBef>
              <a:buNone/>
            </a:pPr>
            <a:r>
              <a:rPr lang="en-US" sz="1600" b="true" i="false" u="none">
                <a:latin typeface="Courier New" pitchFamily="49"/>
                <a:ea typeface="SimSun" pitchFamily="2" charset="-122"/>
              </a:rPr>
              <a:t>	time_t st_mtime; 		/* time of last modification */</a:t>
            </a:r>
            <a:endParaRPr/>
          </a:p>
          <a:p>
            <a:pPr marL="342900" lvl="0" indent="-342900">
              <a:lnSpc>
                <a:spcPct val="90000"/>
              </a:lnSpc>
              <a:spcBef>
                <a:spcPct val="20000"/>
              </a:spcBef>
              <a:buNone/>
            </a:pPr>
            <a:r>
              <a:rPr lang="en-US" sz="1600" b="true" i="false" u="none">
                <a:latin typeface="Courier New" pitchFamily="49"/>
                <a:ea typeface="SimSun" pitchFamily="2" charset="-122"/>
              </a:rPr>
              <a:t>	time_t st_ctime; 		/* time of last change */</a:t>
            </a:r>
            <a:endParaRPr/>
          </a:p>
          <a:p>
            <a:pPr marL="342900" lvl="0" indent="-342900">
              <a:lnSpc>
                <a:spcPct val="90000"/>
              </a:lnSpc>
              <a:spcBef>
                <a:spcPct val="20000"/>
              </a:spcBef>
              <a:buNone/>
            </a:pPr>
            <a:r>
              <a:rPr lang="en-US" sz="1600" b="true" i="false" u="none">
                <a:latin typeface="Courier New" pitchFamily="49"/>
                <a:ea typeface="SimSun" pitchFamily="2" charset="-122"/>
              </a:rPr>
              <a:t>};</a:t>
            </a:r>
            <a:endParaRPr/>
          </a:p>
        </p:txBody>
      </p:sp>
      <p:sp>
        <p:nvSpPr>
          <p:cNvPr id="800" name="Rectangle 4"/>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读取文件</a:t>
            </a:r>
            <a:r>
              <a:rPr lang="en-US">
                <a:latin typeface="Comic Sans MS"/>
                <a:ea typeface="SimSun"/>
              </a:rPr>
              <a:t>Metadata</a:t>
            </a:r>
            <a:endParaRPr/>
          </a:p>
        </p:txBody>
      </p:sp>
    </p:spTree>
  </p:cSld>
  <p:clrMapOvr>
    <a:masterClrMapping/>
  </p:clrMapOvr>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806" name=""/>
        <p:cNvGrpSpPr/>
        <p:nvPr/>
      </p:nvGrpSpPr>
      <p:grpSpPr>
        <a:xfrm>
          <a:off x="0" y="0"/>
          <a:ext cx="0" cy="0"/>
          <a:chOff x="0" y="0"/>
          <a:chExt cx="0" cy="0"/>
        </a:xfrm>
      </p:grpSpPr>
      <p:sp>
        <p:nvSpPr>
          <p:cNvPr id="807" name="Title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t>inode and vnode</a:t>
            </a:r>
            <a:endParaRPr/>
          </a:p>
        </p:txBody>
      </p:sp>
      <p:pic>
        <p:nvPicPr>
          <p:cNvPr id="808" name="Picture 3"/>
          <p:cNvPicPr>
            <a:picLocks noGrp="true" noChangeAspect="true"/>
          </p:cNvPicPr>
          <p:nvPr/>
        </p:nvPicPr>
        <p:blipFill>
          <a:blip r:embed="rId1"/>
          <a:srcRect/>
          <a:stretch>
            <a:fillRect/>
          </a:stretch>
        </p:blipFill>
        <p:spPr>
          <a:xfrm>
            <a:off x="1676400" y="1447800"/>
            <a:ext cx="5711825" cy="4246562"/>
          </a:xfrm>
          <a:prstGeom prst="rect">
            <a:avLst/>
          </a:prstGeom>
          <a:noFill/>
        </p:spPr>
      </p:pic>
      <p:sp>
        <p:nvSpPr>
          <p:cNvPr id="809" name="Text Box 4"/>
          <p:cNvSpPr txBox="true">
            <a:spLocks noGrp="true" noChangeShapeType="true"/>
          </p:cNvSpPr>
          <p:nvPr/>
        </p:nvSpPr>
        <p:spPr>
          <a:xfrm>
            <a:off x="146050" y="5759450"/>
            <a:ext cx="8851900" cy="582612"/>
          </a:xfrm>
          <a:prstGeom prst="rect">
            <a:avLst/>
          </a:prstGeom>
          <a:noFill/>
        </p:spPr>
        <p:txBody>
          <a:bodyPr lIns="91440" tIns="45720" rIns="91440" bIns="45720" anchor="t">
            <a:spAutoFit/>
          </a:bodyPr>
          <a:lstStyle/>
          <a:p>
            <a:pPr lvl="0"/>
            <a:r>
              <a:rPr lang="en-US"/>
              <a:t>inode</a:t>
            </a:r>
            <a:r>
              <a:rPr lang="zh-CN"/>
              <a:t>由文件系统保存在外存设备上，打开文件时，</a:t>
            </a:r>
            <a:r>
              <a:rPr lang="en-US"/>
              <a:t>inode</a:t>
            </a:r>
            <a:r>
              <a:rPr lang="zh-CN"/>
              <a:t>加载到内存中，构建对应的</a:t>
            </a:r>
            <a:r>
              <a:rPr lang="en-US"/>
              <a:t>vnode</a:t>
            </a:r>
            <a:endParaRPr/>
          </a:p>
          <a:p>
            <a:pPr lvl="0"/>
            <a:r>
              <a:rPr lang="zh-CN"/>
              <a:t>在</a:t>
            </a:r>
            <a:r>
              <a:rPr lang="en-US"/>
              <a:t>Linux</a:t>
            </a:r>
            <a:r>
              <a:rPr lang="zh-CN"/>
              <a:t>系统中，</a:t>
            </a:r>
            <a:r>
              <a:rPr lang="en-US"/>
              <a:t>vnode</a:t>
            </a:r>
            <a:r>
              <a:rPr lang="zh-CN"/>
              <a:t>通常称为</a:t>
            </a:r>
            <a:r>
              <a:rPr lang="en-US"/>
              <a:t>generic inode(</a:t>
            </a:r>
            <a:r>
              <a:rPr lang="zh-CN"/>
              <a:t>定义为</a:t>
            </a:r>
            <a:r>
              <a:rPr lang="en-US"/>
              <a:t>struct inode)</a:t>
            </a:r>
            <a:endParaRPr/>
          </a:p>
        </p:txBody>
      </p:sp>
      <p:sp>
        <p:nvSpPr>
          <p:cNvPr id="81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80.xml><?xml version="1.0" encoding="utf-8"?>
<p:sld xmlns:a="http://schemas.openxmlformats.org/drawingml/2006/main" xmlns:p="http://schemas.openxmlformats.org/presentationml/2006/main">
  <p:cSld>
    <p:spTree>
      <p:nvGrpSpPr>
        <p:cNvPr id="811" name=""/>
        <p:cNvGrpSpPr/>
        <p:nvPr/>
      </p:nvGrpSpPr>
      <p:grpSpPr>
        <a:xfrm>
          <a:off x="0" y="0"/>
          <a:ext cx="0" cy="0"/>
          <a:chOff x="0" y="0"/>
          <a:chExt cx="0" cy="0"/>
        </a:xfrm>
      </p:grpSpPr>
      <p:sp>
        <p:nvSpPr>
          <p:cNvPr id="81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硬链接和软链接</a:t>
            </a:r>
            <a:endParaRPr/>
          </a:p>
        </p:txBody>
      </p:sp>
      <p:sp>
        <p:nvSpPr>
          <p:cNvPr id="813" name="内容占位符 2"/>
          <p:cNvSpPr>
            <a:spLocks noGrp="true" noChangeShapeType="true"/>
          </p:cNvSpPr>
          <p:nvPr>
            <p:ph type="obj"/>
          </p:nvPr>
        </p:nvSpPr>
        <p:spPr>
          <a:xfrm>
            <a:off x="457200" y="1600200"/>
            <a:ext cx="7924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解决文件共享使用问题</a:t>
            </a:r>
            <a:endParaRPr lang="en-US"/>
          </a:p>
          <a:p>
            <a:pPr marL="342900" lvl="0" indent="-342900">
              <a:spcBef>
                <a:spcPct val="20000"/>
              </a:spcBef>
              <a:buSzPct val="100000"/>
              <a:buChar char="•"/>
            </a:pPr>
            <a:r>
              <a:rPr lang="zh-CN">
                <a:ea typeface="SimSun" pitchFamily="2" charset="-122"/>
              </a:rPr>
              <a:t>硬链接 </a:t>
            </a:r>
            <a:r>
              <a:rPr lang="en-US">
                <a:ea typeface="SimSun" pitchFamily="2" charset="-122"/>
              </a:rPr>
              <a:t>(hard link) </a:t>
            </a:r>
            <a:endParaRPr/>
          </a:p>
          <a:p>
            <a:pPr marL="742950" lvl="1" indent="-285750">
              <a:spcBef>
                <a:spcPct val="20000"/>
              </a:spcBef>
              <a:buSzPct val="100000"/>
              <a:buChar char="–"/>
            </a:pPr>
            <a:r>
              <a:rPr lang="zh-CN">
                <a:ea typeface="SimSun" pitchFamily="2" charset="-122"/>
              </a:rPr>
              <a:t>一个 </a:t>
            </a:r>
            <a:r>
              <a:rPr lang="en-US">
                <a:ea typeface="SimSun" pitchFamily="2" charset="-122"/>
              </a:rPr>
              <a:t>inode </a:t>
            </a:r>
            <a:r>
              <a:rPr lang="zh-CN">
                <a:ea typeface="SimSun" pitchFamily="2" charset="-122"/>
              </a:rPr>
              <a:t>号对应多个文件名</a:t>
            </a:r>
            <a:endParaRPr lang="en-US"/>
          </a:p>
          <a:p>
            <a:pPr marL="742950" lvl="1" indent="-285750">
              <a:spcBef>
                <a:spcPct val="20000"/>
              </a:spcBef>
              <a:buSzPct val="100000"/>
              <a:buChar char="–"/>
            </a:pPr>
            <a:r>
              <a:rPr lang="zh-CN">
                <a:ea typeface="SimSun" pitchFamily="2" charset="-122"/>
              </a:rPr>
              <a:t>同一个文件使用了多个别名</a:t>
            </a:r>
            <a:endParaRPr lang="en-US"/>
          </a:p>
          <a:p>
            <a:pPr marL="742950" lvl="1" indent="-285750">
              <a:spcBef>
                <a:spcPct val="20000"/>
              </a:spcBef>
              <a:buSzPct val="100000"/>
              <a:buChar char="–"/>
            </a:pPr>
            <a:r>
              <a:rPr lang="zh-CN">
                <a:ea typeface="SimSun" pitchFamily="2" charset="-122"/>
              </a:rPr>
              <a:t>硬链接可由命令 </a:t>
            </a:r>
            <a:r>
              <a:rPr lang="en-US">
                <a:ea typeface="SimSun" pitchFamily="2" charset="-122"/>
              </a:rPr>
              <a:t>link </a:t>
            </a:r>
            <a:r>
              <a:rPr lang="zh-CN">
                <a:ea typeface="SimSun" pitchFamily="2" charset="-122"/>
              </a:rPr>
              <a:t>或 </a:t>
            </a:r>
            <a:r>
              <a:rPr lang="en-US">
                <a:ea typeface="SimSun" pitchFamily="2" charset="-122"/>
              </a:rPr>
              <a:t>ln </a:t>
            </a:r>
            <a:r>
              <a:rPr lang="zh-CN">
                <a:ea typeface="SimSun" pitchFamily="2" charset="-122"/>
              </a:rPr>
              <a:t>创建</a:t>
            </a:r>
            <a:endParaRPr lang="en-US"/>
          </a:p>
          <a:p>
            <a:pPr marL="742950" lvl="1" indent="-285750">
              <a:spcBef>
                <a:spcPct val="20000"/>
              </a:spcBef>
              <a:buSzPct val="100000"/>
              <a:buChar char="–"/>
            </a:pPr>
            <a:r>
              <a:rPr lang="zh-CN">
                <a:ea typeface="SimSun" pitchFamily="2" charset="-122"/>
              </a:rPr>
              <a:t>文件有相同的 </a:t>
            </a:r>
            <a:r>
              <a:rPr lang="en-US">
                <a:ea typeface="SimSun" pitchFamily="2" charset="-122"/>
              </a:rPr>
              <a:t>inode </a:t>
            </a:r>
            <a:r>
              <a:rPr lang="zh-CN">
                <a:ea typeface="SimSun" pitchFamily="2" charset="-122"/>
              </a:rPr>
              <a:t>及 </a:t>
            </a:r>
            <a:r>
              <a:rPr lang="en-US">
                <a:ea typeface="SimSun" pitchFamily="2" charset="-122"/>
              </a:rPr>
              <a:t>data block</a:t>
            </a:r>
            <a:r>
              <a:rPr lang="zh-CN">
                <a:ea typeface="SimSun" pitchFamily="2" charset="-122"/>
              </a:rPr>
              <a:t>；</a:t>
            </a:r>
            <a:endParaRPr/>
          </a:p>
          <a:p>
            <a:pPr marL="742950" lvl="1" indent="-285750">
              <a:spcBef>
                <a:spcPct val="20000"/>
              </a:spcBef>
              <a:buSzPct val="100000"/>
              <a:buChar char="–"/>
            </a:pPr>
            <a:r>
              <a:rPr lang="zh-CN">
                <a:ea typeface="SimSun" pitchFamily="2" charset="-122"/>
              </a:rPr>
              <a:t>只能对已存在的文件进行创建；</a:t>
            </a:r>
            <a:endParaRPr/>
          </a:p>
          <a:p>
            <a:pPr marL="742950" lvl="1" indent="-285750">
              <a:spcBef>
                <a:spcPct val="20000"/>
              </a:spcBef>
              <a:buSzPct val="100000"/>
              <a:buChar char="–"/>
            </a:pPr>
            <a:r>
              <a:rPr lang="zh-CN">
                <a:ea typeface="SimSun" pitchFamily="2" charset="-122"/>
              </a:rPr>
              <a:t>不能交叉文件系统进行硬链接的创建；</a:t>
            </a:r>
            <a:endParaRPr/>
          </a:p>
          <a:p>
            <a:pPr marL="742950" lvl="1" indent="-285750">
              <a:spcBef>
                <a:spcPct val="20000"/>
              </a:spcBef>
              <a:buSzPct val="100000"/>
              <a:buChar char="–"/>
            </a:pPr>
            <a:r>
              <a:rPr lang="zh-CN">
                <a:ea typeface="SimSun" pitchFamily="2" charset="-122"/>
              </a:rPr>
              <a:t>不能对目录进行创建，只可对文件创建；</a:t>
            </a:r>
            <a:endParaRPr/>
          </a:p>
          <a:p>
            <a:pPr marL="742950" lvl="1" indent="-285750">
              <a:spcBef>
                <a:spcPct val="20000"/>
              </a:spcBef>
              <a:buSzPct val="100000"/>
              <a:buChar char="–"/>
            </a:pPr>
            <a:r>
              <a:rPr lang="zh-CN">
                <a:ea typeface="SimSun" pitchFamily="2" charset="-122"/>
              </a:rPr>
              <a:t>删除一个硬链接文件并不影响其他有相同 </a:t>
            </a:r>
            <a:r>
              <a:rPr lang="en-US">
                <a:ea typeface="SimSun" pitchFamily="2" charset="-122"/>
              </a:rPr>
              <a:t>inode </a:t>
            </a:r>
            <a:r>
              <a:rPr lang="zh-CN">
                <a:ea typeface="SimSun" pitchFamily="2" charset="-122"/>
              </a:rPr>
              <a:t>号的文件</a:t>
            </a:r>
            <a:endParaRPr/>
          </a:p>
        </p:txBody>
      </p:sp>
      <p:sp>
        <p:nvSpPr>
          <p:cNvPr id="81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815" name=""/>
        <p:cNvGrpSpPr/>
        <p:nvPr/>
      </p:nvGrpSpPr>
      <p:grpSpPr>
        <a:xfrm>
          <a:off x="0" y="0"/>
          <a:ext cx="0" cy="0"/>
          <a:chOff x="0" y="0"/>
          <a:chExt cx="0" cy="0"/>
        </a:xfrm>
      </p:grpSpPr>
      <p:sp>
        <p:nvSpPr>
          <p:cNvPr id="81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硬链接和软链接</a:t>
            </a:r>
            <a:endParaRPr/>
          </a:p>
        </p:txBody>
      </p:sp>
      <p:sp>
        <p:nvSpPr>
          <p:cNvPr id="81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软链接</a:t>
            </a:r>
            <a:endParaRPr lang="en-US"/>
          </a:p>
          <a:p>
            <a:pPr marL="742950" lvl="1" indent="-285750">
              <a:spcBef>
                <a:spcPct val="20000"/>
              </a:spcBef>
              <a:buSzPct val="100000"/>
              <a:buChar char="–"/>
            </a:pPr>
            <a:r>
              <a:rPr lang="zh-CN">
                <a:ea typeface="SimSun" pitchFamily="2" charset="-122"/>
              </a:rPr>
              <a:t>又称符号链接，即 </a:t>
            </a:r>
            <a:r>
              <a:rPr lang="en-US">
                <a:ea typeface="SimSun" pitchFamily="2" charset="-122"/>
              </a:rPr>
              <a:t>soft link </a:t>
            </a:r>
            <a:r>
              <a:rPr lang="zh-CN">
                <a:ea typeface="SimSun" pitchFamily="2" charset="-122"/>
              </a:rPr>
              <a:t>或 </a:t>
            </a:r>
            <a:r>
              <a:rPr lang="en-US">
                <a:ea typeface="SimSun" pitchFamily="2" charset="-122"/>
              </a:rPr>
              <a:t>symbolic link</a:t>
            </a:r>
            <a:endParaRPr/>
          </a:p>
          <a:p>
            <a:pPr marL="742950" lvl="1" indent="-285750">
              <a:spcBef>
                <a:spcPct val="20000"/>
              </a:spcBef>
              <a:buSzPct val="100000"/>
              <a:buChar char="–"/>
            </a:pPr>
            <a:r>
              <a:rPr lang="zh-CN">
                <a:ea typeface="SimSun" pitchFamily="2" charset="-122"/>
              </a:rPr>
              <a:t>文件用户数据块中存放的内容是另一文件的路径名的指向，则该文件就是软连接</a:t>
            </a:r>
            <a:endParaRPr lang="en-US"/>
          </a:p>
          <a:p>
            <a:pPr marL="742950" lvl="1" indent="-285750">
              <a:spcBef>
                <a:spcPct val="20000"/>
              </a:spcBef>
              <a:buSzPct val="100000"/>
              <a:buChar char="–"/>
            </a:pPr>
            <a:r>
              <a:rPr lang="zh-CN">
                <a:ea typeface="SimSun" pitchFamily="2" charset="-122"/>
              </a:rPr>
              <a:t>软链接就是一个普通文件，只是数据块内容有点特殊。软链接有着自己的 </a:t>
            </a:r>
            <a:r>
              <a:rPr lang="en-US">
                <a:ea typeface="SimSun" pitchFamily="2" charset="-122"/>
              </a:rPr>
              <a:t>inode </a:t>
            </a:r>
            <a:r>
              <a:rPr lang="zh-CN">
                <a:ea typeface="SimSun" pitchFamily="2" charset="-122"/>
              </a:rPr>
              <a:t>号以及用户数据块</a:t>
            </a:r>
            <a:endParaRPr/>
          </a:p>
          <a:p>
            <a:pPr marL="342900" lvl="0" indent="-342900">
              <a:spcBef>
                <a:spcPct val="20000"/>
              </a:spcBef>
              <a:buSzPct val="100000"/>
              <a:buChar char="•"/>
            </a:pPr>
            <a:endParaRPr/>
          </a:p>
        </p:txBody>
      </p:sp>
      <p:sp>
        <p:nvSpPr>
          <p:cNvPr id="81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819" name="图片 4"/>
          <p:cNvPicPr>
            <a:picLocks noGrp="true" noChangeAspect="true"/>
          </p:cNvPicPr>
          <p:nvPr/>
        </p:nvPicPr>
        <p:blipFill>
          <a:blip r:embed="rId1"/>
          <a:srcRect/>
          <a:stretch>
            <a:fillRect/>
          </a:stretch>
        </p:blipFill>
        <p:spPr>
          <a:xfrm>
            <a:off x="2743200" y="4114800"/>
            <a:ext cx="3556000" cy="2667000"/>
          </a:xfrm>
          <a:prstGeom prst="rect">
            <a:avLst/>
          </a:prstGeom>
          <a:noFill/>
        </p:spPr>
      </p:pic>
    </p:spTree>
  </p:cSld>
  <p:clrMapOvr>
    <a:masterClrMapping/>
  </p:clrMapOvr>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820" name=""/>
        <p:cNvGrpSpPr/>
        <p:nvPr/>
      </p:nvGrpSpPr>
      <p:grpSpPr>
        <a:xfrm>
          <a:off x="0" y="0"/>
          <a:ext cx="0" cy="0"/>
          <a:chOff x="0" y="0"/>
          <a:chExt cx="0" cy="0"/>
        </a:xfrm>
      </p:grpSpPr>
      <p:sp>
        <p:nvSpPr>
          <p:cNvPr id="82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硬链接和软链接</a:t>
            </a:r>
            <a:endParaRPr/>
          </a:p>
        </p:txBody>
      </p:sp>
      <p:pic>
        <p:nvPicPr>
          <p:cNvPr id="822" name="内容占位符 4"/>
          <p:cNvPicPr>
            <a:picLocks noGrp="true" noChangeAspect="true"/>
          </p:cNvPicPr>
          <p:nvPr>
            <p:ph type="obj"/>
          </p:nvPr>
        </p:nvPicPr>
        <p:blipFill>
          <a:blip r:embed="rId1"/>
          <a:srcRect/>
          <a:stretch>
            <a:fillRect/>
          </a:stretch>
        </p:blipFill>
        <p:spPr>
          <a:xfrm>
            <a:off x="492125" y="1955800"/>
            <a:ext cx="7137400" cy="1600200"/>
          </a:xfrm>
          <a:prstGeom prst="rect">
            <a:avLst/>
          </a:prstGeom>
          <a:noFill/>
        </p:spPr>
      </p:pic>
      <p:sp>
        <p:nvSpPr>
          <p:cNvPr id="82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824" name="图片 5"/>
          <p:cNvPicPr>
            <a:picLocks noGrp="true" noChangeAspect="true"/>
          </p:cNvPicPr>
          <p:nvPr/>
        </p:nvPicPr>
        <p:blipFill>
          <a:blip r:embed="rId2"/>
          <a:srcRect/>
          <a:stretch>
            <a:fillRect/>
          </a:stretch>
        </p:blipFill>
        <p:spPr>
          <a:xfrm>
            <a:off x="457200" y="4140200"/>
            <a:ext cx="7924800" cy="1841500"/>
          </a:xfrm>
          <a:prstGeom prst="rect">
            <a:avLst/>
          </a:prstGeom>
          <a:noFill/>
        </p:spPr>
      </p:pic>
    </p:spTree>
  </p:cSld>
  <p:clrMapOvr>
    <a:masterClrMapping/>
  </p:clrMapOvr>
  <p:transition/>
</p:sld>
</file>

<file path=ppt/slides/slide83.xml><?xml version="1.0" encoding="utf-8"?>
<p:sld xmlns:a="http://schemas.openxmlformats.org/drawingml/2006/main" xmlns:p="http://schemas.openxmlformats.org/presentationml/2006/main">
  <p:cSld>
    <p:spTree>
      <p:nvGrpSpPr>
        <p:cNvPr id="825" name=""/>
        <p:cNvGrpSpPr/>
        <p:nvPr/>
      </p:nvGrpSpPr>
      <p:grpSpPr>
        <a:xfrm>
          <a:off x="0" y="0"/>
          <a:ext cx="0" cy="0"/>
          <a:chOff x="0" y="0"/>
          <a:chExt cx="0" cy="0"/>
        </a:xfrm>
      </p:grpSpPr>
      <p:sp>
        <p:nvSpPr>
          <p:cNvPr id="82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27" name="Rectangle 2"/>
          <p:cNvSpPr>
            <a:spLocks noGrp="true" noChangeShapeType="true"/>
          </p:cNvSpPr>
          <p:nvPr>
            <p:ph type="obj"/>
          </p:nvPr>
        </p:nvSpPr>
        <p:spPr>
          <a:xfrm>
            <a:off x="304800" y="127000"/>
            <a:ext cx="8534400" cy="63500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spcBef>
                <a:spcPct val="20000"/>
              </a:spcBef>
              <a:buNone/>
            </a:pPr>
            <a:r>
              <a:rPr lang="en-US" sz="1600" b="true" i="false" u="none">
                <a:latin typeface="Courier New"/>
                <a:ea typeface="SimSun"/>
              </a:rPr>
              <a:t>int main(int argc, char **argv)</a:t>
            </a:r>
            <a:endParaRPr/>
          </a:p>
          <a:p>
            <a:pPr marL="0" lvl="0" indent="0">
              <a:spcBef>
                <a:spcPct val="20000"/>
              </a:spcBef>
              <a:buNone/>
            </a:pPr>
            <a:r>
              <a:rPr lang="en-US" sz="1600" b="true" i="false" u="none">
                <a:latin typeface="Courier New"/>
                <a:ea typeface="SimSun"/>
              </a:rPr>
              <a:t>{</a:t>
            </a:r>
            <a:endParaRPr/>
          </a:p>
          <a:p>
            <a:pPr marL="0" lvl="0" indent="0">
              <a:spcBef>
                <a:spcPct val="20000"/>
              </a:spcBef>
              <a:buNone/>
            </a:pPr>
            <a:r>
              <a:rPr lang="en-US" sz="1600" b="true" i="false" u="none">
                <a:latin typeface="Courier New"/>
                <a:ea typeface="SimSun"/>
              </a:rPr>
              <a:t>    struct stat stat ;</a:t>
            </a:r>
            <a:endParaRPr/>
          </a:p>
          <a:p>
            <a:pPr marL="0" lvl="0" indent="0">
              <a:spcBef>
                <a:spcPct val="20000"/>
              </a:spcBef>
              <a:buNone/>
            </a:pPr>
            <a:r>
              <a:rPr lang="en-US" sz="1600" b="true" i="false" u="none">
                <a:latin typeface="Courier New"/>
                <a:ea typeface="SimSun"/>
              </a:rPr>
              <a:t>    char *type, *readok ;</a:t>
            </a:r>
            <a:endParaRPr/>
          </a:p>
          <a:p>
            <a:pPr marL="0" lvl="0" indent="0">
              <a:spcBef>
                <a:spcPct val="20000"/>
              </a:spcBef>
              <a:buNone/>
            </a:pPr>
            <a:r>
              <a:rPr lang="en-US" sz="1600" b="true" i="false" u="none">
                <a:latin typeface="Courier New"/>
                <a:ea typeface="SimSun"/>
              </a:rPr>
              <a:t>    </a:t>
            </a:r>
            <a:r>
              <a:rPr lang="en-US" sz="1600" b="true" i="false" u="none">
                <a:solidFill>
                  <a:srgbClr val="FF0000">
                    <a:alpha val="100000"/>
                  </a:srgbClr>
                </a:solidFill>
                <a:latin typeface="Courier New"/>
                <a:ea typeface="SimSun"/>
              </a:rPr>
              <a:t>Stat</a:t>
            </a:r>
            <a:r>
              <a:rPr lang="en-US" sz="1600" b="true" i="false" u="none">
                <a:latin typeface="Courier New"/>
                <a:ea typeface="SimSun"/>
              </a:rPr>
              <a:t>(argv[1], &amp;stat) ;</a:t>
            </a:r>
            <a:endParaRPr/>
          </a:p>
          <a:p>
            <a:pPr marL="0" lvl="0" indent="0">
              <a:spcBef>
                <a:spcPct val="20000"/>
              </a:spcBef>
              <a:buNone/>
            </a:pPr>
            <a:r>
              <a:rPr lang="en-US" sz="1600" b="true" i="false" u="none">
                <a:latin typeface="Courier New"/>
                <a:ea typeface="SimSun"/>
              </a:rPr>
              <a:t>    if (</a:t>
            </a:r>
            <a:r>
              <a:rPr lang="en-US" sz="1600" b="true" i="false" u="none">
                <a:solidFill>
                  <a:srgbClr val="FF0000">
                    <a:alpha val="100000"/>
                  </a:srgbClr>
                </a:solidFill>
                <a:latin typeface="Courier New"/>
                <a:ea typeface="SimSun"/>
              </a:rPr>
              <a:t>S_ISREG</a:t>
            </a:r>
            <a:r>
              <a:rPr lang="en-US" sz="1600" b="true" i="false" u="none">
                <a:latin typeface="Courier New"/>
                <a:ea typeface="SimSun"/>
              </a:rPr>
              <a:t>(stat.st_mode)) </a:t>
            </a:r>
            <a:r>
              <a:rPr lang="en-US" sz="1600" b="true" i="false" u="none">
                <a:solidFill>
                  <a:srgbClr val="00B050">
                    <a:alpha val="100000"/>
                  </a:srgbClr>
                </a:solidFill>
                <a:latin typeface="Courier New"/>
                <a:ea typeface="SimSun"/>
              </a:rPr>
              <a:t>/* Determine file type */</a:t>
            </a:r>
            <a:endParaRPr/>
          </a:p>
          <a:p>
            <a:pPr marL="0" lvl="0" indent="0">
              <a:spcBef>
                <a:spcPct val="20000"/>
              </a:spcBef>
              <a:buNone/>
            </a:pPr>
            <a:r>
              <a:rPr lang="en-US" sz="1600" b="true" i="false" u="none">
                <a:latin typeface="Courier New"/>
                <a:ea typeface="SimSun"/>
              </a:rPr>
              <a:t>        type = </a:t>
            </a:r>
            <a:r>
              <a:rPr lang="en-US" sz="1600" b="true" i="false" u="none">
                <a:latin typeface="Courier New"/>
                <a:ea typeface="SimSun"/>
              </a:rPr>
              <a:t>“</a:t>
            </a:r>
            <a:r>
              <a:rPr lang="en-US" sz="1600" b="true" i="false" u="none">
                <a:latin typeface="Courier New"/>
                <a:ea typeface="SimSun"/>
              </a:rPr>
              <a:t>regular</a:t>
            </a:r>
            <a:r>
              <a:rPr lang="en-US" sz="1600" b="true" i="false" u="none">
                <a:latin typeface="Courier New"/>
                <a:ea typeface="SimSun"/>
              </a:rPr>
              <a:t>”</a:t>
            </a:r>
            <a:r>
              <a:rPr lang="en-US" sz="1600" b="true" i="false" u="none">
                <a:latin typeface="Courier New"/>
                <a:ea typeface="SimSun"/>
              </a:rPr>
              <a:t> ;</a:t>
            </a:r>
            <a:endParaRPr/>
          </a:p>
          <a:p>
            <a:pPr marL="0" lvl="0" indent="0">
              <a:spcBef>
                <a:spcPct val="20000"/>
              </a:spcBef>
              <a:buNone/>
            </a:pPr>
            <a:r>
              <a:rPr lang="en-US" sz="1600" b="true" i="false" u="none">
                <a:latin typeface="Courier New"/>
                <a:ea typeface="SimSun"/>
              </a:rPr>
              <a:t>    else if (</a:t>
            </a:r>
            <a:r>
              <a:rPr lang="en-US" sz="1600" b="true" i="false" u="none">
                <a:solidFill>
                  <a:srgbClr val="FF0000">
                    <a:alpha val="100000"/>
                  </a:srgbClr>
                </a:solidFill>
                <a:latin typeface="Courier New"/>
                <a:ea typeface="SimSun"/>
              </a:rPr>
              <a:t>S_ISDIR</a:t>
            </a:r>
            <a:r>
              <a:rPr lang="en-US" sz="1600" b="true" i="false" u="none">
                <a:latin typeface="Courier New"/>
                <a:ea typeface="SimSun"/>
              </a:rPr>
              <a:t>(stat.st_mode)) </a:t>
            </a:r>
            <a:endParaRPr/>
          </a:p>
          <a:p>
            <a:pPr marL="0" lvl="0" indent="0">
              <a:spcBef>
                <a:spcPct val="20000"/>
              </a:spcBef>
              <a:buNone/>
            </a:pPr>
            <a:r>
              <a:rPr lang="en-US" sz="1600" b="true" i="false" u="none">
                <a:latin typeface="Courier New"/>
                <a:ea typeface="SimSun"/>
              </a:rPr>
              <a:t>        type = </a:t>
            </a:r>
            <a:r>
              <a:rPr lang="en-US" sz="1600" b="true" i="false" u="none">
                <a:latin typeface="Courier New"/>
                <a:ea typeface="SimSun"/>
              </a:rPr>
              <a:t>“</a:t>
            </a:r>
            <a:r>
              <a:rPr lang="en-US" sz="1600" b="true" i="false" u="none">
                <a:latin typeface="Courier New"/>
                <a:ea typeface="SimSun"/>
              </a:rPr>
              <a:t>directory</a:t>
            </a:r>
            <a:r>
              <a:rPr lang="en-US" sz="1600" b="true" i="false" u="none">
                <a:latin typeface="Courier New"/>
                <a:ea typeface="SimSun"/>
              </a:rPr>
              <a:t>”</a:t>
            </a:r>
            <a:r>
              <a:rPr lang="en-US" sz="1600" b="true" i="false" u="none">
                <a:latin typeface="Courier New"/>
                <a:ea typeface="SimSun"/>
              </a:rPr>
              <a:t> ;</a:t>
            </a:r>
            <a:endParaRPr/>
          </a:p>
          <a:p>
            <a:pPr marL="0" lvl="0" indent="0">
              <a:spcBef>
                <a:spcPct val="20000"/>
              </a:spcBef>
              <a:buNone/>
            </a:pPr>
            <a:r>
              <a:rPr lang="en-US" sz="1600" b="true" i="false" u="none">
                <a:latin typeface="Courier New"/>
                <a:ea typeface="SimSun"/>
              </a:rPr>
              <a:t>    else</a:t>
            </a:r>
            <a:endParaRPr/>
          </a:p>
          <a:p>
            <a:pPr marL="0" lvl="0" indent="0">
              <a:spcBef>
                <a:spcPct val="20000"/>
              </a:spcBef>
              <a:buNone/>
            </a:pPr>
            <a:r>
              <a:rPr lang="en-US" sz="1600" b="true" i="false" u="none">
                <a:latin typeface="Courier New"/>
                <a:ea typeface="SimSun"/>
              </a:rPr>
              <a:t>        type = </a:t>
            </a:r>
            <a:r>
              <a:rPr lang="en-US" sz="1600" b="true" i="false" u="none">
                <a:latin typeface="Courier New"/>
                <a:ea typeface="SimSun"/>
              </a:rPr>
              <a:t>“</a:t>
            </a:r>
            <a:r>
              <a:rPr lang="en-US" sz="1600" b="true" i="false" u="none">
                <a:latin typeface="Courier New"/>
                <a:ea typeface="SimSun"/>
              </a:rPr>
              <a:t>other</a:t>
            </a:r>
            <a:r>
              <a:rPr lang="en-US" sz="1600" b="true" i="false" u="none">
                <a:latin typeface="Courier New"/>
                <a:ea typeface="SimSun"/>
              </a:rPr>
              <a:t>”</a:t>
            </a:r>
            <a:r>
              <a:rPr lang="en-US" sz="1600" b="true" i="false" u="none">
                <a:latin typeface="Courier New"/>
                <a:ea typeface="SimSun"/>
              </a:rPr>
              <a:t> ;</a:t>
            </a:r>
            <a:endParaRPr/>
          </a:p>
          <a:p>
            <a:pPr marL="0" lvl="0" indent="0">
              <a:spcBef>
                <a:spcPct val="20000"/>
              </a:spcBef>
              <a:buNone/>
            </a:pPr>
            <a:endParaRPr sz="2600"/>
          </a:p>
          <a:p>
            <a:pPr marL="0" lvl="0" indent="0">
              <a:spcBef>
                <a:spcPct val="20000"/>
              </a:spcBef>
              <a:buNone/>
            </a:pPr>
            <a:r>
              <a:rPr lang="en-US" sz="1600" b="true" i="false" u="none">
                <a:latin typeface="Courier New"/>
                <a:ea typeface="SimSun"/>
              </a:rPr>
              <a:t>    if ((stat.mode &amp; S_IRUSR)) </a:t>
            </a:r>
            <a:r>
              <a:rPr lang="en-US" sz="1600" b="true" i="false" u="none">
                <a:solidFill>
                  <a:srgbClr val="00B050">
                    <a:alpha val="100000"/>
                  </a:srgbClr>
                </a:solidFill>
                <a:latin typeface="Courier New"/>
                <a:ea typeface="SimSun"/>
              </a:rPr>
              <a:t>/* check read access */</a:t>
            </a:r>
            <a:endParaRPr/>
          </a:p>
          <a:p>
            <a:pPr marL="0" lvl="0" indent="0">
              <a:spcBef>
                <a:spcPct val="20000"/>
              </a:spcBef>
              <a:buNone/>
            </a:pPr>
            <a:r>
              <a:rPr lang="en-US" sz="1600" b="true" i="false" u="none">
                <a:latin typeface="Courier New"/>
                <a:ea typeface="SimSun"/>
              </a:rPr>
              <a:t>        readok = </a:t>
            </a:r>
            <a:r>
              <a:rPr lang="en-US" sz="1600" b="true" i="false" u="none">
                <a:latin typeface="Courier New"/>
                <a:ea typeface="SimSun"/>
              </a:rPr>
              <a:t>“</a:t>
            </a:r>
            <a:r>
              <a:rPr lang="en-US" sz="1600" b="true" i="false" u="none">
                <a:latin typeface="Courier New"/>
                <a:ea typeface="SimSun"/>
              </a:rPr>
              <a:t>yes</a:t>
            </a:r>
            <a:r>
              <a:rPr lang="en-US" sz="1600" b="true" i="false" u="none">
                <a:latin typeface="Courier New"/>
                <a:ea typeface="SimSun"/>
              </a:rPr>
              <a:t>”</a:t>
            </a:r>
            <a:r>
              <a:rPr lang="en-US" sz="1600" b="true" i="false" u="none">
                <a:latin typeface="Courier New"/>
                <a:ea typeface="SimSun"/>
              </a:rPr>
              <a:t>;</a:t>
            </a:r>
            <a:endParaRPr/>
          </a:p>
          <a:p>
            <a:pPr marL="0" lvl="0" indent="0">
              <a:spcBef>
                <a:spcPct val="20000"/>
              </a:spcBef>
              <a:buNone/>
            </a:pPr>
            <a:r>
              <a:rPr lang="en-US" sz="1600" b="true" i="false" u="none">
                <a:latin typeface="Courier New"/>
                <a:ea typeface="SimSun"/>
              </a:rPr>
              <a:t>    else </a:t>
            </a:r>
            <a:endParaRPr/>
          </a:p>
          <a:p>
            <a:pPr marL="0" lvl="0" indent="0">
              <a:spcBef>
                <a:spcPct val="20000"/>
              </a:spcBef>
              <a:buNone/>
            </a:pPr>
            <a:r>
              <a:rPr lang="en-US" sz="1600" b="true" i="false" u="none">
                <a:latin typeface="Courier New"/>
                <a:ea typeface="SimSun"/>
              </a:rPr>
              <a:t>        readok = </a:t>
            </a:r>
            <a:r>
              <a:rPr lang="en-US" sz="1600" b="true" i="false" u="none">
                <a:latin typeface="Courier New"/>
                <a:ea typeface="SimSun"/>
              </a:rPr>
              <a:t>“</a:t>
            </a:r>
            <a:r>
              <a:rPr lang="en-US" sz="1600" b="true" i="false" u="none">
                <a:latin typeface="Courier New"/>
                <a:ea typeface="SimSun"/>
              </a:rPr>
              <a:t>no</a:t>
            </a:r>
            <a:r>
              <a:rPr lang="en-US" sz="1600" b="true" i="false" u="none">
                <a:latin typeface="Courier New"/>
                <a:ea typeface="SimSun"/>
              </a:rPr>
              <a:t>”</a:t>
            </a:r>
            <a:r>
              <a:rPr lang="en-US" sz="1600" b="true" i="false" u="none">
                <a:latin typeface="Courier New"/>
                <a:ea typeface="SimSun"/>
              </a:rPr>
              <a:t>;</a:t>
            </a:r>
            <a:endParaRPr/>
          </a:p>
          <a:p>
            <a:pPr marL="0" lvl="0" indent="0">
              <a:spcBef>
                <a:spcPct val="20000"/>
              </a:spcBef>
              <a:buNone/>
            </a:pPr>
            <a:endParaRPr sz="2600"/>
          </a:p>
          <a:p>
            <a:pPr marL="0" lvl="0" indent="0">
              <a:spcBef>
                <a:spcPct val="20000"/>
              </a:spcBef>
              <a:buNone/>
            </a:pPr>
            <a:r>
              <a:rPr lang="en-US" sz="1600" b="true" i="false" u="none">
                <a:latin typeface="Courier New"/>
                <a:ea typeface="SimSun"/>
              </a:rPr>
              <a:t>    printf(</a:t>
            </a:r>
            <a:r>
              <a:rPr lang="en-US" sz="1600" b="true" i="false" u="none">
                <a:latin typeface="Courier New"/>
                <a:ea typeface="SimSun"/>
              </a:rPr>
              <a:t>“</a:t>
            </a:r>
            <a:r>
              <a:rPr lang="en-US" sz="1600" b="true" i="false" u="none">
                <a:latin typeface="Courier New"/>
                <a:ea typeface="SimSun"/>
              </a:rPr>
              <a:t>type: %s, read: %s\n</a:t>
            </a:r>
            <a:r>
              <a:rPr lang="en-US" sz="1600" b="true" i="false" u="none">
                <a:latin typeface="Courier New"/>
                <a:ea typeface="SimSun"/>
              </a:rPr>
              <a:t>”</a:t>
            </a:r>
            <a:r>
              <a:rPr lang="en-US" sz="1600" b="true" i="false" u="none">
                <a:latin typeface="Courier New"/>
                <a:ea typeface="SimSun"/>
              </a:rPr>
              <a:t>, type, readok) ;</a:t>
            </a:r>
            <a:endParaRPr/>
          </a:p>
          <a:p>
            <a:pPr marL="0" lvl="0" indent="0">
              <a:spcBef>
                <a:spcPct val="20000"/>
              </a:spcBef>
              <a:buNone/>
            </a:pPr>
            <a:r>
              <a:rPr lang="en-US" sz="1600" b="true" i="false" u="none">
                <a:latin typeface="Courier New"/>
                <a:ea typeface="SimSun"/>
              </a:rPr>
              <a:t>    exit(0) ;</a:t>
            </a:r>
            <a:endParaRPr/>
          </a:p>
          <a:p>
            <a:pPr marL="0" lvl="0" indent="0">
              <a:spcBef>
                <a:spcPct val="20000"/>
              </a:spcBef>
              <a:buNone/>
            </a:pPr>
            <a:r>
              <a:rPr lang="en-US" sz="1600" b="true" i="false" u="none">
                <a:latin typeface="Courier New"/>
                <a:ea typeface="SimSun"/>
              </a:rPr>
              <a:t> }</a:t>
            </a:r>
            <a:endParaRPr/>
          </a:p>
          <a:p>
            <a:pPr marL="0" lvl="0" indent="0">
              <a:spcBef>
                <a:spcPct val="20000"/>
              </a:spcBef>
              <a:buNone/>
            </a:pPr>
            <a:r>
              <a:rPr lang="en-US" sz="1600" b="true" i="false" u="none">
                <a:latin typeface="Courier New"/>
                <a:ea typeface="SimSun"/>
              </a:rPr>
              <a:t>	</a:t>
            </a:r>
            <a:endParaRPr/>
          </a:p>
        </p:txBody>
      </p:sp>
      <p:sp>
        <p:nvSpPr>
          <p:cNvPr id="828" name="Rectangle 2"/>
          <p:cNvSpPr>
            <a:spLocks noGrp="true" noChangeShapeType="true"/>
          </p:cNvSpPr>
          <p:nvPr/>
        </p:nvSpPr>
        <p:spPr>
          <a:xfrm rot="0" flipH="false" flipV="false">
            <a:off x="3455505" y="4512109"/>
            <a:ext cx="5294243" cy="698500"/>
          </a:xfrm>
          <a:prstGeom prst="rect">
            <a:avLst/>
          </a:prstGeom>
          <a:solidFill>
            <a:srgbClr val="FFFFCC"/>
          </a:solidFill>
          <a:ln w="9524">
            <a:solidFill>
              <a:schemeClr val="dk1"/>
            </a:solidFill>
            <a:round/>
            <a:headEnd/>
            <a:tailEnd/>
          </a:ln>
        </p:spPr>
        <p:txBody>
          <a:bodyPr lIns="91440" tIns="45720" rIns="91440" bIns="45720" anchor="t">
            <a:spAutoFit/>
          </a:bodyPr>
          <a:lstStyle/>
          <a:p>
            <a:pPr marL="609600" lvl="0" indent="-609600">
              <a:spcBef>
                <a:spcPct val="20000"/>
              </a:spcBef>
              <a:buNone/>
            </a:pPr>
            <a:r>
              <a:rPr lang="en-US" sz="1800">
                <a:solidFill>
                  <a:srgbClr val="000000">
                    <a:alpha val="100000"/>
                  </a:srgbClr>
                </a:solidFill>
                <a:latin typeface="Courier New"/>
                <a:ea typeface="SimSun"/>
              </a:rPr>
              <a:t>S_ISREG()</a:t>
            </a:r>
            <a:r>
              <a:rPr lang="zh-CN" sz="1800">
                <a:solidFill>
                  <a:srgbClr val="000000">
                    <a:alpha val="100000"/>
                  </a:srgbClr>
                </a:solidFill>
                <a:latin typeface="Courier New"/>
                <a:ea typeface="SimSun"/>
              </a:rPr>
              <a:t>：</a:t>
            </a:r>
            <a:r>
              <a:rPr lang="en-US" sz="1800">
                <a:solidFill>
                  <a:srgbClr val="000000">
                    <a:alpha val="100000"/>
                  </a:srgbClr>
                </a:solidFill>
                <a:latin typeface="Courier New"/>
                <a:ea typeface="SimSun"/>
              </a:rPr>
              <a:t>Is this a regular file? </a:t>
            </a:r>
            <a:endParaRPr/>
          </a:p>
          <a:p>
            <a:pPr marL="609600" lvl="0" indent="-609600">
              <a:spcBef>
                <a:spcPct val="20000"/>
              </a:spcBef>
              <a:buNone/>
            </a:pPr>
            <a:r>
              <a:rPr lang="en-US" sz="1800">
                <a:solidFill>
                  <a:srgbClr val="000000">
                    <a:alpha val="100000"/>
                  </a:srgbClr>
                </a:solidFill>
                <a:latin typeface="Courier New"/>
                <a:ea typeface="SimSun"/>
              </a:rPr>
              <a:t>S_ISDIR()</a:t>
            </a:r>
            <a:r>
              <a:rPr lang="zh-CN" sz="1800">
                <a:solidFill>
                  <a:srgbClr val="000000">
                    <a:alpha val="100000"/>
                  </a:srgbClr>
                </a:solidFill>
                <a:latin typeface="Courier New"/>
                <a:ea typeface="SimSun"/>
              </a:rPr>
              <a:t>：</a:t>
            </a:r>
            <a:r>
              <a:rPr lang="en-US" sz="1800">
                <a:solidFill>
                  <a:srgbClr val="000000">
                    <a:alpha val="100000"/>
                  </a:srgbClr>
                </a:solidFill>
                <a:latin typeface="Courier New"/>
                <a:ea typeface="SimSun"/>
              </a:rPr>
              <a:t>Is this a directory file?</a:t>
            </a:r>
            <a:endParaRPr/>
          </a:p>
        </p:txBody>
      </p:sp>
    </p:spTree>
  </p:cSld>
  <p:clrMapOvr>
    <a:masterClrMapping/>
  </p:clrMapOvr>
  <p:transition/>
</p:sld>
</file>

<file path=ppt/slides/slide84.xml><?xml version="1.0" encoding="utf-8"?>
<p:sld xmlns:a="http://schemas.openxmlformats.org/drawingml/2006/main" xmlns:p="http://schemas.openxmlformats.org/presentationml/2006/main">
  <p:cSld>
    <p:spTree>
      <p:nvGrpSpPr>
        <p:cNvPr id="829" name=""/>
        <p:cNvGrpSpPr/>
        <p:nvPr/>
      </p:nvGrpSpPr>
      <p:grpSpPr>
        <a:xfrm>
          <a:off x="0" y="0"/>
          <a:ext cx="0" cy="0"/>
          <a:chOff x="0" y="0"/>
          <a:chExt cx="0" cy="0"/>
        </a:xfrm>
      </p:grpSpPr>
      <p:sp>
        <p:nvSpPr>
          <p:cNvPr id="83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读取目录</a:t>
            </a:r>
            <a:endParaRPr/>
          </a:p>
        </p:txBody>
      </p:sp>
      <p:sp>
        <p:nvSpPr>
          <p:cNvPr id="83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p>
            <a:pPr/>
            <a:endParaRPr sz="1400" dirty="false"/>
          </a:p>
        </p:txBody>
      </p:sp>
      <p:sp>
        <p:nvSpPr>
          <p:cNvPr id="83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33" name="Rectangle 3"/>
          <p:cNvSpPr txBox="true">
            <a:spLocks noGrp="true" noChangeShapeType="true"/>
          </p:cNvSpPr>
          <p:nvPr/>
        </p:nvSpPr>
        <p:spPr>
          <a:xfrm>
            <a:off x="457200" y="1600200"/>
            <a:ext cx="8077200" cy="4572000"/>
          </a:xfrm>
          <a:prstGeom prst="rect">
            <a:avLst/>
          </a:prstGeom>
          <a:solidFill>
            <a:srgbClr val="FFFFCC"/>
          </a:solidFill>
          <a:ln w="9524">
            <a:solidFill>
              <a:schemeClr val="dk1"/>
            </a:solidFill>
            <a:round/>
            <a:headEnd/>
            <a:tailEnd/>
          </a:ln>
        </p:spPr>
        <p:txBody>
          <a:bodyPr lIns="91440" tIns="45720" rIns="91440" bIns="45720" anchor="t"/>
          <a:lstStyle/>
          <a:p>
            <a:pPr marL="342900" lvl="0" indent="-342900">
              <a:lnSpc>
                <a:spcPct val="160000"/>
              </a:lnSpc>
              <a:spcBef>
                <a:spcPct val="20000"/>
              </a:spcBef>
              <a:buNone/>
            </a:pPr>
            <a:r>
              <a:rPr lang="en-US" sz="2000">
                <a:latin typeface="Courier New" pitchFamily="49"/>
              </a:rPr>
              <a:t>#include &lt;sys/types.h&gt;</a:t>
            </a:r>
            <a:endParaRPr lang="en-US" sz="2000"/>
          </a:p>
          <a:p>
            <a:pPr marL="342900" lvl="0" indent="-342900">
              <a:lnSpc>
                <a:spcPct val="160000"/>
              </a:lnSpc>
              <a:spcBef>
                <a:spcPct val="20000"/>
              </a:spcBef>
              <a:buNone/>
            </a:pPr>
            <a:r>
              <a:rPr lang="zh-CN" sz="2000">
                <a:latin typeface="Courier New" pitchFamily="49"/>
              </a:rPr>
              <a:t>#</a:t>
            </a:r>
            <a:r>
              <a:rPr lang="en-US" sz="2000">
                <a:latin typeface="Courier New" pitchFamily="49"/>
              </a:rPr>
              <a:t>include &lt;dirent.h&gt;</a:t>
            </a:r>
            <a:endParaRPr lang="en-US" sz="2000"/>
          </a:p>
          <a:p>
            <a:pPr marL="342900" lvl="0" indent="-342900">
              <a:lnSpc>
                <a:spcPct val="160000"/>
              </a:lnSpc>
              <a:spcBef>
                <a:spcPct val="20000"/>
              </a:spcBef>
              <a:buNone/>
            </a:pPr>
            <a:endParaRPr/>
          </a:p>
          <a:p>
            <a:pPr marL="342900" lvl="0" indent="-342900">
              <a:lnSpc>
                <a:spcPct val="160000"/>
              </a:lnSpc>
              <a:spcBef>
                <a:spcPct val="20000"/>
              </a:spcBef>
              <a:buNone/>
            </a:pPr>
            <a:r>
              <a:rPr lang="en-US" sz="2000">
                <a:latin typeface="Courier New" pitchFamily="49"/>
              </a:rPr>
              <a:t>DIR *</a:t>
            </a:r>
            <a:r>
              <a:rPr lang="en-US" sz="2400" b="false" i="false" u="none">
                <a:latin typeface="Courier New" pitchFamily="49"/>
              </a:rPr>
              <a:t>opendir </a:t>
            </a:r>
            <a:r>
              <a:rPr lang="en-US" sz="2000">
                <a:latin typeface="Courier New" pitchFamily="49"/>
              </a:rPr>
              <a:t>(const char *name);</a:t>
            </a:r>
            <a:endParaRPr lang="en-US" sz="2000"/>
          </a:p>
          <a:p>
            <a:pPr marL="342900" lvl="0" indent="-342900" algn="r">
              <a:lnSpc>
                <a:spcPct val="160000"/>
              </a:lnSpc>
              <a:spcBef>
                <a:spcPct val="20000"/>
              </a:spcBef>
              <a:buNone/>
            </a:pPr>
            <a:r>
              <a:rPr lang="en-US" sz="2000">
                <a:latin typeface="Courier New" pitchFamily="49"/>
              </a:rPr>
              <a:t> </a:t>
            </a:r>
            <a:r>
              <a:rPr lang="en-US" sz="2000">
                <a:solidFill>
                  <a:srgbClr val="FF0000"/>
                </a:solidFill>
                <a:latin typeface="Courier New" pitchFamily="49"/>
              </a:rPr>
              <a:t>returns: </a:t>
            </a:r>
            <a:r>
              <a:rPr lang="zh-CN" sz="2000">
                <a:solidFill>
                  <a:srgbClr val="FF0000"/>
                </a:solidFill>
                <a:latin typeface="Courier New" pitchFamily="49"/>
              </a:rPr>
              <a:t>成功则返回处理的指针；若出错，则返回</a:t>
            </a:r>
            <a:r>
              <a:rPr lang="en-US" sz="2000">
                <a:solidFill>
                  <a:srgbClr val="FF0000"/>
                </a:solidFill>
                <a:latin typeface="Courier New" pitchFamily="49"/>
              </a:rPr>
              <a:t>NULL</a:t>
            </a:r>
            <a:endParaRPr lang="en-US" sz="2000"/>
          </a:p>
          <a:p>
            <a:pPr marL="342900" lvl="0" indent="-342900">
              <a:lnSpc>
                <a:spcPct val="160000"/>
              </a:lnSpc>
              <a:spcBef>
                <a:spcPct val="20000"/>
              </a:spcBef>
              <a:buNone/>
            </a:pPr>
            <a:r>
              <a:rPr lang="en-US" sz="2000">
                <a:latin typeface="Courier New" pitchFamily="49"/>
              </a:rPr>
              <a:t>struct dirent *</a:t>
            </a:r>
            <a:r>
              <a:rPr lang="en-US" sz="2400" b="false" i="false" u="none">
                <a:latin typeface="Courier New" pitchFamily="49"/>
              </a:rPr>
              <a:t>readdir </a:t>
            </a:r>
            <a:r>
              <a:rPr lang="en-US" sz="2000">
                <a:latin typeface="Courier New" pitchFamily="49"/>
              </a:rPr>
              <a:t>(DIR *dirp);</a:t>
            </a:r>
            <a:endParaRPr lang="en-US" sz="2000"/>
          </a:p>
          <a:p>
            <a:pPr marL="342900" lvl="0" indent="-342900" algn="r">
              <a:lnSpc>
                <a:spcPct val="160000"/>
              </a:lnSpc>
              <a:spcBef>
                <a:spcPct val="20000"/>
              </a:spcBef>
              <a:buNone/>
            </a:pPr>
            <a:r>
              <a:rPr lang="en-US" sz="2000">
                <a:solidFill>
                  <a:srgbClr val="FF0000"/>
                </a:solidFill>
                <a:latin typeface="Courier New" pitchFamily="49"/>
              </a:rPr>
              <a:t>returns: </a:t>
            </a:r>
            <a:r>
              <a:rPr lang="zh-CN" sz="2000">
                <a:solidFill>
                  <a:srgbClr val="FF0000"/>
                </a:solidFill>
                <a:latin typeface="Courier New" pitchFamily="49"/>
              </a:rPr>
              <a:t>成功则返回指向下一个目录项的指针；没有更多目录或出错则返回</a:t>
            </a:r>
            <a:r>
              <a:rPr lang="en-US" sz="2000">
                <a:solidFill>
                  <a:srgbClr val="FF0000"/>
                </a:solidFill>
                <a:latin typeface="Courier New" pitchFamily="49"/>
              </a:rPr>
              <a:t>NULL</a:t>
            </a:r>
            <a:endParaRPr/>
          </a:p>
        </p:txBody>
      </p:sp>
    </p:spTree>
  </p:cSld>
  <p:clrMapOvr>
    <a:masterClrMapping/>
  </p:clrMapOvr>
  <p:transition/>
</p:sld>
</file>

<file path=ppt/slides/slide85.xml><?xml version="1.0" encoding="utf-8"?>
<p:sld xmlns:a="http://schemas.openxmlformats.org/drawingml/2006/main" xmlns:p="http://schemas.openxmlformats.org/presentationml/2006/main">
  <p:cSld>
    <p:spTree>
      <p:nvGrpSpPr>
        <p:cNvPr id="834" name=""/>
        <p:cNvGrpSpPr/>
        <p:nvPr/>
      </p:nvGrpSpPr>
      <p:grpSpPr>
        <a:xfrm>
          <a:off x="0" y="0"/>
          <a:ext cx="0" cy="0"/>
          <a:chOff x="0" y="0"/>
          <a:chExt cx="0" cy="0"/>
        </a:xfrm>
      </p:grpSpPr>
      <p:sp>
        <p:nvSpPr>
          <p:cNvPr id="835"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读取目录</a:t>
            </a:r>
            <a:endParaRPr/>
          </a:p>
        </p:txBody>
      </p:sp>
      <p:sp>
        <p:nvSpPr>
          <p:cNvPr id="83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目录项</a:t>
            </a:r>
            <a:endParaRPr lang="en-US"/>
          </a:p>
          <a:p>
            <a:pPr marL="457200" lvl="1" indent="0">
              <a:spcBef>
                <a:spcPct val="20000"/>
              </a:spcBef>
              <a:buNone/>
            </a:pPr>
            <a:r>
              <a:rPr lang="en-US">
                <a:ea typeface="SimSun" pitchFamily="2" charset="-122"/>
              </a:rPr>
              <a:t>struct dirent {</a:t>
            </a:r>
            <a:endParaRPr/>
          </a:p>
          <a:p>
            <a:pPr marL="457200" lvl="1" indent="0">
              <a:spcBef>
                <a:spcPct val="20000"/>
              </a:spcBef>
              <a:buNone/>
            </a:pPr>
            <a:r>
              <a:rPr lang="en-US">
                <a:ea typeface="SimSun" pitchFamily="2" charset="-122"/>
              </a:rPr>
              <a:t>	ino_t d_ino;		/* inode number */</a:t>
            </a:r>
            <a:endParaRPr/>
          </a:p>
          <a:p>
            <a:pPr marL="457200" lvl="1" indent="0">
              <a:spcBef>
                <a:spcPct val="20000"/>
              </a:spcBef>
              <a:buNone/>
            </a:pPr>
            <a:r>
              <a:rPr lang="en-US">
                <a:ea typeface="SimSun" pitchFamily="2" charset="-122"/>
              </a:rPr>
              <a:t>	char d_name[256];	/* filename */</a:t>
            </a:r>
            <a:endParaRPr/>
          </a:p>
          <a:p>
            <a:pPr marL="457200" lvl="1" indent="0">
              <a:spcBef>
                <a:spcPct val="20000"/>
              </a:spcBef>
              <a:buNone/>
            </a:pPr>
            <a:r>
              <a:rPr lang="en-US">
                <a:ea typeface="SimSun" pitchFamily="2" charset="-122"/>
              </a:rPr>
              <a:t>}</a:t>
            </a:r>
            <a:endParaRPr/>
          </a:p>
          <a:p>
            <a:pPr marL="457200" lvl="1" indent="0">
              <a:spcBef>
                <a:spcPct val="20000"/>
              </a:spcBef>
              <a:buNone/>
            </a:pPr>
            <a:r>
              <a:rPr lang="zh-CN">
                <a:ea typeface="SimSun" pitchFamily="2" charset="-122"/>
              </a:rPr>
              <a:t>有些</a:t>
            </a:r>
            <a:r>
              <a:rPr lang="en-US">
                <a:ea typeface="SimSun" pitchFamily="2" charset="-122"/>
              </a:rPr>
              <a:t>linux</a:t>
            </a:r>
            <a:r>
              <a:rPr lang="zh-CN">
                <a:ea typeface="SimSun" pitchFamily="2" charset="-122"/>
              </a:rPr>
              <a:t>版本包括更多内容</a:t>
            </a:r>
            <a:endParaRPr/>
          </a:p>
        </p:txBody>
      </p:sp>
      <p:sp>
        <p:nvSpPr>
          <p:cNvPr id="837"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86.xml><?xml version="1.0" encoding="utf-8"?>
<p:sld xmlns:a="http://schemas.openxmlformats.org/drawingml/2006/main" xmlns:p="http://schemas.openxmlformats.org/presentationml/2006/main">
  <p:cSld>
    <p:spTree>
      <p:nvGrpSpPr>
        <p:cNvPr id="838" name=""/>
        <p:cNvGrpSpPr/>
        <p:nvPr/>
      </p:nvGrpSpPr>
      <p:grpSpPr>
        <a:xfrm>
          <a:off x="0" y="0"/>
          <a:ext cx="0" cy="0"/>
          <a:chOff x="0" y="0"/>
          <a:chExt cx="0" cy="0"/>
        </a:xfrm>
      </p:grpSpPr>
      <p:sp>
        <p:nvSpPr>
          <p:cNvPr id="83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读取目录</a:t>
            </a:r>
            <a:endParaRPr/>
          </a:p>
        </p:txBody>
      </p:sp>
      <p:sp>
        <p:nvSpPr>
          <p:cNvPr id="840"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p>
            <a:pPr/>
            <a:endParaRPr sz="1400" dirty="false"/>
          </a:p>
        </p:txBody>
      </p:sp>
      <p:sp>
        <p:nvSpPr>
          <p:cNvPr id="84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42" name="Rectangle 3"/>
          <p:cNvSpPr txBox="true">
            <a:spLocks noGrp="true" noChangeShapeType="true"/>
          </p:cNvSpPr>
          <p:nvPr/>
        </p:nvSpPr>
        <p:spPr>
          <a:xfrm>
            <a:off x="457200" y="1600200"/>
            <a:ext cx="8077200" cy="2667000"/>
          </a:xfrm>
          <a:prstGeom prst="rect">
            <a:avLst/>
          </a:prstGeom>
          <a:solidFill>
            <a:srgbClr val="FFFFCC"/>
          </a:solidFill>
          <a:ln w="9524">
            <a:solidFill>
              <a:schemeClr val="dk1"/>
            </a:solidFill>
            <a:round/>
            <a:headEnd/>
            <a:tailEnd/>
          </a:ln>
        </p:spPr>
        <p:txBody>
          <a:bodyPr lIns="91440" tIns="45720" rIns="91440" bIns="45720" anchor="t"/>
          <a:lstStyle/>
          <a:p>
            <a:pPr marL="342900" lvl="0" indent="-342900">
              <a:lnSpc>
                <a:spcPct val="160000"/>
              </a:lnSpc>
              <a:spcBef>
                <a:spcPct val="20000"/>
              </a:spcBef>
              <a:buNone/>
            </a:pPr>
            <a:r>
              <a:rPr lang="zh-CN" sz="2000">
                <a:latin typeface="Courier New"/>
                <a:ea typeface="SimSun"/>
              </a:rPr>
              <a:t>#</a:t>
            </a:r>
            <a:r>
              <a:rPr lang="en-US" sz="2000">
                <a:latin typeface="Courier New"/>
                <a:ea typeface="SimSun"/>
              </a:rPr>
              <a:t>include &lt;dirent.h&gt;</a:t>
            </a:r>
            <a:endParaRPr lang="en-US" sz="2000"/>
          </a:p>
          <a:p>
            <a:pPr marL="342900" lvl="0" indent="-342900">
              <a:lnSpc>
                <a:spcPct val="160000"/>
              </a:lnSpc>
              <a:spcBef>
                <a:spcPct val="20000"/>
              </a:spcBef>
              <a:buNone/>
            </a:pPr>
            <a:endParaRPr/>
          </a:p>
          <a:p>
            <a:pPr marL="342900" lvl="0" indent="-342900">
              <a:lnSpc>
                <a:spcPct val="160000"/>
              </a:lnSpc>
              <a:spcBef>
                <a:spcPct val="20000"/>
              </a:spcBef>
              <a:buNone/>
            </a:pPr>
            <a:r>
              <a:rPr lang="en-US" sz="2400" b="true" i="false" u="none">
                <a:latin typeface="Courier New"/>
                <a:ea typeface="SimSun"/>
              </a:rPr>
              <a:t>int</a:t>
            </a:r>
            <a:r>
              <a:rPr lang="en-US" sz="2400" b="false" i="false" u="none">
                <a:latin typeface="Courier New"/>
                <a:ea typeface="SimSun"/>
              </a:rPr>
              <a:t> closedir </a:t>
            </a:r>
            <a:r>
              <a:rPr lang="en-US" sz="2000">
                <a:latin typeface="Courier New"/>
                <a:ea typeface="SimSun"/>
              </a:rPr>
              <a:t>(DIR *dirp);</a:t>
            </a:r>
            <a:endParaRPr/>
          </a:p>
          <a:p>
            <a:pPr marL="342900" lvl="0" indent="-342900" algn="r">
              <a:lnSpc>
                <a:spcPct val="160000"/>
              </a:lnSpc>
              <a:spcBef>
                <a:spcPct val="20000"/>
              </a:spcBef>
              <a:buNone/>
            </a:pPr>
            <a:r>
              <a:rPr lang="en-US" sz="2000">
                <a:latin typeface="Courier New"/>
                <a:ea typeface="SimSun"/>
              </a:rPr>
              <a:t> </a:t>
            </a:r>
            <a:r>
              <a:rPr lang="en-US" sz="2000">
                <a:solidFill>
                  <a:srgbClr val="FF0000">
                    <a:alpha val="100000"/>
                  </a:srgbClr>
                </a:solidFill>
                <a:latin typeface="Courier New"/>
                <a:ea typeface="SimSun"/>
              </a:rPr>
              <a:t>returns: </a:t>
            </a:r>
            <a:r>
              <a:rPr lang="zh-CN" sz="2000">
                <a:solidFill>
                  <a:srgbClr val="FF0000">
                    <a:alpha val="100000"/>
                  </a:srgbClr>
                </a:solidFill>
                <a:latin typeface="Courier New"/>
                <a:ea typeface="SimSun"/>
              </a:rPr>
              <a:t>成功则返回</a:t>
            </a:r>
            <a:r>
              <a:rPr lang="en-US" sz="2000">
                <a:solidFill>
                  <a:srgbClr val="FF0000">
                    <a:alpha val="100000"/>
                  </a:srgbClr>
                </a:solidFill>
                <a:latin typeface="Courier New"/>
                <a:ea typeface="SimSun"/>
              </a:rPr>
              <a:t>0</a:t>
            </a:r>
            <a:r>
              <a:rPr lang="zh-CN" sz="2000">
                <a:solidFill>
                  <a:srgbClr val="FF0000">
                    <a:alpha val="100000"/>
                  </a:srgbClr>
                </a:solidFill>
                <a:latin typeface="Courier New"/>
                <a:ea typeface="SimSun"/>
              </a:rPr>
              <a:t>；若出错，则返回</a:t>
            </a:r>
            <a:r>
              <a:rPr lang="en-US" sz="2000">
                <a:solidFill>
                  <a:srgbClr val="FF0000">
                    <a:alpha val="100000"/>
                  </a:srgbClr>
                </a:solidFill>
                <a:latin typeface="Courier New"/>
                <a:ea typeface="SimSun"/>
              </a:rPr>
              <a:t>-1</a:t>
            </a:r>
            <a:endParaRPr lang="en-US" sz="2000"/>
          </a:p>
          <a:p>
            <a:pPr marL="342900" lvl="0" indent="-342900">
              <a:lnSpc>
                <a:spcPct val="160000"/>
              </a:lnSpc>
              <a:spcBef>
                <a:spcPct val="20000"/>
              </a:spcBef>
              <a:buNone/>
            </a:pPr>
            <a:endParaRPr/>
          </a:p>
        </p:txBody>
      </p:sp>
    </p:spTree>
  </p:cSld>
  <p:clrMapOvr>
    <a:masterClrMapping/>
  </p:clrMapOvr>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843" name=""/>
        <p:cNvGrpSpPr/>
        <p:nvPr/>
      </p:nvGrpSpPr>
      <p:grpSpPr>
        <a:xfrm>
          <a:off x="0" y="0"/>
          <a:ext cx="0" cy="0"/>
          <a:chOff x="0" y="0"/>
          <a:chExt cx="0" cy="0"/>
        </a:xfrm>
      </p:grpSpPr>
      <p:sp>
        <p:nvSpPr>
          <p:cNvPr id="84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读取目录</a:t>
            </a:r>
            <a:endParaRPr/>
          </a:p>
        </p:txBody>
      </p:sp>
      <p:pic>
        <p:nvPicPr>
          <p:cNvPr id="845" name="内容占位符 4"/>
          <p:cNvPicPr>
            <a:picLocks noGrp="true" noChangeAspect="true"/>
          </p:cNvPicPr>
          <p:nvPr>
            <p:ph type="obj"/>
          </p:nvPr>
        </p:nvPicPr>
        <p:blipFill>
          <a:blip r:embed="rId1"/>
          <a:srcRect/>
          <a:stretch>
            <a:fillRect/>
          </a:stretch>
        </p:blipFill>
        <p:spPr>
          <a:xfrm>
            <a:off x="1676400" y="1484312"/>
            <a:ext cx="6019800" cy="5373687"/>
          </a:xfrm>
          <a:prstGeom prst="rect">
            <a:avLst/>
          </a:prstGeom>
          <a:noFill/>
        </p:spPr>
      </p:pic>
      <p:sp>
        <p:nvSpPr>
          <p:cNvPr id="846"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88.xml><?xml version="1.0" encoding="utf-8"?>
<p:sld xmlns:a="http://schemas.openxmlformats.org/drawingml/2006/main" xmlns:p="http://schemas.openxmlformats.org/presentationml/2006/main">
  <p:cSld>
    <p:spTree>
      <p:nvGrpSpPr>
        <p:cNvPr id="847" name=""/>
        <p:cNvGrpSpPr/>
        <p:nvPr/>
      </p:nvGrpSpPr>
      <p:grpSpPr>
        <a:xfrm>
          <a:off x="0" y="0"/>
          <a:ext cx="0" cy="0"/>
          <a:chOff x="0" y="0"/>
          <a:chExt cx="0" cy="0"/>
        </a:xfrm>
      </p:grpSpPr>
      <p:sp>
        <p:nvSpPr>
          <p:cNvPr id="84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4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850"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I/O Devices</a:t>
            </a:r>
            <a:endParaRPr lang="en-US"/>
          </a:p>
          <a:p>
            <a:pPr marL="342900" lvl="0" indent="-342900" defTabSz="914400" hangingPunct="true">
              <a:lnSpc>
                <a:spcPct val="100000"/>
              </a:lnSpc>
              <a:spcBef>
                <a:spcPct val="20000"/>
              </a:spcBef>
              <a:buSzPct val="100000"/>
              <a:buChar char="•"/>
            </a:pPr>
            <a:r>
              <a:rPr lang="en-US" baseline="0">
                <a:ea typeface="SimSun" pitchFamily="2" charset="-122"/>
              </a:rPr>
              <a:t>Unix I/O</a:t>
            </a:r>
            <a:endParaRPr lang="en-US"/>
          </a:p>
          <a:p>
            <a:pPr marL="342900" lvl="0" indent="-342900" defTabSz="914400" hangingPunct="true">
              <a:lnSpc>
                <a:spcPct val="100000"/>
              </a:lnSpc>
              <a:spcBef>
                <a:spcPct val="20000"/>
              </a:spcBef>
              <a:buSzPct val="100000"/>
              <a:buChar char="•"/>
            </a:pPr>
            <a:r>
              <a:rPr lang="en-US" baseline="0">
                <a:ea typeface="SimSun" pitchFamily="2" charset="-122"/>
              </a:rPr>
              <a:t>Reading File Metadata</a:t>
            </a:r>
            <a:endParaRPr lang="en-US"/>
          </a:p>
          <a:p>
            <a:pPr marL="342900" lvl="0" indent="-342900" defTabSz="914400" hangingPunct="true">
              <a:lnSpc>
                <a:spcPct val="100000"/>
              </a:lnSpc>
              <a:spcBef>
                <a:spcPct val="20000"/>
              </a:spcBef>
              <a:buSzPct val="100000"/>
              <a:buChar char="•"/>
            </a:pPr>
            <a:r>
              <a:rPr lang="en-US" b="true" i="false" u="none" baseline="0">
                <a:solidFill>
                  <a:srgbClr val="0070C0"/>
                </a:solidFill>
                <a:ea typeface="SimSun" pitchFamily="2" charset="-122"/>
              </a:rPr>
              <a:t>Sharing Files &amp; I/O redirection</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Robust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Standard I/O</a:t>
            </a:r>
            <a:endParaRPr lang="en-US"/>
          </a:p>
          <a:p>
            <a:pPr marL="342900" lvl="0" indent="-342900" defTabSz="914400" hangingPunct="true">
              <a:lnSpc>
                <a:spcPct val="100000"/>
              </a:lnSpc>
              <a:spcBef>
                <a:spcPct val="20000"/>
              </a:spcBef>
              <a:buSzPct val="100000"/>
              <a:buChar char="•"/>
            </a:pPr>
            <a:r>
              <a:rPr lang="en-US" baseline="0">
                <a:solidFill>
                  <a:srgbClr val="808080"/>
                </a:solidFill>
                <a:ea typeface="SimSun" pitchFamily="2" charset="-122"/>
              </a:rPr>
              <a:t>Fast I/O</a:t>
            </a:r>
            <a:endParaRPr/>
          </a:p>
        </p:txBody>
      </p:sp>
    </p:spTree>
  </p:cSld>
  <p:clrMapOvr>
    <a:masterClrMapping/>
  </p:clrMapOvr>
  <p:transition/>
</p:sld>
</file>

<file path=ppt/slides/slide89.xml><?xml version="1.0" encoding="utf-8"?>
<p:sld xmlns:a="http://schemas.openxmlformats.org/drawingml/2006/main" xmlns:p="http://schemas.openxmlformats.org/presentationml/2006/main">
  <p:cSld>
    <p:spTree>
      <p:nvGrpSpPr>
        <p:cNvPr id="856" name=""/>
        <p:cNvGrpSpPr/>
        <p:nvPr/>
      </p:nvGrpSpPr>
      <p:grpSpPr>
        <a:xfrm>
          <a:off x="0" y="0"/>
          <a:ext cx="0" cy="0"/>
          <a:chOff x="0" y="0"/>
          <a:chExt cx="0" cy="0"/>
        </a:xfrm>
      </p:grpSpPr>
      <p:sp>
        <p:nvSpPr>
          <p:cNvPr id="85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58"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lnSpc>
                <a:spcPct val="120000"/>
              </a:lnSpc>
            </a:pPr>
            <a:r>
              <a:rPr lang="en-US">
                <a:ea typeface="SimSun" pitchFamily="2" charset="-122"/>
              </a:rPr>
              <a:t>V-Node table</a:t>
            </a:r>
            <a:endParaRPr/>
          </a:p>
        </p:txBody>
      </p:sp>
      <p:sp>
        <p:nvSpPr>
          <p:cNvPr id="859" name="Rectangle 3"/>
          <p:cNvSpPr>
            <a:spLocks noGrp="true" noChangeShapeType="true"/>
          </p:cNvSpPr>
          <p:nvPr>
            <p:ph type="obj"/>
          </p:nvPr>
        </p:nvSpPr>
        <p:spPr>
          <a:xfrm>
            <a:off x="533400" y="1524000"/>
            <a:ext cx="80010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latin typeface="Comic Sans MS"/>
                <a:ea typeface="SimSun"/>
              </a:rPr>
              <a:t>系统中所有进程共享</a:t>
            </a:r>
            <a:endParaRPr/>
          </a:p>
          <a:p>
            <a:pPr marL="342900" lvl="0" indent="-342900">
              <a:spcBef>
                <a:spcPct val="20000"/>
              </a:spcBef>
              <a:buSzPct val="100000"/>
              <a:buChar char="•"/>
            </a:pPr>
            <a:r>
              <a:rPr lang="zh-CN">
                <a:latin typeface="Comic Sans MS"/>
                <a:ea typeface="SimSun"/>
              </a:rPr>
              <a:t>每个表项包含</a:t>
            </a:r>
            <a:r>
              <a:rPr lang="en-US">
                <a:latin typeface="Comic Sans MS"/>
                <a:ea typeface="SimSun"/>
              </a:rPr>
              <a:t>stat</a:t>
            </a:r>
            <a:r>
              <a:rPr lang="zh-CN">
                <a:latin typeface="Comic Sans MS"/>
                <a:ea typeface="SimSun"/>
              </a:rPr>
              <a:t>数据结构的大部分信息，如：</a:t>
            </a:r>
            <a:endParaRPr/>
          </a:p>
          <a:p>
            <a:pPr marL="742950" lvl="1" indent="-285750">
              <a:spcBef>
                <a:spcPct val="20000"/>
              </a:spcBef>
              <a:buSzPct val="100000"/>
              <a:buChar char="–"/>
            </a:pPr>
            <a:r>
              <a:rPr lang="en-US">
                <a:latin typeface="Comic Sans MS"/>
                <a:ea typeface="SimSun"/>
              </a:rPr>
              <a:t>st_mode</a:t>
            </a:r>
            <a:endParaRPr/>
          </a:p>
          <a:p>
            <a:pPr marL="742950" lvl="1" indent="-285750">
              <a:spcBef>
                <a:spcPct val="20000"/>
              </a:spcBef>
              <a:buSzPct val="100000"/>
              <a:buChar char="–"/>
            </a:pPr>
            <a:r>
              <a:rPr lang="en-US">
                <a:latin typeface="Comic Sans MS"/>
                <a:ea typeface="SimSun"/>
              </a:rPr>
              <a:t>st_size</a:t>
            </a:r>
            <a:endParaRPr/>
          </a:p>
        </p:txBody>
      </p:sp>
    </p:spTree>
  </p:cSld>
  <p:clrMapOvr>
    <a:masterClrMapping/>
  </p:clrMapOvr>
  <p:transition/>
</p:sld>
</file>

<file path=ppt/slides/slide90.xml><?xml version="1.0" encoding="utf-8"?>
<p:sld xmlns:a="http://schemas.openxmlformats.org/drawingml/2006/main" xmlns:p="http://schemas.openxmlformats.org/presentationml/2006/main">
  <p:cSld>
    <p:spTree>
      <p:nvGrpSpPr>
        <p:cNvPr id="860" name=""/>
        <p:cNvGrpSpPr/>
        <p:nvPr/>
      </p:nvGrpSpPr>
      <p:grpSpPr>
        <a:xfrm>
          <a:off x="0" y="0"/>
          <a:ext cx="0" cy="0"/>
          <a:chOff x="0" y="0"/>
          <a:chExt cx="0" cy="0"/>
        </a:xfrm>
      </p:grpSpPr>
      <p:sp>
        <p:nvSpPr>
          <p:cNvPr id="861"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862" name="Rectangle 3"/>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3" name="Rectangle 4"/>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4" name="Rectangle 5"/>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5" name="Rectangle 6"/>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6" name="Rectangle 7"/>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7" name="Rectangle 8"/>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8" name="Rectangle 9"/>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69" name="Rectangle 10"/>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70" name="Text Box 11"/>
          <p:cNvSpPr txBox="true">
            <a:spLocks noGrp="true" noChangeShapeType="true"/>
          </p:cNvSpPr>
          <p:nvPr/>
        </p:nvSpPr>
        <p:spPr>
          <a:xfrm>
            <a:off x="3505200" y="1706562"/>
            <a:ext cx="2209800" cy="825500"/>
          </a:xfrm>
          <a:prstGeom prst="rect">
            <a:avLst/>
          </a:prstGeom>
          <a:noFill/>
        </p:spPr>
        <p:txBody>
          <a:bodyPr lIns="91440" tIns="45720" rIns="91440" bIns="45720" anchor="ctr" anchorCtr="false">
            <a:spAutoFit/>
          </a:bodyPr>
          <a:lstStyle/>
          <a:p>
            <a:pPr lvl="0" algn="ctr"/>
            <a:r>
              <a:rPr lang="en-US">
                <a:latin typeface="Helvetica" pitchFamily="34"/>
              </a:rPr>
              <a:t>open file table</a:t>
            </a:r>
            <a:endParaRPr/>
          </a:p>
          <a:p>
            <a:pPr lvl="0" algn="ctr"/>
            <a:r>
              <a:rPr lang="en-US">
                <a:latin typeface="Helvetica" pitchFamily="34"/>
              </a:rPr>
              <a:t>(shared by all process)</a:t>
            </a:r>
            <a:endParaRPr/>
          </a:p>
        </p:txBody>
      </p:sp>
      <p:sp>
        <p:nvSpPr>
          <p:cNvPr id="871" name="Text Box 12"/>
          <p:cNvSpPr txBox="true">
            <a:spLocks noGrp="true" noChangeShapeType="true"/>
          </p:cNvSpPr>
          <p:nvPr/>
        </p:nvSpPr>
        <p:spPr>
          <a:xfrm>
            <a:off x="6102350" y="1857375"/>
            <a:ext cx="2127250" cy="830262"/>
          </a:xfrm>
          <a:prstGeom prst="rect">
            <a:avLst/>
          </a:prstGeom>
          <a:noFill/>
        </p:spPr>
        <p:txBody>
          <a:bodyPr lIns="91440" tIns="45720" rIns="91440" bIns="45720" anchor="ctr" anchorCtr="false">
            <a:spAutoFit/>
          </a:bodyPr>
          <a:lstStyle/>
          <a:p>
            <a:pPr lvl="0" algn="ctr"/>
            <a:r>
              <a:rPr lang="en-US">
                <a:latin typeface="Helvetica" pitchFamily="34"/>
              </a:rPr>
              <a:t>V-node table</a:t>
            </a:r>
            <a:endParaRPr/>
          </a:p>
          <a:p>
            <a:pPr lvl="0" algn="ctr"/>
            <a:r>
              <a:rPr lang="en-US">
                <a:latin typeface="Helvetica" pitchFamily="34"/>
              </a:rPr>
              <a:t>(shared by all processes)</a:t>
            </a:r>
            <a:endParaRPr/>
          </a:p>
        </p:txBody>
      </p:sp>
      <p:sp>
        <p:nvSpPr>
          <p:cNvPr id="872" name="Rectangle 13"/>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873" name="Rectangle 14"/>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874" name="Rectangle 15"/>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875" name="Rectangle 16"/>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876" name="Rectangle 17"/>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877" name="Rectangle 18"/>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878" name="Line 19"/>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879" name="Line 20"/>
          <p:cNvSpPr>
            <a:spLocks noGrp="true" noChangeShapeType="true"/>
          </p:cNvSpPr>
          <p:nvPr/>
        </p:nvSpPr>
        <p:spPr>
          <a:xfrm flipV="true">
            <a:off x="2282825" y="2743200"/>
            <a:ext cx="1905000" cy="1447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880" name="Line 21"/>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881" name="Rectangle 22"/>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882" name="Rectangle 23"/>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883" name="Rectangle 24"/>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884" name="Rectangle 25"/>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885" name="Rectangle 26"/>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886" name="Text Box 27"/>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887" name="Text Box 28"/>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888" name="Text Box 29"/>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889" name="Text Box 30"/>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890" name="Line 31"/>
          <p:cNvSpPr>
            <a:spLocks noGrp="true" noChangeShapeType="true"/>
          </p:cNvSpPr>
          <p:nvPr/>
        </p:nvSpPr>
        <p:spPr>
          <a:xfrm flipV="true">
            <a:off x="2282825" y="4419600"/>
            <a:ext cx="1905000" cy="3810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891" name="Rectangle 32"/>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892" name="Rectangle 33"/>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893" name="Rectangle 34"/>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894" name="Rectangle 35"/>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895" name="Rectangle 36"/>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896" name="Rectangle 37"/>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897" name="Rectangle 38"/>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898" name="Rectangle 39"/>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899" name="Text Box 40"/>
          <p:cNvSpPr txBox="true">
            <a:spLocks noGrp="true" noChangeShapeType="true"/>
          </p:cNvSpPr>
          <p:nvPr/>
        </p:nvSpPr>
        <p:spPr>
          <a:xfrm>
            <a:off x="862012" y="2895600"/>
            <a:ext cx="2192337" cy="830262"/>
          </a:xfrm>
          <a:prstGeom prst="rect">
            <a:avLst/>
          </a:prstGeom>
          <a:noFill/>
        </p:spPr>
        <p:txBody>
          <a:bodyPr lIns="91440" tIns="45720" rIns="91440" bIns="45720" anchor="t">
            <a:spAutoFit/>
          </a:bodyPr>
          <a:lstStyle/>
          <a:p>
            <a:pPr lvl="0">
              <a:spcBef>
                <a:spcPct val="50000"/>
              </a:spcBef>
            </a:pPr>
            <a:r>
              <a:rPr lang="en-US">
                <a:latin typeface="Times New Roman" pitchFamily="18"/>
              </a:rPr>
              <a:t>Descriptor table (one table per process)</a:t>
            </a:r>
            <a:endParaRPr/>
          </a:p>
        </p:txBody>
      </p:sp>
      <p:sp>
        <p:nvSpPr>
          <p:cNvPr id="900" name="Rectangle 41"/>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01" name="Rectangle 42"/>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902" name="Rectangle 43"/>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903" name="Rectangle 44"/>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904" name="Rectangle 45"/>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05"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共享文件</a:t>
            </a:r>
            <a:endParaRPr/>
          </a:p>
        </p:txBody>
      </p:sp>
      <p:sp>
        <p:nvSpPr>
          <p:cNvPr id="906" name="Rectangle 3"/>
          <p:cNvSpPr txBox="true">
            <a:spLocks noGrp="true" noChangeShapeType="true"/>
          </p:cNvSpPr>
          <p:nvPr/>
        </p:nvSpPr>
        <p:spPr>
          <a:xfrm>
            <a:off x="533400" y="1524000"/>
            <a:ext cx="3200400" cy="1219200"/>
          </a:xfrm>
          <a:prstGeom prst="rect">
            <a:avLst/>
          </a:prstGeom>
          <a:noFill/>
        </p:spPr>
        <p:txBody>
          <a:bodyPr lIns="91440" tIns="45720" rIns="91440" bIns="45720" anchor="t"/>
          <a:lstStyle/>
          <a:p>
            <a:pPr marL="342900" lvl="0" indent="-342900">
              <a:spcBef>
                <a:spcPct val="20000"/>
              </a:spcBef>
              <a:buChar char="•"/>
            </a:pPr>
            <a:r>
              <a:rPr lang="zh-CN" sz="2800" b="false" i="false" u="none"/>
              <a:t>没有文件共享</a:t>
            </a:r>
            <a:endParaRPr lang="en-US" sz="2800"/>
          </a:p>
          <a:p>
            <a:pPr marL="342900" lvl="0" indent="-342900">
              <a:spcBef>
                <a:spcPct val="20000"/>
              </a:spcBef>
              <a:buNone/>
            </a:pPr>
            <a:r>
              <a:rPr lang="zh-CN" sz="2800" b="false" i="false" u="none"/>
              <a:t>的情况</a:t>
            </a:r>
            <a:endParaRPr/>
          </a:p>
        </p:txBody>
      </p:sp>
    </p:spTree>
  </p:cSld>
  <p:clrMapOvr>
    <a:masterClrMapping/>
  </p:clrMapOvr>
  <p:transition/>
</p:sld>
</file>

<file path=ppt/slides/slide91.xml><?xml version="1.0" encoding="utf-8"?>
<p:sld xmlns:a="http://schemas.openxmlformats.org/drawingml/2006/main" xmlns:p="http://schemas.openxmlformats.org/presentationml/2006/main">
  <p:cSld>
    <p:spTree>
      <p:nvGrpSpPr>
        <p:cNvPr id="907" name=""/>
        <p:cNvGrpSpPr/>
        <p:nvPr/>
      </p:nvGrpSpPr>
      <p:grpSpPr>
        <a:xfrm>
          <a:off x="0" y="0"/>
          <a:ext cx="0" cy="0"/>
          <a:chOff x="0" y="0"/>
          <a:chExt cx="0" cy="0"/>
        </a:xfrm>
      </p:grpSpPr>
      <p:sp>
        <p:nvSpPr>
          <p:cNvPr id="90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909" name="Rectangle 3"/>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0" name="Rectangle 4"/>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1" name="Rectangle 5"/>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2" name="Rectangle 6"/>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3" name="Rectangle 7"/>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4" name="Rectangle 8"/>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5" name="Rectangle 9"/>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6" name="Rectangle 10"/>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17" name="Text Box 11"/>
          <p:cNvSpPr txBox="true">
            <a:spLocks noGrp="true" noChangeShapeType="true"/>
          </p:cNvSpPr>
          <p:nvPr/>
        </p:nvSpPr>
        <p:spPr>
          <a:xfrm>
            <a:off x="3505200" y="1706562"/>
            <a:ext cx="2209800" cy="825500"/>
          </a:xfrm>
          <a:prstGeom prst="rect">
            <a:avLst/>
          </a:prstGeom>
          <a:noFill/>
        </p:spPr>
        <p:txBody>
          <a:bodyPr lIns="91440" tIns="45720" rIns="91440" bIns="45720" anchor="ctr" anchorCtr="false">
            <a:spAutoFit/>
          </a:bodyPr>
          <a:lstStyle/>
          <a:p>
            <a:pPr lvl="0" algn="ctr"/>
            <a:r>
              <a:rPr lang="en-US">
                <a:latin typeface="Helvetica" pitchFamily="34"/>
              </a:rPr>
              <a:t>open file table</a:t>
            </a:r>
            <a:endParaRPr/>
          </a:p>
          <a:p>
            <a:pPr lvl="0" algn="ctr"/>
            <a:r>
              <a:rPr lang="en-US">
                <a:latin typeface="Helvetica" pitchFamily="34"/>
              </a:rPr>
              <a:t>(shared by all process)</a:t>
            </a:r>
            <a:endParaRPr/>
          </a:p>
        </p:txBody>
      </p:sp>
      <p:sp>
        <p:nvSpPr>
          <p:cNvPr id="918" name="Text Box 12"/>
          <p:cNvSpPr txBox="true">
            <a:spLocks noGrp="true" noChangeShapeType="true"/>
          </p:cNvSpPr>
          <p:nvPr/>
        </p:nvSpPr>
        <p:spPr>
          <a:xfrm>
            <a:off x="6510337" y="1858962"/>
            <a:ext cx="1719262" cy="825500"/>
          </a:xfrm>
          <a:prstGeom prst="rect">
            <a:avLst/>
          </a:prstGeom>
          <a:noFill/>
        </p:spPr>
        <p:txBody>
          <a:bodyPr lIns="91440" tIns="45720" rIns="91440" bIns="45720" anchor="ctr" anchorCtr="false">
            <a:spAutoFit/>
          </a:bodyPr>
          <a:lstStyle/>
          <a:p>
            <a:pPr lvl="0" algn="ctr"/>
            <a:r>
              <a:rPr lang="en-US">
                <a:latin typeface="Helvetica" pitchFamily="34"/>
              </a:rPr>
              <a:t>V-node table</a:t>
            </a:r>
            <a:endParaRPr/>
          </a:p>
          <a:p>
            <a:pPr lvl="0" algn="ctr"/>
            <a:r>
              <a:rPr lang="en-US">
                <a:latin typeface="Helvetica" pitchFamily="34"/>
              </a:rPr>
              <a:t>(shared by all processes)</a:t>
            </a:r>
            <a:endParaRPr/>
          </a:p>
        </p:txBody>
      </p:sp>
      <p:sp>
        <p:nvSpPr>
          <p:cNvPr id="919" name="Rectangle 13"/>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920" name="Rectangle 14"/>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921" name="Rectangle 15"/>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22" name="Rectangle 16"/>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923" name="Rectangle 17"/>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924" name="Rectangle 18"/>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925" name="Line 19"/>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26" name="Line 20"/>
          <p:cNvSpPr>
            <a:spLocks noGrp="true" noChangeShapeType="true"/>
          </p:cNvSpPr>
          <p:nvPr/>
        </p:nvSpPr>
        <p:spPr>
          <a:xfrm flipV="true">
            <a:off x="2282825" y="2743200"/>
            <a:ext cx="1905000" cy="1447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27" name="Line 21"/>
          <p:cNvSpPr>
            <a:spLocks noGrp="true" noChangeShapeType="true"/>
          </p:cNvSpPr>
          <p:nvPr/>
        </p:nvSpPr>
        <p:spPr>
          <a:xfrm flipV="true">
            <a:off x="5026025" y="3352800"/>
            <a:ext cx="1450975" cy="12192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28" name="Rectangle 22"/>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929" name="Rectangle 23"/>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930" name="Rectangle 24"/>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931" name="Rectangle 25"/>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32" name="Rectangle 26"/>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933" name="Text Box 27"/>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934" name="Text Box 28"/>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935" name="Text Box 29"/>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936" name="Line 30"/>
          <p:cNvSpPr>
            <a:spLocks noGrp="true" noChangeShapeType="true"/>
          </p:cNvSpPr>
          <p:nvPr/>
        </p:nvSpPr>
        <p:spPr>
          <a:xfrm flipV="true">
            <a:off x="2282825" y="4419600"/>
            <a:ext cx="1905000" cy="3810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37" name="Rectangle 31"/>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938" name="Rectangle 32"/>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939" name="Rectangle 33"/>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940" name="Rectangle 34"/>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941" name="Rectangle 35"/>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942" name="Rectangle 36"/>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943" name="Rectangle 37"/>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944" name="Rectangle 38"/>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945" name="Text Box 39"/>
          <p:cNvSpPr txBox="true">
            <a:spLocks noGrp="true" noChangeShapeType="true"/>
          </p:cNvSpPr>
          <p:nvPr/>
        </p:nvSpPr>
        <p:spPr>
          <a:xfrm>
            <a:off x="1143000" y="2895600"/>
            <a:ext cx="1600200" cy="825500"/>
          </a:xfrm>
          <a:prstGeom prst="rect">
            <a:avLst/>
          </a:prstGeom>
          <a:noFill/>
        </p:spPr>
        <p:txBody>
          <a:bodyPr lIns="91440" tIns="45720" rIns="91440" bIns="45720" anchor="t">
            <a:spAutoFit/>
          </a:bodyPr>
          <a:lstStyle/>
          <a:p>
            <a:pPr lvl="0">
              <a:spcBef>
                <a:spcPct val="50000"/>
              </a:spcBef>
            </a:pPr>
            <a:r>
              <a:rPr lang="en-US">
                <a:latin typeface="Times New Roman" pitchFamily="18"/>
              </a:rPr>
              <a:t>Descriptor table (one table per process)</a:t>
            </a:r>
            <a:endParaRPr/>
          </a:p>
        </p:txBody>
      </p:sp>
      <p:sp>
        <p:nvSpPr>
          <p:cNvPr id="946" name="Rectangle 40"/>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47" name="Rectangle 4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共享文件</a:t>
            </a:r>
            <a:endParaRPr/>
          </a:p>
        </p:txBody>
      </p:sp>
      <p:sp>
        <p:nvSpPr>
          <p:cNvPr id="948" name="Rectangle 3"/>
          <p:cNvSpPr txBox="true">
            <a:spLocks noGrp="true" noChangeShapeType="true"/>
          </p:cNvSpPr>
          <p:nvPr/>
        </p:nvSpPr>
        <p:spPr>
          <a:xfrm>
            <a:off x="533400" y="1524000"/>
            <a:ext cx="8001000" cy="4648200"/>
          </a:xfrm>
          <a:prstGeom prst="rect">
            <a:avLst/>
          </a:prstGeom>
          <a:noFill/>
        </p:spPr>
        <p:txBody>
          <a:bodyPr lIns="91440" tIns="45720" rIns="91440" bIns="45720" anchor="t"/>
          <a:lstStyle/>
          <a:p>
            <a:pPr marL="342900" lvl="0" indent="-342900">
              <a:spcBef>
                <a:spcPct val="20000"/>
              </a:spcBef>
              <a:buChar char="•"/>
            </a:pPr>
            <a:r>
              <a:rPr lang="zh-CN" sz="2800" b="false" i="false" u="none"/>
              <a:t>两次打开同一个</a:t>
            </a:r>
            <a:endParaRPr/>
          </a:p>
          <a:p>
            <a:pPr marL="342900" lvl="0" indent="-342900">
              <a:spcBef>
                <a:spcPct val="20000"/>
              </a:spcBef>
              <a:buNone/>
            </a:pPr>
            <a:r>
              <a:rPr lang="zh-CN" sz="2800" b="false" i="false" u="none"/>
              <a:t>文件</a:t>
            </a:r>
            <a:endParaRPr/>
          </a:p>
        </p:txBody>
      </p:sp>
    </p:spTree>
  </p:cSld>
  <p:clrMapOvr>
    <a:masterClrMapping/>
  </p:clrMapOvr>
  <p:transition/>
</p:sld>
</file>

<file path=ppt/slides/slide92.xml><?xml version="1.0" encoding="utf-8"?>
<p:sld xmlns:a="http://schemas.openxmlformats.org/drawingml/2006/main" xmlns:p="http://schemas.openxmlformats.org/presentationml/2006/main">
  <p:cSld>
    <p:spTree>
      <p:nvGrpSpPr>
        <p:cNvPr id="949" name=""/>
        <p:cNvGrpSpPr/>
        <p:nvPr/>
      </p:nvGrpSpPr>
      <p:grpSpPr>
        <a:xfrm>
          <a:off x="0" y="0"/>
          <a:ext cx="0" cy="0"/>
          <a:chOff x="0" y="0"/>
          <a:chExt cx="0" cy="0"/>
        </a:xfrm>
      </p:grpSpPr>
      <p:sp>
        <p:nvSpPr>
          <p:cNvPr id="95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95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共享文件</a:t>
            </a:r>
            <a:endParaRPr/>
          </a:p>
        </p:txBody>
      </p:sp>
      <p:sp>
        <p:nvSpPr>
          <p:cNvPr id="952" name="Rectangle 3"/>
          <p:cNvSpPr>
            <a:spLocks noGrp="true" noChangeShapeType="true"/>
          </p:cNvSpPr>
          <p:nvPr>
            <p:ph type="obj"/>
          </p:nvPr>
        </p:nvSpPr>
        <p:spPr>
          <a:xfrm>
            <a:off x="457200" y="16002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lnSpc>
                <a:spcPts val="2000"/>
              </a:lnSpc>
              <a:spcBef>
                <a:spcPct val="20000"/>
              </a:spcBef>
              <a:buNone/>
            </a:pPr>
            <a:r>
              <a:rPr lang="en-US" sz="2000" b="true" i="false" u="none">
                <a:latin typeface="Courier New" pitchFamily="49"/>
                <a:ea typeface="SimSun" pitchFamily="2" charset="-122"/>
              </a:rPr>
              <a:t>#include “csapp.h”</a:t>
            </a:r>
            <a:endParaRPr/>
          </a:p>
          <a:p>
            <a:pPr marL="0" lvl="0" indent="0">
              <a:lnSpc>
                <a:spcPts val="2000"/>
              </a:lnSpc>
              <a:spcBef>
                <a:spcPct val="20000"/>
              </a:spcBef>
              <a:buNone/>
            </a:pPr>
            <a:r>
              <a:rPr lang="en-US" sz="2000" b="true" i="false" u="none">
                <a:latin typeface="Courier New" pitchFamily="49"/>
                <a:ea typeface="SimSun" pitchFamily="2" charset="-122"/>
              </a:rPr>
              <a:t> </a:t>
            </a:r>
            <a:endParaRPr/>
          </a:p>
          <a:p>
            <a:pPr marL="0" lvl="0" indent="0">
              <a:lnSpc>
                <a:spcPts val="2000"/>
              </a:lnSpc>
              <a:spcBef>
                <a:spcPct val="20000"/>
              </a:spcBef>
              <a:buNone/>
            </a:pPr>
            <a:r>
              <a:rPr lang="en-US" sz="2000" b="true" i="false" u="none">
                <a:latin typeface="Courier New" pitchFamily="49"/>
                <a:ea typeface="SimSun" pitchFamily="2" charset="-122"/>
              </a:rPr>
              <a:t>int main()</a:t>
            </a:r>
            <a:endParaRPr/>
          </a:p>
          <a:p>
            <a:pPr marL="0" lvl="0" indent="0">
              <a:lnSpc>
                <a:spcPts val="2000"/>
              </a:lnSpc>
              <a:spcBef>
                <a:spcPct val="20000"/>
              </a:spcBef>
              <a:buNone/>
            </a:pPr>
            <a:r>
              <a:rPr lang="en-US" sz="2000" b="true" i="false" u="none">
                <a:latin typeface="Courier New" pitchFamily="49"/>
                <a:ea typeface="SimSun" pitchFamily="2" charset="-122"/>
              </a:rPr>
              <a:t>{</a:t>
            </a:r>
            <a:endParaRPr/>
          </a:p>
          <a:p>
            <a:pPr marL="0" lvl="0" indent="0">
              <a:lnSpc>
                <a:spcPts val="2000"/>
              </a:lnSpc>
              <a:spcBef>
                <a:spcPct val="20000"/>
              </a:spcBef>
              <a:buNone/>
            </a:pPr>
            <a:r>
              <a:rPr lang="en-US" sz="2000" b="true" i="false" u="none">
                <a:latin typeface="Courier New" pitchFamily="49"/>
                <a:ea typeface="SimSun" pitchFamily="2" charset="-122"/>
              </a:rPr>
              <a:t>	int fd1, fd2;</a:t>
            </a:r>
            <a:endParaRPr/>
          </a:p>
          <a:p>
            <a:pPr marL="0" lvl="0" indent="0">
              <a:lnSpc>
                <a:spcPts val="2000"/>
              </a:lnSpc>
              <a:spcBef>
                <a:spcPct val="20000"/>
              </a:spcBef>
              <a:buNone/>
            </a:pPr>
            <a:r>
              <a:rPr lang="en-US" sz="2000" b="true" i="false" u="none">
                <a:latin typeface="Courier New" pitchFamily="49"/>
                <a:ea typeface="SimSun" pitchFamily="2" charset="-122"/>
              </a:rPr>
              <a:t>	char c;</a:t>
            </a:r>
            <a:endParaRPr/>
          </a:p>
          <a:p>
            <a:pPr marL="0" lvl="0" indent="0">
              <a:lnSpc>
                <a:spcPts val="2000"/>
              </a:lnSpc>
              <a:spcBef>
                <a:spcPct val="20000"/>
              </a:spcBef>
              <a:buNone/>
            </a:pPr>
            <a:r>
              <a:rPr lang="en-US" sz="2000" b="true" i="false" u="none">
                <a:latin typeface="Courier New" pitchFamily="49"/>
                <a:ea typeface="SimSun" pitchFamily="2" charset="-122"/>
              </a:rPr>
              <a:t> </a:t>
            </a:r>
            <a:endParaRPr/>
          </a:p>
          <a:p>
            <a:pPr marL="0" lvl="0" indent="0">
              <a:lnSpc>
                <a:spcPts val="2000"/>
              </a:lnSpc>
              <a:spcBef>
                <a:spcPct val="20000"/>
              </a:spcBef>
              <a:buNone/>
            </a:pPr>
            <a:r>
              <a:rPr lang="en-US" sz="2000" b="true" i="false" u="none">
                <a:latin typeface="Courier New" pitchFamily="49"/>
                <a:ea typeface="SimSun" pitchFamily="2" charset="-122"/>
              </a:rPr>
              <a:t>	fd1 = open(“foobar.txt”, O_RDONLY, 0);</a:t>
            </a:r>
            <a:endParaRPr/>
          </a:p>
          <a:p>
            <a:pPr marL="0" lvl="0" indent="0">
              <a:lnSpc>
                <a:spcPts val="2000"/>
              </a:lnSpc>
              <a:spcBef>
                <a:spcPct val="20000"/>
              </a:spcBef>
              <a:buNone/>
            </a:pPr>
            <a:r>
              <a:rPr lang="en-US" sz="2000" b="true" i="false" u="none">
                <a:latin typeface="Courier New" pitchFamily="49"/>
                <a:ea typeface="SimSun" pitchFamily="2" charset="-122"/>
              </a:rPr>
              <a:t>	fd2 = open(“foobar.txt”, O_RDONLY, 0);</a:t>
            </a:r>
            <a:endParaRPr/>
          </a:p>
          <a:p>
            <a:pPr marL="0" lvl="0" indent="0">
              <a:lnSpc>
                <a:spcPts val="2000"/>
              </a:lnSpc>
              <a:spcBef>
                <a:spcPct val="20000"/>
              </a:spcBef>
              <a:buNone/>
            </a:pPr>
            <a:r>
              <a:rPr lang="en-US" sz="2000" b="true" i="false" u="none">
                <a:latin typeface="Courier New" pitchFamily="49"/>
                <a:ea typeface="SimSun" pitchFamily="2" charset="-122"/>
              </a:rPr>
              <a:t>	read(fd1, &amp;c, 1);</a:t>
            </a:r>
            <a:endParaRPr/>
          </a:p>
          <a:p>
            <a:pPr marL="0" lvl="0" indent="0">
              <a:lnSpc>
                <a:spcPts val="2000"/>
              </a:lnSpc>
              <a:spcBef>
                <a:spcPct val="20000"/>
              </a:spcBef>
              <a:buNone/>
            </a:pPr>
            <a:r>
              <a:rPr lang="en-US" sz="2000" b="true" i="false" u="none">
                <a:latin typeface="Courier New" pitchFamily="49"/>
                <a:ea typeface="SimSun" pitchFamily="2" charset="-122"/>
              </a:rPr>
              <a:t>	read(fd2, &amp;c, 1);</a:t>
            </a:r>
            <a:endParaRPr/>
          </a:p>
          <a:p>
            <a:pPr marL="0" lvl="0" indent="0">
              <a:lnSpc>
                <a:spcPts val="2000"/>
              </a:lnSpc>
              <a:spcBef>
                <a:spcPct val="20000"/>
              </a:spcBef>
              <a:buNone/>
            </a:pPr>
            <a:r>
              <a:rPr lang="en-US" sz="2000" b="true" i="false" u="none">
                <a:latin typeface="Courier New" pitchFamily="49"/>
                <a:ea typeface="SimSun" pitchFamily="2" charset="-122"/>
              </a:rPr>
              <a:t>	printf(“c = %c\n”, c);</a:t>
            </a:r>
            <a:endParaRPr/>
          </a:p>
          <a:p>
            <a:pPr marL="0" lvl="0" indent="0">
              <a:lnSpc>
                <a:spcPts val="2000"/>
              </a:lnSpc>
              <a:spcBef>
                <a:spcPct val="20000"/>
              </a:spcBef>
              <a:buNone/>
            </a:pPr>
            <a:r>
              <a:rPr lang="en-US" sz="2000" b="true" i="false" u="none">
                <a:latin typeface="Courier New" pitchFamily="49"/>
                <a:ea typeface="SimSun" pitchFamily="2" charset="-122"/>
              </a:rPr>
              <a:t>	exit(0)</a:t>
            </a:r>
            <a:endParaRPr/>
          </a:p>
          <a:p>
            <a:pPr marL="0" lvl="0" indent="0">
              <a:lnSpc>
                <a:spcPts val="2000"/>
              </a:lnSpc>
              <a:spcBef>
                <a:spcPct val="20000"/>
              </a:spcBef>
              <a:buNone/>
            </a:pPr>
            <a:r>
              <a:rPr lang="en-US" sz="2000" b="true" i="false" u="none">
                <a:latin typeface="Courier New" pitchFamily="49"/>
                <a:ea typeface="SimSun" pitchFamily="2" charset="-122"/>
              </a:rPr>
              <a:t>}</a:t>
            </a:r>
            <a:endParaRPr/>
          </a:p>
        </p:txBody>
      </p:sp>
      <p:sp>
        <p:nvSpPr>
          <p:cNvPr id="953" name="Rectangle 2"/>
          <p:cNvSpPr>
            <a:spLocks noGrp="true" noChangeShapeType="true"/>
          </p:cNvSpPr>
          <p:nvPr/>
        </p:nvSpPr>
        <p:spPr>
          <a:xfrm>
            <a:off x="6616700" y="1541462"/>
            <a:ext cx="1724025" cy="361950"/>
          </a:xfrm>
          <a:prstGeom prst="rect">
            <a:avLst/>
          </a:prstGeom>
          <a:noFill/>
        </p:spPr>
        <p:txBody>
          <a:bodyPr wrap="none" anchor="t">
            <a:spAutoFit/>
          </a:bodyPr>
          <a:lstStyle/>
          <a:p>
            <a:pPr lvl="0">
              <a:lnSpc>
                <a:spcPts val="2000"/>
              </a:lnSpc>
              <a:spcBef>
                <a:spcPct val="20000"/>
              </a:spcBef>
              <a:buNone/>
            </a:pPr>
            <a:r>
              <a:rPr lang="en-US" sz="2000">
                <a:solidFill>
                  <a:srgbClr val="000000"/>
                </a:solidFill>
                <a:latin typeface="Courier New" pitchFamily="49"/>
              </a:rPr>
              <a:t>foobar.txt</a:t>
            </a:r>
            <a:endParaRPr/>
          </a:p>
        </p:txBody>
      </p:sp>
      <p:sp>
        <p:nvSpPr>
          <p:cNvPr id="954" name="Flowchart: Document 5"/>
          <p:cNvSpPr>
            <a:spLocks noGrp="true" noChangeShapeType="true"/>
          </p:cNvSpPr>
          <p:nvPr/>
        </p:nvSpPr>
        <p:spPr>
          <a:xfrm>
            <a:off x="6616700" y="1905000"/>
            <a:ext cx="1371600" cy="1143000"/>
          </a:xfrm>
          <a:custGeom>
            <a:avLst/>
            <a:gdLst>
              <a:gd name="gd0" fmla="val 65536"/>
              <a:gd name="gd1" fmla="val 0"/>
              <a:gd name="gd2" fmla="val 20172"/>
              <a:gd name="gd3" fmla="+- gd1 945 0"/>
              <a:gd name="gd4" fmla="+- gd2 400 0"/>
              <a:gd name="gd5" fmla="+- gd1 1887 0"/>
              <a:gd name="gd6" fmla="+- gd2 628 0"/>
              <a:gd name="gd7" fmla="+- gd1 2795 0"/>
              <a:gd name="gd8" fmla="+- gd2 913 0"/>
              <a:gd name="gd9" fmla="val gd7"/>
              <a:gd name="gd10" fmla="val gd8"/>
              <a:gd name="gd11" fmla="val 5060"/>
              <a:gd name="gd12" fmla="val 21597"/>
              <a:gd name="gd13" fmla="+- gd11 2037 0"/>
              <a:gd name="gd14" fmla="+- gd12 0 0"/>
              <a:gd name="gd15" fmla="+- gd11 2567 0"/>
              <a:gd name="gd16" fmla="+- gd12 -227 0"/>
              <a:gd name="gd17" fmla="+- gd11 3095 0"/>
              <a:gd name="gd18" fmla="+- gd12 -285 0"/>
              <a:gd name="gd19" fmla="val gd17"/>
              <a:gd name="gd20" fmla="val gd18"/>
              <a:gd name="gd21" fmla="val 9855"/>
              <a:gd name="gd22" fmla="val 20800"/>
              <a:gd name="gd23" fmla="+- gd21 490 0"/>
              <a:gd name="gd24" fmla="+- gd22 -228 0"/>
              <a:gd name="gd25" fmla="+- gd21 945 0"/>
              <a:gd name="gd26" fmla="+- gd22 -400 0"/>
              <a:gd name="gd27" fmla="+- gd21 1472 0"/>
              <a:gd name="gd28" fmla="+- gd22 -740 0"/>
              <a:gd name="gd29" fmla="val gd27"/>
              <a:gd name="gd30" fmla="val gd28"/>
              <a:gd name="gd31" fmla="val 12875"/>
              <a:gd name="gd32" fmla="val 19375"/>
              <a:gd name="gd33" fmla="+- gd31 567 0"/>
              <a:gd name="gd34" fmla="+- gd32 -228 0"/>
              <a:gd name="gd35" fmla="+- gd31 1095 0"/>
              <a:gd name="gd36" fmla="+- gd32 -513 0"/>
              <a:gd name="gd37" fmla="+- gd31 1700 0"/>
              <a:gd name="gd38" fmla="+- gd32 -740 0"/>
              <a:gd name="gd39" fmla="val gd37"/>
              <a:gd name="gd40" fmla="val gd38"/>
              <a:gd name="gd41" fmla="val 16537"/>
              <a:gd name="gd42" fmla="val 17950"/>
              <a:gd name="gd43" fmla="+- gd41 718 0"/>
              <a:gd name="gd44" fmla="+- gd42 -113 0"/>
              <a:gd name="gd45" fmla="+- gd41 1398 0"/>
              <a:gd name="gd46" fmla="+- gd42 -398 0"/>
              <a:gd name="gd47" fmla="+- gd41 2228 0"/>
              <a:gd name="gd48" fmla="+- gd42 -513 0"/>
              <a:gd name="gd49" fmla="val gd47"/>
              <a:gd name="gd50" fmla="val gd48"/>
              <a:gd name="gd51" fmla="val 21597"/>
              <a:gd name="gd52" fmla="val 17322"/>
              <a:gd name="gd53" fmla="val 21597"/>
              <a:gd name="gd54" fmla="val 0"/>
              <a:gd name="gd55" fmla="val 0"/>
              <a:gd name="gd56" fmla="val 0"/>
              <a:gd name="gd57" fmla="*/ w 0 21600"/>
              <a:gd name="gd58" fmla="*/ h 0 21600"/>
              <a:gd name="gd59" fmla="*/ w 21600 21600"/>
              <a:gd name="gd60" fmla="*/ h 17322 21600"/>
            </a:gdLst>
            <a:ahLst/>
            <a:cxnLst/>
            <a:rect l="gd57" t="gd58" r="gd59" b="gd60"/>
            <a:pathLst>
              <a:path w="21600" h="21600">
                <a:moveTo>
                  <a:pt x="gd1" y="gd2"/>
                </a:moveTo>
                <a:cubicBezTo>
                  <a:pt x="gd3" y="gd4"/>
                  <a:pt x="gd5" y="gd6"/>
                  <a:pt x="gd7" y="gd8"/>
                </a:cubicBezTo>
                <a:cubicBezTo>
                  <a:pt x="3587" y="21312"/>
                  <a:pt x="4342" y="21370"/>
                  <a:pt x="5060" y="21597"/>
                </a:cubicBezTo>
                <a:cubicBezTo>
                  <a:pt x="gd13" y="gd14"/>
                  <a:pt x="gd15" y="gd16"/>
                  <a:pt x="gd17" y="gd18"/>
                </a:cubicBezTo>
                <a:cubicBezTo>
                  <a:pt x="8722" y="21197"/>
                  <a:pt x="9325" y="20970"/>
                  <a:pt x="9855" y="20800"/>
                </a:cubicBezTo>
                <a:cubicBezTo>
                  <a:pt x="gd23" y="gd24"/>
                  <a:pt x="gd25" y="gd26"/>
                  <a:pt x="gd27" y="gd28"/>
                </a:cubicBezTo>
                <a:cubicBezTo>
                  <a:pt x="11817" y="19887"/>
                  <a:pt x="12347" y="19660"/>
                  <a:pt x="12875" y="19375"/>
                </a:cubicBezTo>
                <a:cubicBezTo>
                  <a:pt x="gd33" y="gd34"/>
                  <a:pt x="gd35" y="gd36"/>
                  <a:pt x="gd37" y="gd38"/>
                </a:cubicBezTo>
                <a:cubicBezTo>
                  <a:pt x="15177" y="18462"/>
                  <a:pt x="15782" y="18122"/>
                  <a:pt x="16537" y="17950"/>
                </a:cubicBezTo>
                <a:cubicBezTo>
                  <a:pt x="gd43" y="gd44"/>
                  <a:pt x="gd45" y="gd46"/>
                  <a:pt x="gd47" y="gd48"/>
                </a:cubicBezTo>
                <a:cubicBezTo>
                  <a:pt x="19635" y="17437"/>
                  <a:pt x="20577" y="17322"/>
                  <a:pt x="21597" y="17322"/>
                </a:cubicBezTo>
                <a:lnTo>
                  <a:pt x="gd53" y="gd54"/>
                </a:lnTo>
                <a:lnTo>
                  <a:pt x="gd55" y="gd56"/>
                </a:lnTo>
                <a:close/>
              </a:path>
              <a:path w="21600" h="21600"/>
            </a:pathLst>
          </a:custGeom>
          <a:solidFill>
            <a:srgbClr val="FFFFCC"/>
          </a:solidFill>
          <a:ln w="9524">
            <a:solidFill>
              <a:schemeClr val="dk1"/>
            </a:solidFill>
            <a:round/>
            <a:headEnd/>
            <a:tailEnd/>
          </a:ln>
        </p:spPr>
        <p:txBody>
          <a:bodyPr lIns="91440" tIns="45720" rIns="91440" bIns="45720" anchor="t"/>
          <a:lstStyle/>
          <a:p>
            <a:pPr marL="342900" lvl="0" indent="-342900">
              <a:lnSpc>
                <a:spcPct val="90000"/>
              </a:lnSpc>
              <a:spcBef>
                <a:spcPct val="20000"/>
              </a:spcBef>
            </a:pPr>
            <a:r>
              <a:rPr lang="en-US" sz="2000" b="false" i="false" u="none">
                <a:latin typeface="Courier New" pitchFamily="49"/>
              </a:rPr>
              <a:t>foobar</a:t>
            </a:r>
            <a:endParaRPr/>
          </a:p>
        </p:txBody>
      </p:sp>
      <p:sp>
        <p:nvSpPr>
          <p:cNvPr id="955" name="矩形 1"/>
          <p:cNvSpPr>
            <a:spLocks noGrp="true" noChangeShapeType="true"/>
          </p:cNvSpPr>
          <p:nvPr/>
        </p:nvSpPr>
        <p:spPr>
          <a:xfrm>
            <a:off x="5410200" y="5861050"/>
            <a:ext cx="1800225" cy="369887"/>
          </a:xfrm>
          <a:prstGeom prst="rect">
            <a:avLst/>
          </a:prstGeom>
          <a:noFill/>
        </p:spPr>
        <p:txBody>
          <a:bodyPr wrap="none" anchor="t">
            <a:spAutoFit/>
          </a:bodyPr>
          <a:lstStyle/>
          <a:p>
            <a:pPr lvl="0"/>
            <a:r>
              <a:rPr lang="zh-CN" sz="1800">
                <a:latin typeface="Courier New" pitchFamily="49"/>
              </a:rPr>
              <a:t>屏幕输出什么？</a:t>
            </a:r>
            <a:endParaRPr/>
          </a:p>
        </p:txBody>
      </p:sp>
    </p:spTree>
  </p:cSld>
  <p:clrMapOvr>
    <a:masterClrMapping/>
  </p:clrMapOvr>
  <p:transition/>
</p:sld>
</file>

<file path=ppt/slides/slide93.xml><?xml version="1.0" encoding="utf-8"?>
<p:sld xmlns:a="http://schemas.openxmlformats.org/drawingml/2006/main" xmlns:p="http://schemas.openxmlformats.org/presentationml/2006/main">
  <p:cSld>
    <p:spTree>
      <p:nvGrpSpPr>
        <p:cNvPr id="956" name=""/>
        <p:cNvGrpSpPr/>
        <p:nvPr/>
      </p:nvGrpSpPr>
      <p:grpSpPr>
        <a:xfrm>
          <a:off x="0" y="0"/>
          <a:ext cx="0" cy="0"/>
          <a:chOff x="0" y="0"/>
          <a:chExt cx="0" cy="0"/>
        </a:xfrm>
      </p:grpSpPr>
      <p:sp>
        <p:nvSpPr>
          <p:cNvPr id="95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958" name="Text Box 3"/>
          <p:cNvSpPr txBox="true">
            <a:spLocks noGrp="true" noChangeShapeType="true"/>
          </p:cNvSpPr>
          <p:nvPr/>
        </p:nvSpPr>
        <p:spPr>
          <a:xfrm>
            <a:off x="3505200" y="1830387"/>
            <a:ext cx="2209800" cy="577850"/>
          </a:xfrm>
          <a:prstGeom prst="rect">
            <a:avLst/>
          </a:prstGeom>
          <a:noFill/>
        </p:spPr>
        <p:txBody>
          <a:bodyPr lIns="91440" tIns="45720" rIns="91440" bIns="45720" anchor="ctr" anchorCtr="false">
            <a:spAutoFit/>
          </a:bodyPr>
          <a:lstStyle/>
          <a:p>
            <a:pPr lvl="0" algn="ctr">
              <a:buNone/>
            </a:pPr>
            <a:r>
              <a:rPr lang="en-US">
                <a:latin typeface="Helvetica"/>
                <a:ea typeface="SimSun"/>
              </a:rPr>
              <a:t>open file table</a:t>
            </a:r>
            <a:endParaRPr/>
          </a:p>
          <a:p>
            <a:pPr lvl="0" algn="ctr">
              <a:buNone/>
            </a:pPr>
            <a:r>
              <a:rPr lang="en-US">
                <a:latin typeface="Helvetica"/>
                <a:ea typeface="SimSun"/>
              </a:rPr>
              <a:t>(</a:t>
            </a:r>
            <a:r>
              <a:rPr lang="zh-CN">
                <a:latin typeface="Helvetica"/>
                <a:ea typeface="SimSun"/>
              </a:rPr>
              <a:t>所有</a:t>
            </a:r>
            <a:r>
              <a:rPr lang="zh-CN">
                <a:latin typeface="Helvetica"/>
                <a:ea typeface="SimSun"/>
              </a:rPr>
              <a:t>进程共享</a:t>
            </a:r>
            <a:r>
              <a:rPr lang="en-US">
                <a:latin typeface="Helvetica"/>
                <a:ea typeface="SimSun"/>
              </a:rPr>
              <a:t>)</a:t>
            </a:r>
            <a:endParaRPr/>
          </a:p>
        </p:txBody>
      </p:sp>
      <p:sp>
        <p:nvSpPr>
          <p:cNvPr id="959" name="Text Box 4"/>
          <p:cNvSpPr txBox="true">
            <a:spLocks noGrp="true" noChangeShapeType="true"/>
          </p:cNvSpPr>
          <p:nvPr/>
        </p:nvSpPr>
        <p:spPr>
          <a:xfrm>
            <a:off x="6510337" y="1982787"/>
            <a:ext cx="1720850" cy="577850"/>
          </a:xfrm>
          <a:prstGeom prst="rect">
            <a:avLst/>
          </a:prstGeom>
          <a:noFill/>
        </p:spPr>
        <p:txBody>
          <a:bodyPr lIns="91440" tIns="45720" rIns="91440" bIns="45720" anchor="ctr" anchorCtr="false">
            <a:spAutoFit/>
          </a:bodyPr>
          <a:lstStyle/>
          <a:p>
            <a:pPr lvl="0" algn="ctr">
              <a:buNone/>
            </a:pPr>
            <a:r>
              <a:rPr lang="en-US">
                <a:latin typeface="Helvetica"/>
                <a:ea typeface="SimSun"/>
              </a:rPr>
              <a:t>V-node table</a:t>
            </a:r>
            <a:endParaRPr/>
          </a:p>
          <a:p>
            <a:pPr lvl="0" algn="ctr">
              <a:buNone/>
            </a:pPr>
            <a:r>
              <a:rPr lang="en-US">
                <a:latin typeface="Helvetica"/>
                <a:ea typeface="SimSun"/>
              </a:rPr>
              <a:t>(</a:t>
            </a:r>
            <a:r>
              <a:rPr lang="zh-CN">
                <a:latin typeface="Helvetica"/>
                <a:ea typeface="SimSun"/>
              </a:rPr>
              <a:t>所有进程共享</a:t>
            </a:r>
            <a:r>
              <a:rPr lang="en-US">
                <a:latin typeface="Helvetica"/>
                <a:ea typeface="SimSun"/>
              </a:rPr>
              <a:t>)</a:t>
            </a:r>
            <a:endParaRPr/>
          </a:p>
        </p:txBody>
      </p:sp>
      <p:sp>
        <p:nvSpPr>
          <p:cNvPr id="960" name="Rectangle 5"/>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961" name="Rectangle 6"/>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962" name="Rectangle 7"/>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63" name="Rectangle 8"/>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964" name="Rectangle 9"/>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965" name="Rectangle 10"/>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966" name="Line 11"/>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67" name="Line 13"/>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968" name="Rectangle 14"/>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969" name="Rectangle 15"/>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970" name="Rectangle 16"/>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971" name="Rectangle 17"/>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72" name="Rectangle 18"/>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973" name="Text Box 19"/>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974" name="Text Box 20"/>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975" name="Text Box 21"/>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976" name="Text Box 22"/>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977" name="Text Box 41"/>
          <p:cNvSpPr txBox="true">
            <a:spLocks noGrp="true" noChangeShapeType="true"/>
          </p:cNvSpPr>
          <p:nvPr/>
        </p:nvSpPr>
        <p:spPr>
          <a:xfrm>
            <a:off x="609600" y="1828800"/>
            <a:ext cx="1600200" cy="342900"/>
          </a:xfrm>
          <a:prstGeom prst="rect">
            <a:avLst/>
          </a:prstGeom>
          <a:noFill/>
        </p:spPr>
        <p:txBody>
          <a:bodyPr lIns="91440" tIns="45720" rIns="91440" bIns="45720" anchor="t">
            <a:spAutoFit/>
          </a:bodyPr>
          <a:lstStyle/>
          <a:p>
            <a:pPr lvl="0">
              <a:spcBef>
                <a:spcPct val="50000"/>
              </a:spcBef>
              <a:buNone/>
            </a:pPr>
            <a:r>
              <a:rPr lang="zh-CN">
                <a:latin typeface="Times New Roman"/>
                <a:ea typeface="SimSun"/>
              </a:rPr>
              <a:t>父进程</a:t>
            </a:r>
            <a:endParaRPr/>
          </a:p>
        </p:txBody>
      </p:sp>
      <p:sp>
        <p:nvSpPr>
          <p:cNvPr id="978" name="Rectangle 42"/>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979" name="Rectangle 43"/>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980" name="Rectangle 44"/>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981" name="Rectangle 45"/>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982" name="Rectangle 46"/>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grpSp>
        <p:nvGrpSpPr>
          <p:cNvPr id="983" name="Group 47"/>
          <p:cNvGrpSpPr/>
          <p:nvPr/>
        </p:nvGrpSpPr>
        <p:grpSpPr>
          <a:xfrm>
            <a:off x="1219200" y="1828800"/>
            <a:ext cx="1216025" cy="1828800"/>
            <a:chOff x="768" y="2400"/>
            <a:chExt cx="766" cy="1152"/>
          </a:xfrm>
        </p:grpSpPr>
        <p:sp>
          <p:nvSpPr>
            <p:cNvPr id="984" name="Rectangle 48"/>
            <p:cNvSpPr>
              <a:spLocks noChangeShapeType="true"/>
            </p:cNvSpPr>
            <p:nvPr/>
          </p:nvSpPr>
          <p:spPr>
            <a:xfrm>
              <a:off x="1150" y="240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85" name="Rectangle 49"/>
            <p:cNvSpPr>
              <a:spLocks noChangeShapeType="true"/>
            </p:cNvSpPr>
            <p:nvPr/>
          </p:nvSpPr>
          <p:spPr>
            <a:xfrm>
              <a:off x="1150" y="254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86" name="Rectangle 50"/>
            <p:cNvSpPr>
              <a:spLocks noChangeShapeType="true"/>
            </p:cNvSpPr>
            <p:nvPr/>
          </p:nvSpPr>
          <p:spPr>
            <a:xfrm>
              <a:off x="1150" y="268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87" name="Rectangle 51"/>
            <p:cNvSpPr>
              <a:spLocks noChangeShapeType="true"/>
            </p:cNvSpPr>
            <p:nvPr/>
          </p:nvSpPr>
          <p:spPr>
            <a:xfrm>
              <a:off x="1150" y="2832"/>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88" name="Rectangle 52"/>
            <p:cNvSpPr>
              <a:spLocks noChangeShapeType="true"/>
            </p:cNvSpPr>
            <p:nvPr/>
          </p:nvSpPr>
          <p:spPr>
            <a:xfrm>
              <a:off x="1150" y="2976"/>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89" name="Rectangle 53"/>
            <p:cNvSpPr>
              <a:spLocks noChangeShapeType="true"/>
            </p:cNvSpPr>
            <p:nvPr/>
          </p:nvSpPr>
          <p:spPr>
            <a:xfrm>
              <a:off x="1150" y="312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90" name="Rectangle 54"/>
            <p:cNvSpPr>
              <a:spLocks noChangeShapeType="true"/>
            </p:cNvSpPr>
            <p:nvPr/>
          </p:nvSpPr>
          <p:spPr>
            <a:xfrm>
              <a:off x="1150" y="326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91" name="Rectangle 55"/>
            <p:cNvSpPr>
              <a:spLocks noChangeShapeType="true"/>
            </p:cNvSpPr>
            <p:nvPr/>
          </p:nvSpPr>
          <p:spPr>
            <a:xfrm>
              <a:off x="1150" y="340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992" name="Rectangle 56"/>
            <p:cNvSpPr>
              <a:spLocks noChangeShapeType="true"/>
            </p:cNvSpPr>
            <p:nvPr/>
          </p:nvSpPr>
          <p:spPr>
            <a:xfrm>
              <a:off x="768" y="2400"/>
              <a:ext cx="384" cy="144"/>
            </a:xfrm>
            <a:prstGeom prst="rect">
              <a:avLst/>
            </a:prstGeom>
            <a:noFill/>
          </p:spPr>
          <p:txBody>
            <a:bodyPr wrap="none" anchor="ctr" anchorCtr="false"/>
            <a:lstStyle/>
            <a:p>
              <a:pPr lvl="0" algn="r"/>
              <a:r>
                <a:rPr lang="en-US" sz="1400">
                  <a:latin typeface="Helvetica" pitchFamily="34"/>
                </a:rPr>
                <a:t>fd0</a:t>
              </a:r>
              <a:endParaRPr/>
            </a:p>
          </p:txBody>
        </p:sp>
        <p:sp>
          <p:nvSpPr>
            <p:cNvPr id="993" name="Rectangle 57"/>
            <p:cNvSpPr>
              <a:spLocks noChangeShapeType="true"/>
            </p:cNvSpPr>
            <p:nvPr/>
          </p:nvSpPr>
          <p:spPr>
            <a:xfrm>
              <a:off x="768" y="2544"/>
              <a:ext cx="384" cy="144"/>
            </a:xfrm>
            <a:prstGeom prst="rect">
              <a:avLst/>
            </a:prstGeom>
            <a:noFill/>
          </p:spPr>
          <p:txBody>
            <a:bodyPr wrap="none" anchor="ctr" anchorCtr="false"/>
            <a:lstStyle/>
            <a:p>
              <a:pPr lvl="0" algn="r"/>
              <a:r>
                <a:rPr lang="en-US" sz="1400">
                  <a:latin typeface="Helvetica" pitchFamily="34"/>
                </a:rPr>
                <a:t>fd1</a:t>
              </a:r>
              <a:endParaRPr/>
            </a:p>
          </p:txBody>
        </p:sp>
        <p:sp>
          <p:nvSpPr>
            <p:cNvPr id="994" name="Rectangle 58"/>
            <p:cNvSpPr>
              <a:spLocks noChangeShapeType="true"/>
            </p:cNvSpPr>
            <p:nvPr/>
          </p:nvSpPr>
          <p:spPr>
            <a:xfrm>
              <a:off x="768" y="2688"/>
              <a:ext cx="384" cy="144"/>
            </a:xfrm>
            <a:prstGeom prst="rect">
              <a:avLst/>
            </a:prstGeom>
            <a:noFill/>
          </p:spPr>
          <p:txBody>
            <a:bodyPr wrap="none" anchor="ctr" anchorCtr="false"/>
            <a:lstStyle/>
            <a:p>
              <a:pPr lvl="0" algn="r"/>
              <a:r>
                <a:rPr lang="en-US" sz="1400">
                  <a:latin typeface="Helvetica" pitchFamily="34"/>
                </a:rPr>
                <a:t>fd2</a:t>
              </a:r>
              <a:endParaRPr/>
            </a:p>
          </p:txBody>
        </p:sp>
        <p:sp>
          <p:nvSpPr>
            <p:cNvPr id="995" name="Rectangle 59"/>
            <p:cNvSpPr>
              <a:spLocks noChangeShapeType="true"/>
            </p:cNvSpPr>
            <p:nvPr/>
          </p:nvSpPr>
          <p:spPr>
            <a:xfrm>
              <a:off x="768" y="2832"/>
              <a:ext cx="384" cy="144"/>
            </a:xfrm>
            <a:prstGeom prst="rect">
              <a:avLst/>
            </a:prstGeom>
            <a:noFill/>
          </p:spPr>
          <p:txBody>
            <a:bodyPr wrap="none" anchor="ctr" anchorCtr="false"/>
            <a:lstStyle/>
            <a:p>
              <a:pPr lvl="0" algn="r"/>
              <a:r>
                <a:rPr lang="en-US" sz="1400">
                  <a:latin typeface="Helvetica" pitchFamily="34"/>
                </a:rPr>
                <a:t>fd3</a:t>
              </a:r>
              <a:endParaRPr/>
            </a:p>
          </p:txBody>
        </p:sp>
        <p:sp>
          <p:nvSpPr>
            <p:cNvPr id="996" name="Rectangle 60"/>
            <p:cNvSpPr>
              <a:spLocks noChangeShapeType="true"/>
            </p:cNvSpPr>
            <p:nvPr/>
          </p:nvSpPr>
          <p:spPr>
            <a:xfrm>
              <a:off x="768" y="2976"/>
              <a:ext cx="384" cy="144"/>
            </a:xfrm>
            <a:prstGeom prst="rect">
              <a:avLst/>
            </a:prstGeom>
            <a:noFill/>
          </p:spPr>
          <p:txBody>
            <a:bodyPr wrap="none" anchor="ctr" anchorCtr="false"/>
            <a:lstStyle/>
            <a:p>
              <a:pPr lvl="0" algn="r"/>
              <a:r>
                <a:rPr lang="en-US" sz="1400">
                  <a:latin typeface="Helvetica" pitchFamily="34"/>
                </a:rPr>
                <a:t>fd4</a:t>
              </a:r>
              <a:endParaRPr/>
            </a:p>
          </p:txBody>
        </p:sp>
        <p:sp>
          <p:nvSpPr>
            <p:cNvPr id="997" name="Rectangle 61"/>
            <p:cNvSpPr>
              <a:spLocks noChangeShapeType="true"/>
            </p:cNvSpPr>
            <p:nvPr/>
          </p:nvSpPr>
          <p:spPr>
            <a:xfrm>
              <a:off x="768" y="3120"/>
              <a:ext cx="384" cy="144"/>
            </a:xfrm>
            <a:prstGeom prst="rect">
              <a:avLst/>
            </a:prstGeom>
            <a:noFill/>
          </p:spPr>
          <p:txBody>
            <a:bodyPr wrap="none" anchor="ctr" anchorCtr="false"/>
            <a:lstStyle/>
            <a:p>
              <a:pPr lvl="0" algn="r"/>
              <a:r>
                <a:rPr lang="en-US" sz="1400">
                  <a:latin typeface="Helvetica" pitchFamily="34"/>
                </a:rPr>
                <a:t>fd5</a:t>
              </a:r>
              <a:endParaRPr/>
            </a:p>
          </p:txBody>
        </p:sp>
        <p:sp>
          <p:nvSpPr>
            <p:cNvPr id="998" name="Rectangle 62"/>
            <p:cNvSpPr>
              <a:spLocks noChangeShapeType="true"/>
            </p:cNvSpPr>
            <p:nvPr/>
          </p:nvSpPr>
          <p:spPr>
            <a:xfrm>
              <a:off x="768" y="3264"/>
              <a:ext cx="384" cy="144"/>
            </a:xfrm>
            <a:prstGeom prst="rect">
              <a:avLst/>
            </a:prstGeom>
            <a:noFill/>
          </p:spPr>
          <p:txBody>
            <a:bodyPr wrap="none" anchor="ctr" anchorCtr="false"/>
            <a:lstStyle/>
            <a:p>
              <a:pPr lvl="0" algn="r"/>
              <a:r>
                <a:rPr lang="en-US" sz="1400">
                  <a:latin typeface="Helvetica" pitchFamily="34"/>
                </a:rPr>
                <a:t>fd6</a:t>
              </a:r>
              <a:endParaRPr/>
            </a:p>
          </p:txBody>
        </p:sp>
        <p:sp>
          <p:nvSpPr>
            <p:cNvPr id="999" name="Rectangle 63"/>
            <p:cNvSpPr>
              <a:spLocks noChangeShapeType="true"/>
            </p:cNvSpPr>
            <p:nvPr/>
          </p:nvSpPr>
          <p:spPr>
            <a:xfrm>
              <a:off x="768" y="3408"/>
              <a:ext cx="384" cy="144"/>
            </a:xfrm>
            <a:prstGeom prst="rect">
              <a:avLst/>
            </a:prstGeom>
            <a:noFill/>
          </p:spPr>
          <p:txBody>
            <a:bodyPr wrap="none" anchor="ctr" anchorCtr="false"/>
            <a:lstStyle/>
            <a:p>
              <a:pPr lvl="0" algn="r"/>
              <a:r>
                <a:rPr lang="en-US" sz="1400">
                  <a:latin typeface="Helvetica" pitchFamily="34"/>
                </a:rPr>
                <a:t>fd7</a:t>
              </a:r>
              <a:endParaRPr/>
            </a:p>
          </p:txBody>
        </p:sp>
      </p:grpSp>
      <p:sp>
        <p:nvSpPr>
          <p:cNvPr id="1000" name="Line 64"/>
          <p:cNvSpPr>
            <a:spLocks noGrp="true" noChangeShapeType="true"/>
          </p:cNvSpPr>
          <p:nvPr/>
        </p:nvSpPr>
        <p:spPr>
          <a:xfrm>
            <a:off x="2362200" y="2133600"/>
            <a:ext cx="1752600" cy="609600"/>
          </a:xfrm>
          <a:prstGeom prst="line">
            <a:avLst/>
          </a:prstGeom>
          <a:noFill/>
          <a:ln w="9524">
            <a:solidFill>
              <a:schemeClr val="dk1"/>
            </a:solidFill>
            <a:round/>
            <a:headEnd/>
            <a:tailEnd type="triangle" w="med" len="med"/>
          </a:ln>
        </p:spPr>
        <p:txBody>
          <a:bodyPr lIns="91440" tIns="45720" rIns="91440" bIns="45720"/>
          <a:lstStyle/>
          <a:p>
            <a:pPr/>
            <a:endParaRPr sz="1400" dirty="false"/>
          </a:p>
        </p:txBody>
      </p:sp>
      <p:sp>
        <p:nvSpPr>
          <p:cNvPr id="1001" name="Line 65"/>
          <p:cNvSpPr>
            <a:spLocks noGrp="true" noChangeShapeType="true"/>
          </p:cNvSpPr>
          <p:nvPr/>
        </p:nvSpPr>
        <p:spPr>
          <a:xfrm>
            <a:off x="2362200" y="2819400"/>
            <a:ext cx="1828800" cy="1524000"/>
          </a:xfrm>
          <a:prstGeom prst="line">
            <a:avLst/>
          </a:prstGeom>
          <a:noFill/>
          <a:ln w="9524">
            <a:solidFill>
              <a:schemeClr val="dk1"/>
            </a:solidFill>
            <a:round/>
            <a:headEnd/>
            <a:tailEnd type="triangle" w="med" len="med"/>
          </a:ln>
        </p:spPr>
        <p:txBody>
          <a:bodyPr lIns="91440" tIns="45720" rIns="91440" bIns="45720"/>
          <a:lstStyle/>
          <a:p>
            <a:pPr/>
            <a:endParaRPr sz="1400" dirty="false"/>
          </a:p>
        </p:txBody>
      </p:sp>
      <p:sp>
        <p:nvSpPr>
          <p:cNvPr id="1002"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父子进程间共享文件</a:t>
            </a:r>
            <a:endParaRPr/>
          </a:p>
        </p:txBody>
      </p:sp>
    </p:spTree>
  </p:cSld>
  <p:clrMapOvr>
    <a:masterClrMapping/>
  </p:clrMapOvr>
  <p:transition/>
</p:sld>
</file>

<file path=ppt/slides/slide94.xml><?xml version="1.0" encoding="utf-8"?>
<p:sld xmlns:a="http://schemas.openxmlformats.org/drawingml/2006/main" xmlns:p="http://schemas.openxmlformats.org/presentationml/2006/main">
  <p:cSld>
    <p:spTree>
      <p:nvGrpSpPr>
        <p:cNvPr id="1003" name=""/>
        <p:cNvGrpSpPr/>
        <p:nvPr/>
      </p:nvGrpSpPr>
      <p:grpSpPr>
        <a:xfrm>
          <a:off x="0" y="0"/>
          <a:ext cx="0" cy="0"/>
          <a:chOff x="0" y="0"/>
          <a:chExt cx="0" cy="0"/>
        </a:xfrm>
      </p:grpSpPr>
      <p:sp>
        <p:nvSpPr>
          <p:cNvPr id="1004"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005" name="Text Box 3"/>
          <p:cNvSpPr txBox="true">
            <a:spLocks noGrp="true" noChangeShapeType="true"/>
          </p:cNvSpPr>
          <p:nvPr/>
        </p:nvSpPr>
        <p:spPr>
          <a:xfrm>
            <a:off x="3505200" y="1830387"/>
            <a:ext cx="2209800" cy="577850"/>
          </a:xfrm>
          <a:prstGeom prst="rect">
            <a:avLst/>
          </a:prstGeom>
          <a:noFill/>
        </p:spPr>
        <p:txBody>
          <a:bodyPr lIns="91440" tIns="45720" rIns="91440" bIns="45720" anchor="ctr" anchorCtr="false">
            <a:spAutoFit/>
          </a:bodyPr>
          <a:lstStyle/>
          <a:p>
            <a:pPr lvl="0" algn="ctr">
              <a:buNone/>
            </a:pPr>
            <a:r>
              <a:rPr lang="en-US">
                <a:latin typeface="Helvetica"/>
                <a:ea typeface="SimSun"/>
              </a:rPr>
              <a:t>open file table</a:t>
            </a:r>
            <a:endParaRPr/>
          </a:p>
          <a:p>
            <a:pPr lvl="0" algn="ctr">
              <a:buNone/>
            </a:pPr>
            <a:r>
              <a:rPr lang="en-US">
                <a:latin typeface="Helvetica"/>
                <a:ea typeface="SimSun"/>
              </a:rPr>
              <a:t>(</a:t>
            </a:r>
            <a:r>
              <a:rPr lang="zh-CN">
                <a:latin typeface="Helvetica"/>
                <a:ea typeface="SimSun"/>
              </a:rPr>
              <a:t>所有进程共享</a:t>
            </a:r>
            <a:r>
              <a:rPr lang="en-US">
                <a:latin typeface="Helvetica"/>
                <a:ea typeface="SimSun"/>
              </a:rPr>
              <a:t>)</a:t>
            </a:r>
            <a:endParaRPr/>
          </a:p>
        </p:txBody>
      </p:sp>
      <p:sp>
        <p:nvSpPr>
          <p:cNvPr id="1006" name="Text Box 4"/>
          <p:cNvSpPr txBox="true">
            <a:spLocks noGrp="true" noChangeShapeType="true"/>
          </p:cNvSpPr>
          <p:nvPr/>
        </p:nvSpPr>
        <p:spPr>
          <a:xfrm rot="0" flipH="false" flipV="false">
            <a:off x="6159500" y="2000250"/>
            <a:ext cx="1720850" cy="577850"/>
          </a:xfrm>
          <a:prstGeom prst="rect">
            <a:avLst/>
          </a:prstGeom>
          <a:noFill/>
        </p:spPr>
        <p:txBody>
          <a:bodyPr lIns="91440" tIns="45720" rIns="91440" bIns="45720" anchor="ctr" anchorCtr="false">
            <a:spAutoFit/>
          </a:bodyPr>
          <a:lstStyle/>
          <a:p>
            <a:pPr lvl="0" algn="ctr">
              <a:buNone/>
            </a:pPr>
            <a:r>
              <a:rPr lang="en-US">
                <a:latin typeface="Helvetica"/>
                <a:ea typeface="SimSun"/>
              </a:rPr>
              <a:t>V-node table</a:t>
            </a:r>
            <a:endParaRPr/>
          </a:p>
          <a:p>
            <a:pPr lvl="0" algn="ctr">
              <a:buNone/>
            </a:pPr>
            <a:r>
              <a:rPr lang="en-US">
                <a:latin typeface="Helvetica"/>
                <a:ea typeface="SimSun"/>
              </a:rPr>
              <a:t>(</a:t>
            </a:r>
            <a:r>
              <a:rPr lang="zh-CN">
                <a:latin typeface="Helvetica"/>
                <a:ea typeface="SimSun"/>
              </a:rPr>
              <a:t>所有进程共享</a:t>
            </a:r>
            <a:r>
              <a:rPr lang="en-US">
                <a:latin typeface="Helvetica"/>
                <a:ea typeface="SimSun"/>
              </a:rPr>
              <a:t>)</a:t>
            </a:r>
            <a:endParaRPr/>
          </a:p>
        </p:txBody>
      </p:sp>
      <p:sp>
        <p:nvSpPr>
          <p:cNvPr id="1007" name="Rectangle 5"/>
          <p:cNvSpPr>
            <a:spLocks noGrp="true" noChangeShapeType="true"/>
          </p:cNvSpPr>
          <p:nvPr/>
        </p:nvSpPr>
        <p:spPr>
          <a:xfrm>
            <a:off x="4187825" y="3048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1008" name="Rectangle 6"/>
          <p:cNvSpPr>
            <a:spLocks noGrp="true" noChangeShapeType="true"/>
          </p:cNvSpPr>
          <p:nvPr/>
        </p:nvSpPr>
        <p:spPr>
          <a:xfrm>
            <a:off x="4187825" y="3352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a:t>
            </a:r>
            <a:r>
              <a:rPr lang="en-US">
                <a:solidFill>
                  <a:srgbClr val="FF0000"/>
                </a:solidFill>
                <a:latin typeface="Helvetica" pitchFamily="34"/>
              </a:rPr>
              <a:t>2</a:t>
            </a:r>
            <a:endParaRPr/>
          </a:p>
        </p:txBody>
      </p:sp>
      <p:sp>
        <p:nvSpPr>
          <p:cNvPr id="1009" name="Rectangle 7"/>
          <p:cNvSpPr>
            <a:spLocks noGrp="true" noChangeShapeType="true"/>
          </p:cNvSpPr>
          <p:nvPr/>
        </p:nvSpPr>
        <p:spPr>
          <a:xfrm>
            <a:off x="4187825" y="3657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010" name="Rectangle 8"/>
          <p:cNvSpPr>
            <a:spLocks noGrp="true" noChangeShapeType="true"/>
          </p:cNvSpPr>
          <p:nvPr/>
        </p:nvSpPr>
        <p:spPr>
          <a:xfrm>
            <a:off x="6473825" y="3124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1011" name="Rectangle 9"/>
          <p:cNvSpPr>
            <a:spLocks noGrp="true" noChangeShapeType="true"/>
          </p:cNvSpPr>
          <p:nvPr/>
        </p:nvSpPr>
        <p:spPr>
          <a:xfrm>
            <a:off x="6473825" y="3429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1012" name="Rectangle 10"/>
          <p:cNvSpPr>
            <a:spLocks noGrp="true" noChangeShapeType="true"/>
          </p:cNvSpPr>
          <p:nvPr/>
        </p:nvSpPr>
        <p:spPr>
          <a:xfrm>
            <a:off x="6473825" y="3733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1013" name="Line 11"/>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014" name="Line 12"/>
          <p:cNvSpPr>
            <a:spLocks noGrp="true" noChangeShapeType="true"/>
          </p:cNvSpPr>
          <p:nvPr/>
        </p:nvSpPr>
        <p:spPr>
          <a:xfrm flipV="true">
            <a:off x="2282825" y="2743200"/>
            <a:ext cx="1905000" cy="1447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015" name="Line 13"/>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016" name="Rectangle 14"/>
          <p:cNvSpPr>
            <a:spLocks noGrp="true" noChangeShapeType="true"/>
          </p:cNvSpPr>
          <p:nvPr/>
        </p:nvSpPr>
        <p:spPr>
          <a:xfrm>
            <a:off x="4187825" y="27432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1017" name="Rectangle 15"/>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1018" name="Rectangle 16"/>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a:t>
            </a:r>
            <a:r>
              <a:rPr lang="en-US">
                <a:solidFill>
                  <a:srgbClr val="FF0000"/>
                </a:solidFill>
                <a:latin typeface="Helvetica" pitchFamily="34"/>
              </a:rPr>
              <a:t>2</a:t>
            </a:r>
            <a:endParaRPr/>
          </a:p>
        </p:txBody>
      </p:sp>
      <p:sp>
        <p:nvSpPr>
          <p:cNvPr id="1019" name="Rectangle 17"/>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020" name="Rectangle 18"/>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1021" name="Text Box 19"/>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1022" name="Text Box 20"/>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1023" name="Text Box 21"/>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1024" name="Text Box 22"/>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1025" name="Line 23"/>
          <p:cNvSpPr>
            <a:spLocks noGrp="true" noChangeShapeType="true"/>
          </p:cNvSpPr>
          <p:nvPr/>
        </p:nvSpPr>
        <p:spPr>
          <a:xfrm flipV="true">
            <a:off x="2282825" y="4419600"/>
            <a:ext cx="1905000" cy="3810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grpSp>
        <p:nvGrpSpPr>
          <p:cNvPr id="1026" name="Group 24"/>
          <p:cNvGrpSpPr/>
          <p:nvPr/>
        </p:nvGrpSpPr>
        <p:grpSpPr>
          <a:xfrm>
            <a:off x="1219200" y="3810000"/>
            <a:ext cx="1216025" cy="1828800"/>
            <a:chOff x="768" y="2400"/>
            <a:chExt cx="766" cy="1152"/>
          </a:xfrm>
        </p:grpSpPr>
        <p:sp>
          <p:nvSpPr>
            <p:cNvPr id="1027" name="Rectangle 25"/>
            <p:cNvSpPr>
              <a:spLocks noChangeShapeType="true"/>
            </p:cNvSpPr>
            <p:nvPr/>
          </p:nvSpPr>
          <p:spPr>
            <a:xfrm>
              <a:off x="1150" y="240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28" name="Rectangle 26"/>
            <p:cNvSpPr>
              <a:spLocks noChangeShapeType="true"/>
            </p:cNvSpPr>
            <p:nvPr/>
          </p:nvSpPr>
          <p:spPr>
            <a:xfrm>
              <a:off x="1150" y="254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29" name="Rectangle 27"/>
            <p:cNvSpPr>
              <a:spLocks noChangeShapeType="true"/>
            </p:cNvSpPr>
            <p:nvPr/>
          </p:nvSpPr>
          <p:spPr>
            <a:xfrm>
              <a:off x="1150" y="268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0" name="Rectangle 28"/>
            <p:cNvSpPr>
              <a:spLocks noChangeShapeType="true"/>
            </p:cNvSpPr>
            <p:nvPr/>
          </p:nvSpPr>
          <p:spPr>
            <a:xfrm>
              <a:off x="1150" y="2832"/>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1" name="Rectangle 29"/>
            <p:cNvSpPr>
              <a:spLocks noChangeShapeType="true"/>
            </p:cNvSpPr>
            <p:nvPr/>
          </p:nvSpPr>
          <p:spPr>
            <a:xfrm>
              <a:off x="1150" y="2976"/>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2" name="Rectangle 30"/>
            <p:cNvSpPr>
              <a:spLocks noChangeShapeType="true"/>
            </p:cNvSpPr>
            <p:nvPr/>
          </p:nvSpPr>
          <p:spPr>
            <a:xfrm>
              <a:off x="1150" y="312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3" name="Rectangle 31"/>
            <p:cNvSpPr>
              <a:spLocks noChangeShapeType="true"/>
            </p:cNvSpPr>
            <p:nvPr/>
          </p:nvSpPr>
          <p:spPr>
            <a:xfrm>
              <a:off x="1150" y="326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4" name="Rectangle 32"/>
            <p:cNvSpPr>
              <a:spLocks noChangeShapeType="true"/>
            </p:cNvSpPr>
            <p:nvPr/>
          </p:nvSpPr>
          <p:spPr>
            <a:xfrm>
              <a:off x="1150" y="340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35" name="Rectangle 33"/>
            <p:cNvSpPr>
              <a:spLocks noChangeShapeType="true"/>
            </p:cNvSpPr>
            <p:nvPr/>
          </p:nvSpPr>
          <p:spPr>
            <a:xfrm>
              <a:off x="768" y="2400"/>
              <a:ext cx="384" cy="144"/>
            </a:xfrm>
            <a:prstGeom prst="rect">
              <a:avLst/>
            </a:prstGeom>
            <a:noFill/>
          </p:spPr>
          <p:txBody>
            <a:bodyPr wrap="none" anchor="ctr" anchorCtr="false"/>
            <a:lstStyle/>
            <a:p>
              <a:pPr lvl="0" algn="r"/>
              <a:r>
                <a:rPr lang="en-US" sz="1400">
                  <a:latin typeface="Helvetica" pitchFamily="34"/>
                </a:rPr>
                <a:t>fd0</a:t>
              </a:r>
              <a:endParaRPr/>
            </a:p>
          </p:txBody>
        </p:sp>
        <p:sp>
          <p:nvSpPr>
            <p:cNvPr id="1036" name="Rectangle 34"/>
            <p:cNvSpPr>
              <a:spLocks noChangeShapeType="true"/>
            </p:cNvSpPr>
            <p:nvPr/>
          </p:nvSpPr>
          <p:spPr>
            <a:xfrm>
              <a:off x="768" y="2544"/>
              <a:ext cx="384" cy="144"/>
            </a:xfrm>
            <a:prstGeom prst="rect">
              <a:avLst/>
            </a:prstGeom>
            <a:noFill/>
          </p:spPr>
          <p:txBody>
            <a:bodyPr wrap="none" anchor="ctr" anchorCtr="false"/>
            <a:lstStyle/>
            <a:p>
              <a:pPr lvl="0" algn="r"/>
              <a:r>
                <a:rPr lang="en-US" sz="1400">
                  <a:latin typeface="Helvetica" pitchFamily="34"/>
                </a:rPr>
                <a:t>fd1</a:t>
              </a:r>
              <a:endParaRPr/>
            </a:p>
          </p:txBody>
        </p:sp>
        <p:sp>
          <p:nvSpPr>
            <p:cNvPr id="1037" name="Rectangle 35"/>
            <p:cNvSpPr>
              <a:spLocks noChangeShapeType="true"/>
            </p:cNvSpPr>
            <p:nvPr/>
          </p:nvSpPr>
          <p:spPr>
            <a:xfrm>
              <a:off x="768" y="2688"/>
              <a:ext cx="384" cy="144"/>
            </a:xfrm>
            <a:prstGeom prst="rect">
              <a:avLst/>
            </a:prstGeom>
            <a:noFill/>
          </p:spPr>
          <p:txBody>
            <a:bodyPr wrap="none" anchor="ctr" anchorCtr="false"/>
            <a:lstStyle/>
            <a:p>
              <a:pPr lvl="0" algn="r"/>
              <a:r>
                <a:rPr lang="en-US" sz="1400">
                  <a:latin typeface="Helvetica" pitchFamily="34"/>
                </a:rPr>
                <a:t>fd2</a:t>
              </a:r>
              <a:endParaRPr/>
            </a:p>
          </p:txBody>
        </p:sp>
        <p:sp>
          <p:nvSpPr>
            <p:cNvPr id="1038" name="Rectangle 36"/>
            <p:cNvSpPr>
              <a:spLocks noChangeShapeType="true"/>
            </p:cNvSpPr>
            <p:nvPr/>
          </p:nvSpPr>
          <p:spPr>
            <a:xfrm>
              <a:off x="768" y="2832"/>
              <a:ext cx="384" cy="144"/>
            </a:xfrm>
            <a:prstGeom prst="rect">
              <a:avLst/>
            </a:prstGeom>
            <a:noFill/>
          </p:spPr>
          <p:txBody>
            <a:bodyPr wrap="none" anchor="ctr" anchorCtr="false"/>
            <a:lstStyle/>
            <a:p>
              <a:pPr lvl="0" algn="r"/>
              <a:r>
                <a:rPr lang="en-US" sz="1400">
                  <a:latin typeface="Helvetica" pitchFamily="34"/>
                </a:rPr>
                <a:t>fd3</a:t>
              </a:r>
              <a:endParaRPr/>
            </a:p>
          </p:txBody>
        </p:sp>
        <p:sp>
          <p:nvSpPr>
            <p:cNvPr id="1039" name="Rectangle 37"/>
            <p:cNvSpPr>
              <a:spLocks noChangeShapeType="true"/>
            </p:cNvSpPr>
            <p:nvPr/>
          </p:nvSpPr>
          <p:spPr>
            <a:xfrm>
              <a:off x="768" y="2976"/>
              <a:ext cx="384" cy="144"/>
            </a:xfrm>
            <a:prstGeom prst="rect">
              <a:avLst/>
            </a:prstGeom>
            <a:noFill/>
          </p:spPr>
          <p:txBody>
            <a:bodyPr wrap="none" anchor="ctr" anchorCtr="false"/>
            <a:lstStyle/>
            <a:p>
              <a:pPr lvl="0" algn="r"/>
              <a:r>
                <a:rPr lang="en-US" sz="1400">
                  <a:latin typeface="Helvetica" pitchFamily="34"/>
                </a:rPr>
                <a:t>fd4</a:t>
              </a:r>
              <a:endParaRPr/>
            </a:p>
          </p:txBody>
        </p:sp>
        <p:sp>
          <p:nvSpPr>
            <p:cNvPr id="1040" name="Rectangle 38"/>
            <p:cNvSpPr>
              <a:spLocks noChangeShapeType="true"/>
            </p:cNvSpPr>
            <p:nvPr/>
          </p:nvSpPr>
          <p:spPr>
            <a:xfrm>
              <a:off x="768" y="3120"/>
              <a:ext cx="384" cy="144"/>
            </a:xfrm>
            <a:prstGeom prst="rect">
              <a:avLst/>
            </a:prstGeom>
            <a:noFill/>
          </p:spPr>
          <p:txBody>
            <a:bodyPr wrap="none" anchor="ctr" anchorCtr="false"/>
            <a:lstStyle/>
            <a:p>
              <a:pPr lvl="0" algn="r"/>
              <a:r>
                <a:rPr lang="en-US" sz="1400">
                  <a:latin typeface="Helvetica" pitchFamily="34"/>
                </a:rPr>
                <a:t>fd5</a:t>
              </a:r>
              <a:endParaRPr/>
            </a:p>
          </p:txBody>
        </p:sp>
        <p:sp>
          <p:nvSpPr>
            <p:cNvPr id="1041" name="Rectangle 39"/>
            <p:cNvSpPr>
              <a:spLocks noChangeShapeType="true"/>
            </p:cNvSpPr>
            <p:nvPr/>
          </p:nvSpPr>
          <p:spPr>
            <a:xfrm>
              <a:off x="768" y="3264"/>
              <a:ext cx="384" cy="144"/>
            </a:xfrm>
            <a:prstGeom prst="rect">
              <a:avLst/>
            </a:prstGeom>
            <a:noFill/>
          </p:spPr>
          <p:txBody>
            <a:bodyPr wrap="none" anchor="ctr" anchorCtr="false"/>
            <a:lstStyle/>
            <a:p>
              <a:pPr lvl="0" algn="r"/>
              <a:r>
                <a:rPr lang="en-US" sz="1400">
                  <a:latin typeface="Helvetica" pitchFamily="34"/>
                </a:rPr>
                <a:t>fd6</a:t>
              </a:r>
              <a:endParaRPr/>
            </a:p>
          </p:txBody>
        </p:sp>
        <p:sp>
          <p:nvSpPr>
            <p:cNvPr id="1042" name="Rectangle 40"/>
            <p:cNvSpPr>
              <a:spLocks noChangeShapeType="true"/>
            </p:cNvSpPr>
            <p:nvPr/>
          </p:nvSpPr>
          <p:spPr>
            <a:xfrm>
              <a:off x="768" y="3408"/>
              <a:ext cx="384" cy="144"/>
            </a:xfrm>
            <a:prstGeom prst="rect">
              <a:avLst/>
            </a:prstGeom>
            <a:noFill/>
          </p:spPr>
          <p:txBody>
            <a:bodyPr wrap="none" anchor="ctr" anchorCtr="false"/>
            <a:lstStyle/>
            <a:p>
              <a:pPr lvl="0" algn="r"/>
              <a:r>
                <a:rPr lang="en-US" sz="1400">
                  <a:latin typeface="Helvetica" pitchFamily="34"/>
                </a:rPr>
                <a:t>fd7</a:t>
              </a:r>
              <a:endParaRPr/>
            </a:p>
          </p:txBody>
        </p:sp>
      </p:grpSp>
      <p:sp>
        <p:nvSpPr>
          <p:cNvPr id="1043" name="Rectangle 42"/>
          <p:cNvSpPr>
            <a:spLocks noGrp="true" noChangeShapeType="true"/>
          </p:cNvSpPr>
          <p:nvPr/>
        </p:nvSpPr>
        <p:spPr>
          <a:xfrm>
            <a:off x="6477000" y="4038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044" name="Rectangle 43"/>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1045" name="Rectangle 44"/>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1046" name="Rectangle 45"/>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1047" name="Rectangle 46"/>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grpSp>
        <p:nvGrpSpPr>
          <p:cNvPr id="1048" name="Group 47"/>
          <p:cNvGrpSpPr/>
          <p:nvPr/>
        </p:nvGrpSpPr>
        <p:grpSpPr>
          <a:xfrm>
            <a:off x="1219200" y="1828800"/>
            <a:ext cx="1216025" cy="1828800"/>
            <a:chOff x="768" y="2400"/>
            <a:chExt cx="766" cy="1152"/>
          </a:xfrm>
        </p:grpSpPr>
        <p:sp>
          <p:nvSpPr>
            <p:cNvPr id="1049" name="Rectangle 48"/>
            <p:cNvSpPr>
              <a:spLocks noChangeShapeType="true"/>
            </p:cNvSpPr>
            <p:nvPr/>
          </p:nvSpPr>
          <p:spPr>
            <a:xfrm>
              <a:off x="1150" y="240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0" name="Rectangle 49"/>
            <p:cNvSpPr>
              <a:spLocks noChangeShapeType="true"/>
            </p:cNvSpPr>
            <p:nvPr/>
          </p:nvSpPr>
          <p:spPr>
            <a:xfrm>
              <a:off x="1150" y="254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1" name="Rectangle 50"/>
            <p:cNvSpPr>
              <a:spLocks noChangeShapeType="true"/>
            </p:cNvSpPr>
            <p:nvPr/>
          </p:nvSpPr>
          <p:spPr>
            <a:xfrm>
              <a:off x="1150" y="268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2" name="Rectangle 51"/>
            <p:cNvSpPr>
              <a:spLocks noChangeShapeType="true"/>
            </p:cNvSpPr>
            <p:nvPr/>
          </p:nvSpPr>
          <p:spPr>
            <a:xfrm>
              <a:off x="1150" y="2832"/>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3" name="Rectangle 52"/>
            <p:cNvSpPr>
              <a:spLocks noChangeShapeType="true"/>
            </p:cNvSpPr>
            <p:nvPr/>
          </p:nvSpPr>
          <p:spPr>
            <a:xfrm>
              <a:off x="1150" y="2976"/>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4" name="Rectangle 53"/>
            <p:cNvSpPr>
              <a:spLocks noChangeShapeType="true"/>
            </p:cNvSpPr>
            <p:nvPr/>
          </p:nvSpPr>
          <p:spPr>
            <a:xfrm>
              <a:off x="1150" y="3120"/>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5" name="Rectangle 54"/>
            <p:cNvSpPr>
              <a:spLocks noChangeShapeType="true"/>
            </p:cNvSpPr>
            <p:nvPr/>
          </p:nvSpPr>
          <p:spPr>
            <a:xfrm>
              <a:off x="1150" y="3264"/>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6" name="Rectangle 55"/>
            <p:cNvSpPr>
              <a:spLocks noChangeShapeType="true"/>
            </p:cNvSpPr>
            <p:nvPr/>
          </p:nvSpPr>
          <p:spPr>
            <a:xfrm>
              <a:off x="1150" y="3408"/>
              <a:ext cx="384" cy="144"/>
            </a:xfrm>
            <a:prstGeom prst="rect">
              <a:avLst/>
            </a:prstGeom>
            <a:noFill/>
            <a:ln w="12700">
              <a:solidFill>
                <a:schemeClr val="dk1"/>
              </a:solidFill>
              <a:miter/>
              <a:headEnd/>
              <a:tailEnd/>
            </a:ln>
          </p:spPr>
          <p:txBody>
            <a:bodyPr wrap="none" anchor="ctr" anchorCtr="false"/>
            <a:lstStyle/>
            <a:p>
              <a:pPr/>
              <a:endParaRPr sz="1400" dirty="false"/>
            </a:p>
          </p:txBody>
        </p:sp>
        <p:sp>
          <p:nvSpPr>
            <p:cNvPr id="1057" name="Rectangle 56"/>
            <p:cNvSpPr>
              <a:spLocks noChangeShapeType="true"/>
            </p:cNvSpPr>
            <p:nvPr/>
          </p:nvSpPr>
          <p:spPr>
            <a:xfrm>
              <a:off x="768" y="2400"/>
              <a:ext cx="384" cy="144"/>
            </a:xfrm>
            <a:prstGeom prst="rect">
              <a:avLst/>
            </a:prstGeom>
            <a:noFill/>
          </p:spPr>
          <p:txBody>
            <a:bodyPr wrap="none" anchor="ctr" anchorCtr="false"/>
            <a:lstStyle/>
            <a:p>
              <a:pPr lvl="0" algn="r"/>
              <a:r>
                <a:rPr lang="en-US" sz="1400">
                  <a:latin typeface="Helvetica" pitchFamily="34"/>
                </a:rPr>
                <a:t>fd0</a:t>
              </a:r>
              <a:endParaRPr/>
            </a:p>
          </p:txBody>
        </p:sp>
        <p:sp>
          <p:nvSpPr>
            <p:cNvPr id="1058" name="Rectangle 57"/>
            <p:cNvSpPr>
              <a:spLocks noChangeShapeType="true"/>
            </p:cNvSpPr>
            <p:nvPr/>
          </p:nvSpPr>
          <p:spPr>
            <a:xfrm>
              <a:off x="768" y="2544"/>
              <a:ext cx="384" cy="144"/>
            </a:xfrm>
            <a:prstGeom prst="rect">
              <a:avLst/>
            </a:prstGeom>
            <a:noFill/>
          </p:spPr>
          <p:txBody>
            <a:bodyPr wrap="none" anchor="ctr" anchorCtr="false"/>
            <a:lstStyle/>
            <a:p>
              <a:pPr lvl="0" algn="r"/>
              <a:r>
                <a:rPr lang="en-US" sz="1400">
                  <a:latin typeface="Helvetica" pitchFamily="34"/>
                </a:rPr>
                <a:t>fd1</a:t>
              </a:r>
              <a:endParaRPr/>
            </a:p>
          </p:txBody>
        </p:sp>
        <p:sp>
          <p:nvSpPr>
            <p:cNvPr id="1059" name="Rectangle 58"/>
            <p:cNvSpPr>
              <a:spLocks noChangeShapeType="true"/>
            </p:cNvSpPr>
            <p:nvPr/>
          </p:nvSpPr>
          <p:spPr>
            <a:xfrm>
              <a:off x="768" y="2688"/>
              <a:ext cx="384" cy="144"/>
            </a:xfrm>
            <a:prstGeom prst="rect">
              <a:avLst/>
            </a:prstGeom>
            <a:noFill/>
          </p:spPr>
          <p:txBody>
            <a:bodyPr wrap="none" anchor="ctr" anchorCtr="false"/>
            <a:lstStyle/>
            <a:p>
              <a:pPr lvl="0" algn="r"/>
              <a:r>
                <a:rPr lang="en-US" sz="1400">
                  <a:latin typeface="Helvetica" pitchFamily="34"/>
                </a:rPr>
                <a:t>fd2</a:t>
              </a:r>
              <a:endParaRPr/>
            </a:p>
          </p:txBody>
        </p:sp>
        <p:sp>
          <p:nvSpPr>
            <p:cNvPr id="1060" name="Rectangle 59"/>
            <p:cNvSpPr>
              <a:spLocks noChangeShapeType="true"/>
            </p:cNvSpPr>
            <p:nvPr/>
          </p:nvSpPr>
          <p:spPr>
            <a:xfrm>
              <a:off x="768" y="2832"/>
              <a:ext cx="384" cy="144"/>
            </a:xfrm>
            <a:prstGeom prst="rect">
              <a:avLst/>
            </a:prstGeom>
            <a:noFill/>
          </p:spPr>
          <p:txBody>
            <a:bodyPr wrap="none" anchor="ctr" anchorCtr="false"/>
            <a:lstStyle/>
            <a:p>
              <a:pPr lvl="0" algn="r"/>
              <a:r>
                <a:rPr lang="en-US" sz="1400">
                  <a:latin typeface="Helvetica" pitchFamily="34"/>
                </a:rPr>
                <a:t>fd3</a:t>
              </a:r>
              <a:endParaRPr/>
            </a:p>
          </p:txBody>
        </p:sp>
        <p:sp>
          <p:nvSpPr>
            <p:cNvPr id="1061" name="Rectangle 60"/>
            <p:cNvSpPr>
              <a:spLocks noChangeShapeType="true"/>
            </p:cNvSpPr>
            <p:nvPr/>
          </p:nvSpPr>
          <p:spPr>
            <a:xfrm>
              <a:off x="768" y="2976"/>
              <a:ext cx="384" cy="144"/>
            </a:xfrm>
            <a:prstGeom prst="rect">
              <a:avLst/>
            </a:prstGeom>
            <a:noFill/>
          </p:spPr>
          <p:txBody>
            <a:bodyPr wrap="none" anchor="ctr" anchorCtr="false"/>
            <a:lstStyle/>
            <a:p>
              <a:pPr lvl="0" algn="r"/>
              <a:r>
                <a:rPr lang="en-US" sz="1400">
                  <a:latin typeface="Helvetica" pitchFamily="34"/>
                </a:rPr>
                <a:t>fd4</a:t>
              </a:r>
              <a:endParaRPr/>
            </a:p>
          </p:txBody>
        </p:sp>
        <p:sp>
          <p:nvSpPr>
            <p:cNvPr id="1062" name="Rectangle 61"/>
            <p:cNvSpPr>
              <a:spLocks noChangeShapeType="true"/>
            </p:cNvSpPr>
            <p:nvPr/>
          </p:nvSpPr>
          <p:spPr>
            <a:xfrm>
              <a:off x="768" y="3120"/>
              <a:ext cx="384" cy="144"/>
            </a:xfrm>
            <a:prstGeom prst="rect">
              <a:avLst/>
            </a:prstGeom>
            <a:noFill/>
          </p:spPr>
          <p:txBody>
            <a:bodyPr wrap="none" anchor="ctr" anchorCtr="false"/>
            <a:lstStyle/>
            <a:p>
              <a:pPr lvl="0" algn="r"/>
              <a:r>
                <a:rPr lang="en-US" sz="1400">
                  <a:latin typeface="Helvetica" pitchFamily="34"/>
                </a:rPr>
                <a:t>fd5</a:t>
              </a:r>
              <a:endParaRPr/>
            </a:p>
          </p:txBody>
        </p:sp>
        <p:sp>
          <p:nvSpPr>
            <p:cNvPr id="1063" name="Rectangle 62"/>
            <p:cNvSpPr>
              <a:spLocks noChangeShapeType="true"/>
            </p:cNvSpPr>
            <p:nvPr/>
          </p:nvSpPr>
          <p:spPr>
            <a:xfrm>
              <a:off x="768" y="3264"/>
              <a:ext cx="384" cy="144"/>
            </a:xfrm>
            <a:prstGeom prst="rect">
              <a:avLst/>
            </a:prstGeom>
            <a:noFill/>
          </p:spPr>
          <p:txBody>
            <a:bodyPr wrap="none" anchor="ctr" anchorCtr="false"/>
            <a:lstStyle/>
            <a:p>
              <a:pPr lvl="0" algn="r"/>
              <a:r>
                <a:rPr lang="en-US" sz="1400">
                  <a:latin typeface="Helvetica" pitchFamily="34"/>
                </a:rPr>
                <a:t>fd6</a:t>
              </a:r>
              <a:endParaRPr/>
            </a:p>
          </p:txBody>
        </p:sp>
        <p:sp>
          <p:nvSpPr>
            <p:cNvPr id="1064" name="Rectangle 63"/>
            <p:cNvSpPr>
              <a:spLocks noChangeShapeType="true"/>
            </p:cNvSpPr>
            <p:nvPr/>
          </p:nvSpPr>
          <p:spPr>
            <a:xfrm>
              <a:off x="768" y="3408"/>
              <a:ext cx="384" cy="144"/>
            </a:xfrm>
            <a:prstGeom prst="rect">
              <a:avLst/>
            </a:prstGeom>
            <a:noFill/>
          </p:spPr>
          <p:txBody>
            <a:bodyPr wrap="none" anchor="ctr" anchorCtr="false"/>
            <a:lstStyle/>
            <a:p>
              <a:pPr lvl="0" algn="r"/>
              <a:r>
                <a:rPr lang="en-US" sz="1400">
                  <a:latin typeface="Helvetica" pitchFamily="34"/>
                </a:rPr>
                <a:t>fd7</a:t>
              </a:r>
              <a:endParaRPr/>
            </a:p>
          </p:txBody>
        </p:sp>
      </p:grpSp>
      <p:sp>
        <p:nvSpPr>
          <p:cNvPr id="1065" name="Line 64"/>
          <p:cNvSpPr>
            <a:spLocks noGrp="true" noChangeShapeType="true"/>
          </p:cNvSpPr>
          <p:nvPr/>
        </p:nvSpPr>
        <p:spPr>
          <a:xfrm>
            <a:off x="2362200" y="2133600"/>
            <a:ext cx="1752600" cy="609600"/>
          </a:xfrm>
          <a:prstGeom prst="line">
            <a:avLst/>
          </a:prstGeom>
          <a:noFill/>
          <a:ln w="9524">
            <a:solidFill>
              <a:schemeClr val="dk1"/>
            </a:solidFill>
            <a:round/>
            <a:headEnd/>
            <a:tailEnd type="triangle" w="med" len="med"/>
          </a:ln>
        </p:spPr>
        <p:txBody>
          <a:bodyPr lIns="91440" tIns="45720" rIns="91440" bIns="45720"/>
          <a:lstStyle/>
          <a:p>
            <a:pPr/>
            <a:endParaRPr sz="1400" dirty="false"/>
          </a:p>
        </p:txBody>
      </p:sp>
      <p:sp>
        <p:nvSpPr>
          <p:cNvPr id="1066" name="Line 65"/>
          <p:cNvSpPr>
            <a:spLocks noGrp="true" noChangeShapeType="true"/>
          </p:cNvSpPr>
          <p:nvPr/>
        </p:nvSpPr>
        <p:spPr>
          <a:xfrm>
            <a:off x="2362200" y="2819400"/>
            <a:ext cx="1828800" cy="1524000"/>
          </a:xfrm>
          <a:prstGeom prst="line">
            <a:avLst/>
          </a:prstGeom>
          <a:noFill/>
          <a:ln w="9524">
            <a:solidFill>
              <a:schemeClr val="dk1"/>
            </a:solidFill>
            <a:round/>
            <a:headEnd/>
            <a:tailEnd type="triangle" w="med" len="med"/>
          </a:ln>
        </p:spPr>
        <p:txBody>
          <a:bodyPr lIns="91440" tIns="45720" rIns="91440" bIns="45720"/>
          <a:lstStyle/>
          <a:p>
            <a:pPr/>
            <a:endParaRPr sz="1400" dirty="false"/>
          </a:p>
        </p:txBody>
      </p:sp>
      <p:sp>
        <p:nvSpPr>
          <p:cNvPr id="1067"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父子进程间共享文件</a:t>
            </a:r>
            <a:endParaRPr/>
          </a:p>
        </p:txBody>
      </p:sp>
      <p:sp>
        <p:nvSpPr>
          <p:cNvPr id="1068" name="Text Box 41"/>
          <p:cNvSpPr txBox="true">
            <a:spLocks noGrp="true" noChangeShapeType="true"/>
          </p:cNvSpPr>
          <p:nvPr/>
        </p:nvSpPr>
        <p:spPr>
          <a:xfrm>
            <a:off x="609600" y="1828800"/>
            <a:ext cx="1600200" cy="342900"/>
          </a:xfrm>
          <a:prstGeom prst="rect">
            <a:avLst/>
          </a:prstGeom>
          <a:noFill/>
        </p:spPr>
        <p:txBody>
          <a:bodyPr lIns="91440" tIns="45720" rIns="91440" bIns="45720" anchor="t">
            <a:spAutoFit/>
          </a:bodyPr>
          <a:lstStyle/>
          <a:p>
            <a:pPr lvl="0">
              <a:spcBef>
                <a:spcPct val="50000"/>
              </a:spcBef>
              <a:buNone/>
            </a:pPr>
            <a:r>
              <a:rPr lang="zh-CN">
                <a:latin typeface="Times New Roman"/>
                <a:ea typeface="SimSun"/>
              </a:rPr>
              <a:t>父进程</a:t>
            </a:r>
            <a:endParaRPr/>
          </a:p>
        </p:txBody>
      </p:sp>
      <p:sp>
        <p:nvSpPr>
          <p:cNvPr id="1069" name="Text Box 41"/>
          <p:cNvSpPr txBox="true">
            <a:spLocks noGrp="true" noChangeShapeType="true"/>
          </p:cNvSpPr>
          <p:nvPr/>
        </p:nvSpPr>
        <p:spPr>
          <a:xfrm>
            <a:off x="609600" y="3776662"/>
            <a:ext cx="1600200" cy="342900"/>
          </a:xfrm>
          <a:prstGeom prst="rect">
            <a:avLst/>
          </a:prstGeom>
          <a:noFill/>
        </p:spPr>
        <p:txBody>
          <a:bodyPr lIns="91440" tIns="45720" rIns="91440" bIns="45720" anchor="t">
            <a:spAutoFit/>
          </a:bodyPr>
          <a:lstStyle/>
          <a:p>
            <a:pPr lvl="0">
              <a:spcBef>
                <a:spcPct val="50000"/>
              </a:spcBef>
              <a:buNone/>
            </a:pPr>
            <a:r>
              <a:rPr lang="zh-CN">
                <a:latin typeface="Times New Roman"/>
                <a:ea typeface="SimSun"/>
              </a:rPr>
              <a:t>子进程</a:t>
            </a:r>
            <a:endParaRPr/>
          </a:p>
        </p:txBody>
      </p:sp>
    </p:spTree>
  </p:cSld>
  <p:clrMapOvr>
    <a:masterClrMapping/>
  </p:clrMapOvr>
  <p:transition/>
</p:sld>
</file>

<file path=ppt/slides/slide95.xml><?xml version="1.0" encoding="utf-8"?>
<p:sld xmlns:a="http://schemas.openxmlformats.org/drawingml/2006/main" xmlns:p="http://schemas.openxmlformats.org/presentationml/2006/main">
  <p:cSld>
    <p:spTree>
      <p:nvGrpSpPr>
        <p:cNvPr id="1070" name=""/>
        <p:cNvGrpSpPr/>
        <p:nvPr/>
      </p:nvGrpSpPr>
      <p:grpSpPr>
        <a:xfrm>
          <a:off x="0" y="0"/>
          <a:ext cx="0" cy="0"/>
          <a:chOff x="0" y="0"/>
          <a:chExt cx="0" cy="0"/>
        </a:xfrm>
      </p:grpSpPr>
      <p:sp>
        <p:nvSpPr>
          <p:cNvPr id="1071"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072" name="Rectangle 3"/>
          <p:cNvSpPr>
            <a:spLocks noGrp="true" noChangeShapeType="true"/>
          </p:cNvSpPr>
          <p:nvPr>
            <p:ph type="obj"/>
          </p:nvPr>
        </p:nvSpPr>
        <p:spPr>
          <a:xfrm>
            <a:off x="609600" y="1600200"/>
            <a:ext cx="76962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lnSpc>
                <a:spcPts val="1600"/>
              </a:lnSpc>
              <a:spcBef>
                <a:spcPct val="20000"/>
              </a:spcBef>
              <a:buNone/>
            </a:pPr>
            <a:r>
              <a:rPr lang="en-US" sz="2000" b="true" i="false" u="none">
                <a:latin typeface="Courier New"/>
                <a:ea typeface="SimSun"/>
              </a:rPr>
              <a:t>#include </a:t>
            </a:r>
            <a:r>
              <a:rPr lang="en-US" sz="2000" b="true" i="false" u="none">
                <a:latin typeface="Courier New"/>
                <a:ea typeface="SimSun"/>
              </a:rPr>
              <a:t>“</a:t>
            </a:r>
            <a:r>
              <a:rPr lang="en-US" sz="2000" b="true" i="false" u="none">
                <a:latin typeface="Courier New"/>
                <a:ea typeface="SimSun"/>
              </a:rPr>
              <a:t>csapp.h</a:t>
            </a:r>
            <a:r>
              <a:rPr lang="en-US" sz="2000" b="true" i="false" u="none">
                <a:latin typeface="Courier New"/>
                <a:ea typeface="SimSun"/>
              </a:rPr>
              <a:t>”</a:t>
            </a:r>
            <a:endParaRPr/>
          </a:p>
          <a:p>
            <a:pPr marL="0" lvl="0" indent="0">
              <a:lnSpc>
                <a:spcPts val="1600"/>
              </a:lnSpc>
              <a:spcBef>
                <a:spcPct val="20000"/>
              </a:spcBef>
              <a:buNone/>
            </a:pPr>
            <a:r>
              <a:rPr lang="en-US" sz="2000" b="true" i="false" u="none">
                <a:latin typeface="Courier New"/>
                <a:ea typeface="SimSun"/>
              </a:rPr>
              <a:t> </a:t>
            </a:r>
            <a:endParaRPr/>
          </a:p>
          <a:p>
            <a:pPr marL="0" lvl="0" indent="0">
              <a:lnSpc>
                <a:spcPts val="1600"/>
              </a:lnSpc>
              <a:spcBef>
                <a:spcPct val="20000"/>
              </a:spcBef>
              <a:buNone/>
            </a:pPr>
            <a:r>
              <a:rPr lang="en-US" sz="2000" b="true" i="false" u="none">
                <a:latin typeface="Courier New"/>
                <a:ea typeface="SimSun"/>
              </a:rPr>
              <a:t>int main()</a:t>
            </a:r>
            <a:endParaRPr/>
          </a:p>
          <a:p>
            <a:pPr marL="0" lvl="0" indent="0">
              <a:lnSpc>
                <a:spcPts val="1600"/>
              </a:lnSpc>
              <a:spcBef>
                <a:spcPct val="20000"/>
              </a:spcBef>
              <a:buNone/>
            </a:pPr>
            <a:r>
              <a:rPr lang="en-US" sz="2000" b="true" i="false" u="none">
                <a:latin typeface="Courier New"/>
                <a:ea typeface="SimSun"/>
              </a:rPr>
              <a:t>{</a:t>
            </a:r>
            <a:endParaRPr/>
          </a:p>
          <a:p>
            <a:pPr marL="0" lvl="0" indent="0">
              <a:lnSpc>
                <a:spcPts val="1600"/>
              </a:lnSpc>
              <a:spcBef>
                <a:spcPct val="20000"/>
              </a:spcBef>
              <a:buNone/>
            </a:pPr>
            <a:r>
              <a:rPr lang="en-US" sz="2000" b="true" i="false" u="none">
                <a:latin typeface="Courier New"/>
                <a:ea typeface="SimSun"/>
              </a:rPr>
              <a:t>	int fd;</a:t>
            </a:r>
            <a:endParaRPr/>
          </a:p>
          <a:p>
            <a:pPr marL="0" lvl="0" indent="0">
              <a:lnSpc>
                <a:spcPts val="1600"/>
              </a:lnSpc>
              <a:spcBef>
                <a:spcPct val="20000"/>
              </a:spcBef>
              <a:buNone/>
            </a:pPr>
            <a:r>
              <a:rPr lang="en-US" sz="2000" b="true" i="false" u="none">
                <a:latin typeface="Courier New"/>
                <a:ea typeface="SimSun"/>
              </a:rPr>
              <a:t>	char c;</a:t>
            </a:r>
            <a:endParaRPr/>
          </a:p>
          <a:p>
            <a:pPr marL="0" lvl="0" indent="0">
              <a:lnSpc>
                <a:spcPts val="1600"/>
              </a:lnSpc>
              <a:spcBef>
                <a:spcPct val="20000"/>
              </a:spcBef>
              <a:buNone/>
            </a:pPr>
            <a:r>
              <a:rPr lang="en-US" sz="2000" b="true" i="false" u="none">
                <a:latin typeface="Courier New"/>
                <a:ea typeface="SimSun"/>
              </a:rPr>
              <a:t> </a:t>
            </a:r>
            <a:endParaRPr/>
          </a:p>
          <a:p>
            <a:pPr marL="0" lvl="0" indent="0">
              <a:lnSpc>
                <a:spcPts val="1600"/>
              </a:lnSpc>
              <a:spcBef>
                <a:spcPct val="20000"/>
              </a:spcBef>
              <a:buNone/>
            </a:pPr>
            <a:r>
              <a:rPr lang="en-US" sz="2000" b="true" i="false" u="none">
                <a:latin typeface="Courier New"/>
                <a:ea typeface="SimSun"/>
              </a:rPr>
              <a:t>	fd = open(</a:t>
            </a:r>
            <a:r>
              <a:rPr lang="en-US" sz="2000" b="true" i="false" u="none">
                <a:latin typeface="Courier New"/>
                <a:ea typeface="SimSun"/>
              </a:rPr>
              <a:t>“</a:t>
            </a:r>
            <a:r>
              <a:rPr lang="en-US" sz="2000" b="true" i="false" u="none">
                <a:latin typeface="Courier New"/>
                <a:ea typeface="SimSun"/>
              </a:rPr>
              <a:t>foobar.txt</a:t>
            </a:r>
            <a:r>
              <a:rPr lang="en-US" sz="2000" b="true" i="false" u="none">
                <a:latin typeface="Courier New"/>
                <a:ea typeface="SimSun"/>
              </a:rPr>
              <a:t>”</a:t>
            </a:r>
            <a:r>
              <a:rPr lang="en-US" sz="2000" b="true" i="false" u="none">
                <a:latin typeface="Courier New"/>
                <a:ea typeface="SimSun"/>
              </a:rPr>
              <a:t>, O_RDONLY, 0);</a:t>
            </a:r>
            <a:endParaRPr/>
          </a:p>
          <a:p>
            <a:pPr marL="0" lvl="0" indent="0">
              <a:lnSpc>
                <a:spcPts val="1600"/>
              </a:lnSpc>
              <a:spcBef>
                <a:spcPct val="20000"/>
              </a:spcBef>
              <a:buNone/>
            </a:pPr>
            <a:r>
              <a:rPr lang="en-US" sz="2000" b="true" i="false" u="none">
                <a:latin typeface="Courier New"/>
                <a:ea typeface="SimSun"/>
              </a:rPr>
              <a:t>	if (</a:t>
            </a:r>
            <a:r>
              <a:rPr lang="en-US" sz="2000" b="true" i="false" u="none">
                <a:solidFill>
                  <a:srgbClr val="FF0000">
                    <a:alpha val="100000"/>
                  </a:srgbClr>
                </a:solidFill>
                <a:latin typeface="Courier New"/>
                <a:ea typeface="SimSun"/>
              </a:rPr>
              <a:t>fork</a:t>
            </a:r>
            <a:r>
              <a:rPr lang="en-US" sz="2000" b="true" i="false" u="none">
                <a:latin typeface="Courier New"/>
                <a:ea typeface="SimSun"/>
              </a:rPr>
              <a:t>() == 0) {</a:t>
            </a:r>
            <a:endParaRPr/>
          </a:p>
          <a:p>
            <a:pPr marL="0" lvl="0" indent="0">
              <a:lnSpc>
                <a:spcPts val="1600"/>
              </a:lnSpc>
              <a:spcBef>
                <a:spcPct val="20000"/>
              </a:spcBef>
              <a:buNone/>
            </a:pPr>
            <a:r>
              <a:rPr lang="en-US" sz="2000" b="true" i="false" u="none">
                <a:latin typeface="Courier New"/>
                <a:ea typeface="SimSun"/>
              </a:rPr>
              <a:t>		read(fd, &amp;c, 1) ;</a:t>
            </a:r>
            <a:endParaRPr/>
          </a:p>
          <a:p>
            <a:pPr marL="0" lvl="0" indent="0">
              <a:lnSpc>
                <a:spcPts val="1600"/>
              </a:lnSpc>
              <a:spcBef>
                <a:spcPct val="20000"/>
              </a:spcBef>
              <a:buNone/>
            </a:pPr>
            <a:r>
              <a:rPr lang="en-US" sz="2000" b="true" i="false" u="none">
                <a:latin typeface="Courier New"/>
                <a:ea typeface="SimSun"/>
              </a:rPr>
              <a:t> 		exit(0) ;</a:t>
            </a:r>
            <a:endParaRPr/>
          </a:p>
          <a:p>
            <a:pPr marL="0" lvl="0" indent="0">
              <a:lnSpc>
                <a:spcPts val="1600"/>
              </a:lnSpc>
              <a:spcBef>
                <a:spcPct val="20000"/>
              </a:spcBef>
              <a:buNone/>
            </a:pPr>
            <a:r>
              <a:rPr lang="en-US" sz="2000" b="true" i="false" u="none">
                <a:latin typeface="Courier New"/>
                <a:ea typeface="SimSun"/>
              </a:rPr>
              <a:t> 	}</a:t>
            </a:r>
            <a:endParaRPr/>
          </a:p>
          <a:p>
            <a:pPr marL="0" lvl="0" indent="0">
              <a:lnSpc>
                <a:spcPts val="1600"/>
              </a:lnSpc>
              <a:spcBef>
                <a:spcPct val="20000"/>
              </a:spcBef>
              <a:buNone/>
            </a:pPr>
            <a:r>
              <a:rPr lang="en-US" sz="2000" b="true" i="false" u="none">
                <a:latin typeface="Courier New"/>
                <a:ea typeface="SimSun"/>
              </a:rPr>
              <a:t> 	wait(NULL);</a:t>
            </a:r>
            <a:endParaRPr/>
          </a:p>
          <a:p>
            <a:pPr marL="0" lvl="0" indent="0">
              <a:lnSpc>
                <a:spcPts val="1600"/>
              </a:lnSpc>
              <a:spcBef>
                <a:spcPct val="20000"/>
              </a:spcBef>
              <a:buNone/>
            </a:pPr>
            <a:r>
              <a:rPr lang="en-US" sz="2000" b="true" i="false" u="none">
                <a:latin typeface="Courier New"/>
                <a:ea typeface="SimSun"/>
              </a:rPr>
              <a:t>	read(fd, &amp;c, 1);</a:t>
            </a:r>
            <a:endParaRPr/>
          </a:p>
          <a:p>
            <a:pPr marL="0" lvl="0" indent="0">
              <a:lnSpc>
                <a:spcPts val="1600"/>
              </a:lnSpc>
              <a:spcBef>
                <a:spcPct val="20000"/>
              </a:spcBef>
              <a:buNone/>
            </a:pPr>
            <a:r>
              <a:rPr lang="en-US" sz="2000" b="true" i="false" u="none">
                <a:latin typeface="Courier New"/>
                <a:ea typeface="SimSun"/>
              </a:rPr>
              <a:t>	printf(</a:t>
            </a:r>
            <a:r>
              <a:rPr lang="en-US" sz="2000" b="true" i="false" u="none">
                <a:latin typeface="Courier New"/>
                <a:ea typeface="SimSun"/>
              </a:rPr>
              <a:t>“</a:t>
            </a:r>
            <a:r>
              <a:rPr lang="en-US" sz="2000" b="true" i="false" u="none">
                <a:latin typeface="Courier New"/>
                <a:ea typeface="SimSun"/>
              </a:rPr>
              <a:t>c = %c\n</a:t>
            </a:r>
            <a:r>
              <a:rPr lang="en-US" sz="2000" b="true" i="false" u="none">
                <a:latin typeface="Courier New"/>
                <a:ea typeface="SimSun"/>
              </a:rPr>
              <a:t>”</a:t>
            </a:r>
            <a:r>
              <a:rPr lang="en-US" sz="2000" b="true" i="false" u="none">
                <a:latin typeface="Courier New"/>
                <a:ea typeface="SimSun"/>
              </a:rPr>
              <a:t>, c);</a:t>
            </a:r>
            <a:endParaRPr/>
          </a:p>
          <a:p>
            <a:pPr marL="0" lvl="0" indent="0">
              <a:lnSpc>
                <a:spcPts val="1600"/>
              </a:lnSpc>
              <a:spcBef>
                <a:spcPct val="20000"/>
              </a:spcBef>
              <a:buNone/>
            </a:pPr>
            <a:r>
              <a:rPr lang="en-US" sz="2000" b="true" i="false" u="none">
                <a:latin typeface="Courier New"/>
                <a:ea typeface="SimSun"/>
              </a:rPr>
              <a:t>	exit(0);</a:t>
            </a:r>
            <a:endParaRPr/>
          </a:p>
          <a:p>
            <a:pPr marL="0" lvl="0" indent="0">
              <a:lnSpc>
                <a:spcPts val="1600"/>
              </a:lnSpc>
              <a:spcBef>
                <a:spcPct val="20000"/>
              </a:spcBef>
              <a:buNone/>
            </a:pPr>
            <a:r>
              <a:rPr lang="en-US" sz="2000" b="true" i="false" u="none">
                <a:latin typeface="Courier New"/>
                <a:ea typeface="SimSun"/>
              </a:rPr>
              <a:t>}</a:t>
            </a:r>
            <a:endParaRPr/>
          </a:p>
        </p:txBody>
      </p:sp>
      <p:sp>
        <p:nvSpPr>
          <p:cNvPr id="1073"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zh-CN">
                <a:latin typeface="Comic Sans MS"/>
                <a:ea typeface="SimSun"/>
              </a:rPr>
              <a:t>父子进程间共享文件</a:t>
            </a:r>
            <a:endParaRPr/>
          </a:p>
        </p:txBody>
      </p:sp>
      <p:sp>
        <p:nvSpPr>
          <p:cNvPr id="1074" name="Rectangle 6"/>
          <p:cNvSpPr>
            <a:spLocks noGrp="true" noChangeShapeType="true"/>
          </p:cNvSpPr>
          <p:nvPr/>
        </p:nvSpPr>
        <p:spPr>
          <a:xfrm>
            <a:off x="6616700" y="1541462"/>
            <a:ext cx="1724025" cy="361950"/>
          </a:xfrm>
          <a:prstGeom prst="rect">
            <a:avLst/>
          </a:prstGeom>
          <a:noFill/>
        </p:spPr>
        <p:txBody>
          <a:bodyPr wrap="none" anchor="t">
            <a:spAutoFit/>
          </a:bodyPr>
          <a:lstStyle/>
          <a:p>
            <a:pPr lvl="0">
              <a:lnSpc>
                <a:spcPts val="2000"/>
              </a:lnSpc>
              <a:spcBef>
                <a:spcPct val="20000"/>
              </a:spcBef>
              <a:buNone/>
            </a:pPr>
            <a:r>
              <a:rPr lang="en-US" sz="2000">
                <a:solidFill>
                  <a:srgbClr val="000000"/>
                </a:solidFill>
                <a:latin typeface="Courier New" pitchFamily="49"/>
              </a:rPr>
              <a:t>foobar.txt</a:t>
            </a:r>
            <a:endParaRPr/>
          </a:p>
        </p:txBody>
      </p:sp>
      <p:sp>
        <p:nvSpPr>
          <p:cNvPr id="1075" name="Flowchart: Document 7"/>
          <p:cNvSpPr>
            <a:spLocks noGrp="true" noChangeShapeType="true"/>
          </p:cNvSpPr>
          <p:nvPr/>
        </p:nvSpPr>
        <p:spPr>
          <a:xfrm>
            <a:off x="6616700" y="1905000"/>
            <a:ext cx="1371600" cy="1143000"/>
          </a:xfrm>
          <a:custGeom>
            <a:avLst/>
            <a:gdLst>
              <a:gd name="gd0" fmla="val 65536"/>
              <a:gd name="gd1" fmla="val 0"/>
              <a:gd name="gd2" fmla="val 20172"/>
              <a:gd name="gd3" fmla="+- gd1 945 0"/>
              <a:gd name="gd4" fmla="+- gd2 400 0"/>
              <a:gd name="gd5" fmla="+- gd1 1887 0"/>
              <a:gd name="gd6" fmla="+- gd2 628 0"/>
              <a:gd name="gd7" fmla="+- gd1 2795 0"/>
              <a:gd name="gd8" fmla="+- gd2 913 0"/>
              <a:gd name="gd9" fmla="val gd7"/>
              <a:gd name="gd10" fmla="val gd8"/>
              <a:gd name="gd11" fmla="val 5060"/>
              <a:gd name="gd12" fmla="val 21597"/>
              <a:gd name="gd13" fmla="+- gd11 2037 0"/>
              <a:gd name="gd14" fmla="+- gd12 0 0"/>
              <a:gd name="gd15" fmla="+- gd11 2567 0"/>
              <a:gd name="gd16" fmla="+- gd12 -227 0"/>
              <a:gd name="gd17" fmla="+- gd11 3095 0"/>
              <a:gd name="gd18" fmla="+- gd12 -285 0"/>
              <a:gd name="gd19" fmla="val gd17"/>
              <a:gd name="gd20" fmla="val gd18"/>
              <a:gd name="gd21" fmla="val 9855"/>
              <a:gd name="gd22" fmla="val 20800"/>
              <a:gd name="gd23" fmla="+- gd21 490 0"/>
              <a:gd name="gd24" fmla="+- gd22 -228 0"/>
              <a:gd name="gd25" fmla="+- gd21 945 0"/>
              <a:gd name="gd26" fmla="+- gd22 -400 0"/>
              <a:gd name="gd27" fmla="+- gd21 1472 0"/>
              <a:gd name="gd28" fmla="+- gd22 -740 0"/>
              <a:gd name="gd29" fmla="val gd27"/>
              <a:gd name="gd30" fmla="val gd28"/>
              <a:gd name="gd31" fmla="val 12875"/>
              <a:gd name="gd32" fmla="val 19375"/>
              <a:gd name="gd33" fmla="+- gd31 567 0"/>
              <a:gd name="gd34" fmla="+- gd32 -228 0"/>
              <a:gd name="gd35" fmla="+- gd31 1095 0"/>
              <a:gd name="gd36" fmla="+- gd32 -513 0"/>
              <a:gd name="gd37" fmla="+- gd31 1700 0"/>
              <a:gd name="gd38" fmla="+- gd32 -740 0"/>
              <a:gd name="gd39" fmla="val gd37"/>
              <a:gd name="gd40" fmla="val gd38"/>
              <a:gd name="gd41" fmla="val 16537"/>
              <a:gd name="gd42" fmla="val 17950"/>
              <a:gd name="gd43" fmla="+- gd41 718 0"/>
              <a:gd name="gd44" fmla="+- gd42 -113 0"/>
              <a:gd name="gd45" fmla="+- gd41 1398 0"/>
              <a:gd name="gd46" fmla="+- gd42 -398 0"/>
              <a:gd name="gd47" fmla="+- gd41 2228 0"/>
              <a:gd name="gd48" fmla="+- gd42 -513 0"/>
              <a:gd name="gd49" fmla="val gd47"/>
              <a:gd name="gd50" fmla="val gd48"/>
              <a:gd name="gd51" fmla="val 21597"/>
              <a:gd name="gd52" fmla="val 17322"/>
              <a:gd name="gd53" fmla="val 21597"/>
              <a:gd name="gd54" fmla="val 0"/>
              <a:gd name="gd55" fmla="val 0"/>
              <a:gd name="gd56" fmla="val 0"/>
              <a:gd name="gd57" fmla="*/ w 0 21600"/>
              <a:gd name="gd58" fmla="*/ h 0 21600"/>
              <a:gd name="gd59" fmla="*/ w 21600 21600"/>
              <a:gd name="gd60" fmla="*/ h 17322 21600"/>
            </a:gdLst>
            <a:ahLst/>
            <a:cxnLst/>
            <a:rect l="gd57" t="gd58" r="gd59" b="gd60"/>
            <a:pathLst>
              <a:path w="21600" h="21600">
                <a:moveTo>
                  <a:pt x="gd1" y="gd2"/>
                </a:moveTo>
                <a:cubicBezTo>
                  <a:pt x="gd3" y="gd4"/>
                  <a:pt x="gd5" y="gd6"/>
                  <a:pt x="gd7" y="gd8"/>
                </a:cubicBezTo>
                <a:cubicBezTo>
                  <a:pt x="3587" y="21312"/>
                  <a:pt x="4342" y="21370"/>
                  <a:pt x="5060" y="21597"/>
                </a:cubicBezTo>
                <a:cubicBezTo>
                  <a:pt x="gd13" y="gd14"/>
                  <a:pt x="gd15" y="gd16"/>
                  <a:pt x="gd17" y="gd18"/>
                </a:cubicBezTo>
                <a:cubicBezTo>
                  <a:pt x="8722" y="21197"/>
                  <a:pt x="9325" y="20970"/>
                  <a:pt x="9855" y="20800"/>
                </a:cubicBezTo>
                <a:cubicBezTo>
                  <a:pt x="gd23" y="gd24"/>
                  <a:pt x="gd25" y="gd26"/>
                  <a:pt x="gd27" y="gd28"/>
                </a:cubicBezTo>
                <a:cubicBezTo>
                  <a:pt x="11817" y="19887"/>
                  <a:pt x="12347" y="19660"/>
                  <a:pt x="12875" y="19375"/>
                </a:cubicBezTo>
                <a:cubicBezTo>
                  <a:pt x="gd33" y="gd34"/>
                  <a:pt x="gd35" y="gd36"/>
                  <a:pt x="gd37" y="gd38"/>
                </a:cubicBezTo>
                <a:cubicBezTo>
                  <a:pt x="15177" y="18462"/>
                  <a:pt x="15782" y="18122"/>
                  <a:pt x="16537" y="17950"/>
                </a:cubicBezTo>
                <a:cubicBezTo>
                  <a:pt x="gd43" y="gd44"/>
                  <a:pt x="gd45" y="gd46"/>
                  <a:pt x="gd47" y="gd48"/>
                </a:cubicBezTo>
                <a:cubicBezTo>
                  <a:pt x="19635" y="17437"/>
                  <a:pt x="20577" y="17322"/>
                  <a:pt x="21597" y="17322"/>
                </a:cubicBezTo>
                <a:lnTo>
                  <a:pt x="gd53" y="gd54"/>
                </a:lnTo>
                <a:lnTo>
                  <a:pt x="gd55" y="gd56"/>
                </a:lnTo>
                <a:close/>
              </a:path>
              <a:path w="21600" h="21600"/>
            </a:pathLst>
          </a:custGeom>
          <a:solidFill>
            <a:srgbClr val="FFFFCC"/>
          </a:solidFill>
          <a:ln w="9524">
            <a:solidFill>
              <a:schemeClr val="dk1"/>
            </a:solidFill>
            <a:round/>
            <a:headEnd/>
            <a:tailEnd/>
          </a:ln>
        </p:spPr>
        <p:txBody>
          <a:bodyPr lIns="91440" tIns="45720" rIns="91440" bIns="45720" anchor="t"/>
          <a:lstStyle/>
          <a:p>
            <a:pPr marL="342900" lvl="0" indent="-342900">
              <a:lnSpc>
                <a:spcPct val="90000"/>
              </a:lnSpc>
              <a:spcBef>
                <a:spcPct val="20000"/>
              </a:spcBef>
            </a:pPr>
            <a:r>
              <a:rPr lang="en-US" sz="2000" b="false" i="false" u="none">
                <a:latin typeface="Courier New" pitchFamily="49"/>
              </a:rPr>
              <a:t>foobar</a:t>
            </a:r>
            <a:endParaRPr/>
          </a:p>
        </p:txBody>
      </p:sp>
      <p:sp>
        <p:nvSpPr>
          <p:cNvPr id="1076" name="矩形 7"/>
          <p:cNvSpPr>
            <a:spLocks noGrp="true" noChangeShapeType="true"/>
          </p:cNvSpPr>
          <p:nvPr/>
        </p:nvSpPr>
        <p:spPr>
          <a:xfrm>
            <a:off x="5057775" y="5873750"/>
            <a:ext cx="1784350" cy="647700"/>
          </a:xfrm>
          <a:prstGeom prst="rect">
            <a:avLst/>
          </a:prstGeom>
          <a:noFill/>
        </p:spPr>
        <p:txBody>
          <a:bodyPr wrap="none" anchor="t">
            <a:spAutoFit/>
          </a:bodyPr>
          <a:lstStyle/>
          <a:p>
            <a:pPr lvl="0">
              <a:buNone/>
            </a:pPr>
            <a:r>
              <a:rPr lang="zh-CN" sz="1800">
                <a:latin typeface="Courier New"/>
                <a:ea typeface="SimSun"/>
              </a:rPr>
              <a:t>屏幕输出什么？</a:t>
            </a:r>
            <a:endParaRPr lang="en-US" sz="1800"/>
          </a:p>
          <a:p>
            <a:pPr lvl="0">
              <a:buNone/>
            </a:pPr>
            <a:r>
              <a:rPr lang="zh-CN" sz="1800">
                <a:latin typeface="Courier New"/>
                <a:ea typeface="SimSun"/>
              </a:rPr>
              <a:t>为什么？</a:t>
            </a:r>
            <a:endParaRPr/>
          </a:p>
        </p:txBody>
      </p:sp>
    </p:spTree>
  </p:cSld>
  <p:clrMapOvr>
    <a:masterClrMapping/>
  </p:clrMapOvr>
  <p:transition/>
</p:sld>
</file>

<file path=ppt/slides/slide96.xml><?xml version="1.0" encoding="utf-8"?>
<p:sld xmlns:a="http://schemas.openxmlformats.org/drawingml/2006/main" xmlns:p="http://schemas.openxmlformats.org/presentationml/2006/main">
  <p:cSld>
    <p:spTree>
      <p:nvGrpSpPr>
        <p:cNvPr id="1077" name=""/>
        <p:cNvGrpSpPr/>
        <p:nvPr/>
      </p:nvGrpSpPr>
      <p:grpSpPr>
        <a:xfrm>
          <a:off x="0" y="0"/>
          <a:ext cx="0" cy="0"/>
          <a:chOff x="0" y="0"/>
          <a:chExt cx="0" cy="0"/>
        </a:xfrm>
      </p:grpSpPr>
      <p:sp>
        <p:nvSpPr>
          <p:cNvPr id="107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079" name="Rectangle 3"/>
          <p:cNvSpPr>
            <a:spLocks noGrp="true" noChangeShapeType="true"/>
          </p:cNvSpPr>
          <p:nvPr>
            <p:ph type="obj"/>
          </p:nvPr>
        </p:nvSpPr>
        <p:spPr>
          <a:xfrm>
            <a:off x="609600" y="1600200"/>
            <a:ext cx="8229600" cy="45720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latin typeface="Comic Sans MS"/>
                <a:ea typeface="SimSun"/>
              </a:rPr>
              <a:t>unix &gt; </a:t>
            </a:r>
            <a:r>
              <a:rPr lang="en-US">
                <a:solidFill>
                  <a:srgbClr val="0033CC">
                    <a:alpha val="100000"/>
                  </a:srgbClr>
                </a:solidFill>
                <a:latin typeface="Comic Sans MS"/>
                <a:ea typeface="SimSun"/>
              </a:rPr>
              <a:t>ls &gt; foo.txt</a:t>
            </a:r>
            <a:endParaRPr/>
          </a:p>
          <a:p>
            <a:pPr marL="742950" lvl="1" indent="-285750">
              <a:spcBef>
                <a:spcPct val="20000"/>
              </a:spcBef>
              <a:buSzPct val="100000"/>
              <a:buChar char="–"/>
            </a:pPr>
            <a:r>
              <a:rPr lang="zh-CN">
                <a:latin typeface="Comic Sans MS"/>
                <a:ea typeface="SimSun"/>
              </a:rPr>
              <a:t>重定向操作，</a:t>
            </a:r>
            <a:r>
              <a:rPr lang="en-US">
                <a:latin typeface="Comic Sans MS"/>
                <a:ea typeface="SimSun"/>
              </a:rPr>
              <a:t>ls</a:t>
            </a:r>
            <a:r>
              <a:rPr lang="zh-CN">
                <a:latin typeface="Comic Sans MS"/>
                <a:ea typeface="SimSun"/>
              </a:rPr>
              <a:t>本来应该输出到屏幕（标准输出，</a:t>
            </a:r>
            <a:r>
              <a:rPr lang="en-US">
                <a:latin typeface="Comic Sans MS"/>
                <a:ea typeface="SimSun"/>
              </a:rPr>
              <a:t>1</a:t>
            </a:r>
            <a:r>
              <a:rPr lang="zh-CN">
                <a:latin typeface="Comic Sans MS"/>
                <a:ea typeface="SimSun"/>
              </a:rPr>
              <a:t>）</a:t>
            </a:r>
            <a:endParaRPr lang="en-US"/>
          </a:p>
          <a:p>
            <a:pPr marL="742950" lvl="1" indent="-285750">
              <a:spcBef>
                <a:spcPct val="20000"/>
              </a:spcBef>
              <a:buSzPct val="100000"/>
              <a:buChar char="–"/>
            </a:pPr>
            <a:r>
              <a:rPr lang="zh-CN">
                <a:latin typeface="Comic Sans MS"/>
                <a:ea typeface="SimSun"/>
              </a:rPr>
              <a:t>但</a:t>
            </a:r>
            <a:r>
              <a:rPr lang="en-US">
                <a:latin typeface="Comic Sans MS"/>
                <a:ea typeface="SimSun"/>
              </a:rPr>
              <a:t>&gt;</a:t>
            </a:r>
            <a:r>
              <a:rPr lang="zh-CN">
                <a:latin typeface="Comic Sans MS"/>
                <a:ea typeface="SimSun"/>
              </a:rPr>
              <a:t>将其改为</a:t>
            </a:r>
            <a:r>
              <a:rPr lang="en-US">
                <a:latin typeface="Comic Sans MS"/>
                <a:ea typeface="SimSun"/>
              </a:rPr>
              <a:t>foo.txt</a:t>
            </a:r>
            <a:endParaRPr/>
          </a:p>
          <a:p>
            <a:pPr marL="742950" lvl="1" indent="-285750">
              <a:spcBef>
                <a:spcPct val="20000"/>
              </a:spcBef>
              <a:buSzPct val="100000"/>
              <a:buChar char="–"/>
            </a:pPr>
            <a:r>
              <a:rPr lang="zh-CN">
                <a:latin typeface="Comic Sans MS"/>
                <a:ea typeface="SimSun"/>
              </a:rPr>
              <a:t>如何实现？</a:t>
            </a:r>
            <a:endParaRPr lang="en-US"/>
          </a:p>
          <a:p>
            <a:pPr marL="742950" lvl="1" indent="-285750">
              <a:spcBef>
                <a:spcPct val="20000"/>
              </a:spcBef>
              <a:buSzPct val="100000"/>
              <a:buChar char="–"/>
            </a:pPr>
            <a:r>
              <a:rPr lang="zh-CN">
                <a:latin typeface="Comic Sans MS"/>
                <a:ea typeface="SimSun"/>
              </a:rPr>
              <a:t>将</a:t>
            </a:r>
            <a:r>
              <a:rPr lang="en-US">
                <a:latin typeface="Comic Sans MS"/>
                <a:ea typeface="SimSun"/>
              </a:rPr>
              <a:t>fd=1</a:t>
            </a:r>
            <a:r>
              <a:rPr lang="zh-CN">
                <a:latin typeface="Comic Sans MS"/>
                <a:ea typeface="SimSun"/>
              </a:rPr>
              <a:t>的指针修改，指向打开的</a:t>
            </a:r>
            <a:r>
              <a:rPr lang="en-US">
                <a:latin typeface="Comic Sans MS"/>
                <a:ea typeface="SimSun"/>
              </a:rPr>
              <a:t>foo.txt</a:t>
            </a:r>
            <a:r>
              <a:rPr lang="zh-CN">
                <a:latin typeface="Comic Sans MS"/>
                <a:ea typeface="SimSun"/>
              </a:rPr>
              <a:t>文件</a:t>
            </a:r>
            <a:endParaRPr lang="en-US"/>
          </a:p>
          <a:p>
            <a:pPr lvl="2" indent="-285750">
              <a:spcBef>
                <a:spcPct val="20000"/>
              </a:spcBef>
              <a:buSzPct val="100000"/>
              <a:buChar char="–"/>
            </a:pPr>
            <a:r>
              <a:rPr lang="zh-CN">
                <a:latin typeface="Comic Sans MS"/>
                <a:ea typeface="SimSun"/>
              </a:rPr>
              <a:t>通过</a:t>
            </a:r>
            <a:r>
              <a:rPr lang="en-US">
                <a:latin typeface="Comic Sans MS"/>
                <a:ea typeface="SimSun"/>
              </a:rPr>
              <a:t>Dup2</a:t>
            </a:r>
            <a:r>
              <a:rPr lang="zh-CN">
                <a:latin typeface="Comic Sans MS"/>
                <a:ea typeface="SimSun"/>
              </a:rPr>
              <a:t>系统调用实现</a:t>
            </a: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r>
              <a:rPr lang="en-US">
                <a:latin typeface="Comic Sans MS"/>
                <a:ea typeface="SimSun"/>
              </a:rPr>
              <a:t>Ps. </a:t>
            </a:r>
            <a:r>
              <a:rPr lang="zh-CN">
                <a:latin typeface="Comic Sans MS"/>
                <a:ea typeface="SimSun"/>
              </a:rPr>
              <a:t>与</a:t>
            </a:r>
            <a:r>
              <a:rPr lang="en-US">
                <a:latin typeface="Comic Sans MS"/>
                <a:ea typeface="SimSun"/>
              </a:rPr>
              <a:t>ls | grep xxx</a:t>
            </a:r>
            <a:r>
              <a:rPr lang="zh-CN">
                <a:latin typeface="Comic Sans MS"/>
                <a:ea typeface="SimSun"/>
              </a:rPr>
              <a:t>的区别</a:t>
            </a:r>
            <a:endParaRPr lang="en-US"/>
          </a:p>
          <a:p>
            <a:pPr lvl="2" indent="-285750">
              <a:spcBef>
                <a:spcPct val="20000"/>
              </a:spcBef>
              <a:buSzPct val="100000"/>
              <a:buChar char="–"/>
            </a:pPr>
            <a:r>
              <a:rPr lang="en-US">
                <a:latin typeface="Comic Sans MS"/>
                <a:ea typeface="SimSun"/>
              </a:rPr>
              <a:t>pipe</a:t>
            </a:r>
            <a:r>
              <a:rPr lang="zh-CN">
                <a:latin typeface="Comic Sans MS"/>
                <a:ea typeface="SimSun"/>
              </a:rPr>
              <a:t>是具有</a:t>
            </a:r>
            <a:r>
              <a:rPr lang="en-US">
                <a:latin typeface="Comic Sans MS"/>
                <a:ea typeface="SimSun"/>
              </a:rPr>
              <a:t>2</a:t>
            </a:r>
            <a:r>
              <a:rPr lang="zh-CN">
                <a:latin typeface="Comic Sans MS"/>
                <a:ea typeface="SimSun"/>
              </a:rPr>
              <a:t>个文件描述符的特殊</a:t>
            </a:r>
            <a:r>
              <a:rPr lang="en-US">
                <a:latin typeface="Comic Sans MS"/>
                <a:ea typeface="SimSun"/>
              </a:rPr>
              <a:t>in-memory </a:t>
            </a:r>
            <a:r>
              <a:rPr lang="en-US">
                <a:latin typeface="Comic Sans MS"/>
                <a:ea typeface="SimSun"/>
              </a:rPr>
              <a:t>buffer</a:t>
            </a:r>
            <a:endParaRPr/>
          </a:p>
        </p:txBody>
      </p:sp>
      <p:sp>
        <p:nvSpPr>
          <p:cNvPr id="1080" name="Rectangle 5"/>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en-US">
                <a:latin typeface="Comic Sans MS"/>
                <a:ea typeface="SimSun"/>
              </a:rPr>
              <a:t>I/O</a:t>
            </a:r>
            <a:r>
              <a:rPr lang="zh-CN">
                <a:latin typeface="Comic Sans MS"/>
                <a:ea typeface="SimSun"/>
              </a:rPr>
              <a:t>重定向</a:t>
            </a:r>
            <a:r>
              <a:rPr lang="en-US">
                <a:latin typeface="Comic Sans MS"/>
                <a:ea typeface="SimSun"/>
              </a:rPr>
              <a:t> (Redirection)</a:t>
            </a:r>
            <a:endParaRPr/>
          </a:p>
        </p:txBody>
      </p:sp>
    </p:spTree>
  </p:cSld>
  <p:clrMapOvr>
    <a:masterClrMapping/>
  </p:clrMapOvr>
  <p:transition/>
</p:sld>
</file>

<file path=ppt/slides/slide97.xml><?xml version="1.0" encoding="utf-8"?>
<p:sld xmlns:a="http://schemas.openxmlformats.org/drawingml/2006/main" xmlns:p="http://schemas.openxmlformats.org/presentationml/2006/main">
  <p:cSld>
    <p:spTree>
      <p:nvGrpSpPr>
        <p:cNvPr id="1081" name=""/>
        <p:cNvGrpSpPr/>
        <p:nvPr/>
      </p:nvGrpSpPr>
      <p:grpSpPr>
        <a:xfrm>
          <a:off x="0" y="0"/>
          <a:ext cx="0" cy="0"/>
          <a:chOff x="0" y="0"/>
          <a:chExt cx="0" cy="0"/>
        </a:xfrm>
      </p:grpSpPr>
      <p:sp>
        <p:nvSpPr>
          <p:cNvPr id="108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083" name="Rectangle 3"/>
          <p:cNvSpPr>
            <a:spLocks noGrp="true" noChangeShapeType="true"/>
          </p:cNvSpPr>
          <p:nvPr>
            <p:ph type="obj"/>
          </p:nvPr>
        </p:nvSpPr>
        <p:spPr>
          <a:xfrm>
            <a:off x="609600" y="1600200"/>
            <a:ext cx="8229600" cy="45720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sz="2400" b="true" i="false" u="none">
                <a:latin typeface="Courier New"/>
                <a:ea typeface="SimSun"/>
              </a:rPr>
              <a:t>dup2</a:t>
            </a:r>
            <a:r>
              <a:rPr lang="en-US" sz="2400">
                <a:latin typeface="Comic Sans MS"/>
                <a:ea typeface="SimSun"/>
              </a:rPr>
              <a:t> </a:t>
            </a:r>
            <a:r>
              <a:rPr lang="zh-CN" sz="2400">
                <a:latin typeface="Comic Sans MS"/>
                <a:ea typeface="SimSun"/>
              </a:rPr>
              <a:t>可以复制</a:t>
            </a:r>
            <a:r>
              <a:rPr lang="en-US" sz="2400">
                <a:latin typeface="Comic Sans MS"/>
                <a:ea typeface="SimSun"/>
              </a:rPr>
              <a:t>fd table</a:t>
            </a:r>
            <a:r>
              <a:rPr lang="zh-CN" sz="2400">
                <a:latin typeface="Comic Sans MS"/>
                <a:ea typeface="SimSun"/>
              </a:rPr>
              <a:t>的</a:t>
            </a:r>
            <a:r>
              <a:rPr lang="zh-CN" sz="2400">
                <a:latin typeface="Comic Sans MS"/>
                <a:ea typeface="SimSun"/>
              </a:rPr>
              <a:t>表项</a:t>
            </a: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r>
              <a:rPr lang="en-US" sz="2400" b="true" i="false" u="none">
                <a:latin typeface="Courier New"/>
                <a:ea typeface="SimSun"/>
              </a:rPr>
              <a:t>dup2(oldfd, newfd)</a:t>
            </a:r>
            <a:r>
              <a:rPr lang="en-US" sz="2400" b="true" i="false" u="none">
                <a:latin typeface="Comic Sans MS"/>
                <a:ea typeface="SimSun"/>
              </a:rPr>
              <a:t> </a:t>
            </a:r>
            <a:r>
              <a:rPr lang="zh-CN" sz="2400" b="true" i="false" u="none">
                <a:latin typeface="Comic Sans MS"/>
                <a:ea typeface="SimSun"/>
              </a:rPr>
              <a:t>用</a:t>
            </a:r>
            <a:r>
              <a:rPr lang="en-US" sz="2400" b="true" i="false" u="none">
                <a:latin typeface="Comic Sans MS"/>
                <a:ea typeface="SimSun"/>
              </a:rPr>
              <a:t>old</a:t>
            </a:r>
            <a:r>
              <a:rPr lang="en-US" sz="2400" b="true" i="false" u="none">
                <a:latin typeface="Comic Sans MS"/>
                <a:ea typeface="SimSun"/>
              </a:rPr>
              <a:t>fd</a:t>
            </a:r>
            <a:r>
              <a:rPr lang="zh-CN" sz="2400" b="true" i="false" u="none">
                <a:latin typeface="Comic Sans MS"/>
                <a:ea typeface="SimSun"/>
              </a:rPr>
              <a:t>在</a:t>
            </a:r>
            <a:r>
              <a:rPr lang="en-US" sz="2400" b="true" i="false" u="none">
                <a:latin typeface="Comic Sans MS"/>
                <a:ea typeface="SimSun"/>
              </a:rPr>
              <a:t>fd table</a:t>
            </a:r>
            <a:r>
              <a:rPr lang="zh-CN" sz="2400" b="true" i="false" u="none">
                <a:latin typeface="Comic Sans MS"/>
                <a:ea typeface="SimSun"/>
              </a:rPr>
              <a:t>中的</a:t>
            </a:r>
            <a:r>
              <a:rPr lang="en-US" sz="2400" b="true" i="false" u="none">
                <a:latin typeface="Comic Sans MS"/>
                <a:ea typeface="SimSun"/>
              </a:rPr>
              <a:t>entry</a:t>
            </a:r>
            <a:r>
              <a:rPr lang="zh-CN" sz="2400" b="true" i="false" u="none">
                <a:latin typeface="Comic Sans MS"/>
                <a:ea typeface="SimSun"/>
              </a:rPr>
              <a:t>覆盖</a:t>
            </a:r>
            <a:r>
              <a:rPr lang="en-US" sz="2400" b="true" i="false" u="none">
                <a:latin typeface="Comic Sans MS"/>
                <a:ea typeface="SimSun"/>
              </a:rPr>
              <a:t> </a:t>
            </a:r>
            <a:r>
              <a:rPr lang="en-US" sz="2400" b="true" i="false" u="none">
                <a:solidFill>
                  <a:srgbClr val="FF0000">
                    <a:alpha val="100000"/>
                  </a:srgbClr>
                </a:solidFill>
                <a:latin typeface="Courier New"/>
                <a:ea typeface="SimSun"/>
              </a:rPr>
              <a:t>newfd </a:t>
            </a:r>
            <a:r>
              <a:rPr lang="zh-CN" sz="2400" b="true" i="false" u="none">
                <a:solidFill>
                  <a:schemeClr val="tx1">
                    <a:alpha val="100000"/>
                  </a:schemeClr>
                </a:solidFill>
                <a:latin typeface="Courier New"/>
                <a:ea typeface="SimSun"/>
              </a:rPr>
              <a:t>在</a:t>
            </a:r>
            <a:r>
              <a:rPr lang="en-US" sz="2400" b="true" i="false" u="none">
                <a:solidFill>
                  <a:schemeClr val="tx1">
                    <a:alpha val="100000"/>
                  </a:schemeClr>
                </a:solidFill>
                <a:latin typeface="Courier New"/>
                <a:ea typeface="SimSun"/>
              </a:rPr>
              <a:t>fd table</a:t>
            </a:r>
            <a:r>
              <a:rPr lang="zh-CN" sz="2400" b="true" i="false" u="none">
                <a:solidFill>
                  <a:schemeClr val="tx1">
                    <a:alpha val="100000"/>
                  </a:schemeClr>
                </a:solidFill>
                <a:latin typeface="Courier New"/>
                <a:ea typeface="SimSun"/>
              </a:rPr>
              <a:t>中的</a:t>
            </a:r>
            <a:r>
              <a:rPr lang="en-US" sz="2400" b="true" i="false" u="none">
                <a:solidFill>
                  <a:schemeClr val="tx1">
                    <a:alpha val="100000"/>
                  </a:schemeClr>
                </a:solidFill>
                <a:latin typeface="Courier New"/>
                <a:ea typeface="SimSun"/>
              </a:rPr>
              <a:t>entry</a:t>
            </a:r>
            <a:r>
              <a:rPr lang="en-US" sz="2400" b="true" i="false" u="none">
                <a:latin typeface="Comic Sans MS"/>
                <a:ea typeface="SimSun"/>
              </a:rPr>
              <a:t>.</a:t>
            </a:r>
            <a:endParaRPr/>
          </a:p>
          <a:p>
            <a:pPr marL="342900" lvl="0" indent="-342900">
              <a:spcBef>
                <a:spcPct val="20000"/>
              </a:spcBef>
              <a:buSzPct val="100000"/>
              <a:buChar char="•"/>
            </a:pPr>
            <a:r>
              <a:rPr lang="zh-CN" sz="2400" b="true" i="false" u="none">
                <a:latin typeface="Comic Sans MS"/>
                <a:ea typeface="SimSun"/>
              </a:rPr>
              <a:t>相当于强行将</a:t>
            </a:r>
            <a:r>
              <a:rPr lang="en-US" sz="2400" b="true" i="false" u="none">
                <a:latin typeface="Comic Sans MS"/>
                <a:ea typeface="SimSun"/>
              </a:rPr>
              <a:t>newfd</a:t>
            </a:r>
            <a:r>
              <a:rPr lang="zh-CN" sz="2400" b="true" i="false" u="none">
                <a:latin typeface="Comic Sans MS"/>
                <a:ea typeface="SimSun"/>
              </a:rPr>
              <a:t>指向</a:t>
            </a:r>
            <a:r>
              <a:rPr lang="en-US" sz="2400" b="true" i="false" u="none">
                <a:latin typeface="Comic Sans MS"/>
                <a:ea typeface="SimSun"/>
              </a:rPr>
              <a:t>oldfd</a:t>
            </a:r>
            <a:r>
              <a:rPr lang="zh-CN" sz="2400" b="true" i="false" u="none">
                <a:latin typeface="Comic Sans MS"/>
                <a:ea typeface="SimSun"/>
              </a:rPr>
              <a:t>的</a:t>
            </a:r>
            <a:r>
              <a:rPr lang="en-US" sz="2400" b="true" i="false" u="none">
                <a:latin typeface="Comic Sans MS"/>
                <a:ea typeface="SimSun"/>
              </a:rPr>
              <a:t>open file</a:t>
            </a:r>
            <a:endParaRPr/>
          </a:p>
        </p:txBody>
      </p:sp>
      <p:sp>
        <p:nvSpPr>
          <p:cNvPr id="1084" name="Text Box 4"/>
          <p:cNvSpPr txBox="true">
            <a:spLocks noGrp="true" noChangeShapeType="true"/>
          </p:cNvSpPr>
          <p:nvPr/>
        </p:nvSpPr>
        <p:spPr>
          <a:xfrm>
            <a:off x="952500" y="2667000"/>
            <a:ext cx="7543800" cy="1692275"/>
          </a:xfrm>
          <a:prstGeom prst="rect">
            <a:avLst/>
          </a:prstGeom>
          <a:solidFill>
            <a:srgbClr val="FFFFCC"/>
          </a:solidFill>
          <a:ln w="25400">
            <a:solidFill>
              <a:schemeClr val="dk1"/>
            </a:solidFill>
            <a:miter/>
            <a:headEnd/>
            <a:tailEnd/>
          </a:ln>
        </p:spPr>
        <p:txBody>
          <a:bodyPr lIns="91440" tIns="45720" rIns="91440" bIns="45720" anchor="t">
            <a:spAutoFit/>
          </a:bodyPr>
          <a:lstStyle/>
          <a:p>
            <a:pPr lvl="0"/>
            <a:r>
              <a:rPr lang="en-US" sz="2000">
                <a:latin typeface="Courier New" pitchFamily="49"/>
              </a:rPr>
              <a:t>#include &lt;unistd.h&gt;</a:t>
            </a:r>
            <a:endParaRPr/>
          </a:p>
          <a:p>
            <a:pPr lvl="0"/>
            <a:endParaRPr/>
          </a:p>
          <a:p>
            <a:pPr lvl="0"/>
            <a:r>
              <a:rPr lang="en-US" sz="2000">
                <a:latin typeface="Courier New" pitchFamily="49"/>
              </a:rPr>
              <a:t>int </a:t>
            </a:r>
            <a:r>
              <a:rPr lang="en-US" sz="2400">
                <a:latin typeface="Courier New" pitchFamily="49"/>
              </a:rPr>
              <a:t>dup2</a:t>
            </a:r>
            <a:r>
              <a:rPr lang="en-US" sz="2000">
                <a:latin typeface="Courier New" pitchFamily="49"/>
              </a:rPr>
              <a:t>(int oldfd, int newfd);</a:t>
            </a:r>
            <a:endParaRPr/>
          </a:p>
          <a:p>
            <a:pPr lvl="0" algn="r"/>
            <a:r>
              <a:rPr lang="en-US" sz="2000">
                <a:solidFill>
                  <a:srgbClr val="FF0000"/>
                </a:solidFill>
                <a:latin typeface="Courier New" pitchFamily="49"/>
              </a:rPr>
              <a:t>returns: nonnegative descriptor if OK,</a:t>
            </a:r>
            <a:br>
              <a:rPr lang="en-US" sz="2000">
                <a:solidFill>
                  <a:srgbClr val="FF0000"/>
                </a:solidFill>
                <a:latin typeface="Courier New" pitchFamily="49"/>
              </a:rPr>
            </a:br>
            <a:r>
              <a:rPr lang="en-US" sz="2000">
                <a:solidFill>
                  <a:srgbClr val="FF0000"/>
                </a:solidFill>
                <a:latin typeface="Courier New" pitchFamily="49"/>
              </a:rPr>
              <a:t> -1 on error</a:t>
            </a:r>
            <a:endParaRPr/>
          </a:p>
        </p:txBody>
      </p:sp>
      <p:sp>
        <p:nvSpPr>
          <p:cNvPr id="1085" name="Rectangle 5"/>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I/O Redirction</a:t>
            </a:r>
            <a:endParaRPr/>
          </a:p>
        </p:txBody>
      </p:sp>
    </p:spTree>
  </p:cSld>
  <p:clrMapOvr>
    <a:masterClrMapping/>
  </p:clrMapOvr>
  <p:transition/>
</p:sld>
</file>

<file path=ppt/slides/slide98.xml><?xml version="1.0" encoding="utf-8"?>
<p:sld xmlns:a="http://schemas.openxmlformats.org/drawingml/2006/main" xmlns:p="http://schemas.openxmlformats.org/presentationml/2006/main">
  <p:cSld>
    <p:spTree>
      <p:nvGrpSpPr>
        <p:cNvPr id="1086" name=""/>
        <p:cNvGrpSpPr/>
        <p:nvPr/>
      </p:nvGrpSpPr>
      <p:grpSpPr>
        <a:xfrm>
          <a:off x="0" y="0"/>
          <a:ext cx="0" cy="0"/>
          <a:chOff x="0" y="0"/>
          <a:chExt cx="0" cy="0"/>
        </a:xfrm>
      </p:grpSpPr>
      <p:sp>
        <p:nvSpPr>
          <p:cNvPr id="108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088" name="Rectangle 3"/>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89" name="Rectangle 4"/>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0" name="Rectangle 5"/>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1" name="Rectangle 6"/>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2" name="Rectangle 7"/>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3" name="Rectangle 8"/>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4" name="Rectangle 9"/>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5" name="Rectangle 10"/>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96" name="Text Box 11"/>
          <p:cNvSpPr txBox="true">
            <a:spLocks noGrp="true" noChangeShapeType="true"/>
          </p:cNvSpPr>
          <p:nvPr/>
        </p:nvSpPr>
        <p:spPr>
          <a:xfrm>
            <a:off x="3581400" y="1676400"/>
            <a:ext cx="2209800" cy="825500"/>
          </a:xfrm>
          <a:prstGeom prst="rect">
            <a:avLst/>
          </a:prstGeom>
          <a:noFill/>
        </p:spPr>
        <p:txBody>
          <a:bodyPr lIns="91440" tIns="45720" rIns="91440" bIns="45720" anchor="ctr" anchorCtr="false">
            <a:spAutoFit/>
          </a:bodyPr>
          <a:lstStyle/>
          <a:p>
            <a:pPr lvl="0" algn="ctr"/>
            <a:r>
              <a:rPr lang="en-US">
                <a:latin typeface="Helvetica" pitchFamily="34"/>
              </a:rPr>
              <a:t>open file table</a:t>
            </a:r>
            <a:endParaRPr/>
          </a:p>
          <a:p>
            <a:pPr lvl="0" algn="ctr"/>
            <a:r>
              <a:rPr lang="en-US">
                <a:latin typeface="Helvetica" pitchFamily="34"/>
              </a:rPr>
              <a:t>(shared by all process)</a:t>
            </a:r>
            <a:endParaRPr/>
          </a:p>
        </p:txBody>
      </p:sp>
      <p:sp>
        <p:nvSpPr>
          <p:cNvPr id="1097" name="Text Box 12"/>
          <p:cNvSpPr txBox="true">
            <a:spLocks noGrp="true" noChangeShapeType="true"/>
          </p:cNvSpPr>
          <p:nvPr/>
        </p:nvSpPr>
        <p:spPr>
          <a:xfrm>
            <a:off x="6510337" y="1858962"/>
            <a:ext cx="1719262" cy="825500"/>
          </a:xfrm>
          <a:prstGeom prst="rect">
            <a:avLst/>
          </a:prstGeom>
          <a:noFill/>
        </p:spPr>
        <p:txBody>
          <a:bodyPr lIns="91440" tIns="45720" rIns="91440" bIns="45720" anchor="ctr" anchorCtr="false">
            <a:spAutoFit/>
          </a:bodyPr>
          <a:lstStyle/>
          <a:p>
            <a:pPr lvl="0" algn="ctr"/>
            <a:r>
              <a:rPr lang="en-US">
                <a:latin typeface="Helvetica" pitchFamily="34"/>
              </a:rPr>
              <a:t>V-node table</a:t>
            </a:r>
            <a:endParaRPr/>
          </a:p>
          <a:p>
            <a:pPr lvl="0" algn="ctr"/>
            <a:r>
              <a:rPr lang="en-US">
                <a:latin typeface="Helvetica" pitchFamily="34"/>
              </a:rPr>
              <a:t>(shared by all processes)</a:t>
            </a:r>
            <a:endParaRPr/>
          </a:p>
        </p:txBody>
      </p:sp>
      <p:sp>
        <p:nvSpPr>
          <p:cNvPr id="1098" name="Rectangle 13"/>
          <p:cNvSpPr>
            <a:spLocks noGrp="true" noChangeShapeType="true"/>
          </p:cNvSpPr>
          <p:nvPr/>
        </p:nvSpPr>
        <p:spPr>
          <a:xfrm>
            <a:off x="4187825" y="30480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1099" name="Rectangle 14"/>
          <p:cNvSpPr>
            <a:spLocks noGrp="true" noChangeShapeType="true"/>
          </p:cNvSpPr>
          <p:nvPr/>
        </p:nvSpPr>
        <p:spPr>
          <a:xfrm>
            <a:off x="4187825" y="33528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1100" name="Rectangle 15"/>
          <p:cNvSpPr>
            <a:spLocks noGrp="true" noChangeShapeType="true"/>
          </p:cNvSpPr>
          <p:nvPr/>
        </p:nvSpPr>
        <p:spPr>
          <a:xfrm>
            <a:off x="4187825" y="36576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101" name="Rectangle 16"/>
          <p:cNvSpPr>
            <a:spLocks noGrp="true" noChangeShapeType="true"/>
          </p:cNvSpPr>
          <p:nvPr/>
        </p:nvSpPr>
        <p:spPr>
          <a:xfrm>
            <a:off x="6473825" y="31242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1102" name="Rectangle 17"/>
          <p:cNvSpPr>
            <a:spLocks noGrp="true" noChangeShapeType="true"/>
          </p:cNvSpPr>
          <p:nvPr/>
        </p:nvSpPr>
        <p:spPr>
          <a:xfrm>
            <a:off x="6473825" y="34290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1103" name="Rectangle 18"/>
          <p:cNvSpPr>
            <a:spLocks noGrp="true" noChangeShapeType="true"/>
          </p:cNvSpPr>
          <p:nvPr/>
        </p:nvSpPr>
        <p:spPr>
          <a:xfrm>
            <a:off x="6473825" y="3733800"/>
            <a:ext cx="1066800"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1104" name="Line 19"/>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105" name="Line 20"/>
          <p:cNvSpPr>
            <a:spLocks noGrp="true" noChangeShapeType="true"/>
          </p:cNvSpPr>
          <p:nvPr/>
        </p:nvSpPr>
        <p:spPr>
          <a:xfrm flipV="true">
            <a:off x="2286000" y="2895600"/>
            <a:ext cx="1901825" cy="1295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106" name="Line 21"/>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107" name="Rectangle 22"/>
          <p:cNvSpPr>
            <a:spLocks noGrp="true" noChangeShapeType="true"/>
          </p:cNvSpPr>
          <p:nvPr/>
        </p:nvSpPr>
        <p:spPr>
          <a:xfrm>
            <a:off x="4187825" y="2743200"/>
            <a:ext cx="1066800" cy="304800"/>
          </a:xfrm>
          <a:prstGeom prst="rect">
            <a:avLst/>
          </a:prstGeom>
          <a:solidFill>
            <a:schemeClr val="lt1"/>
          </a:solidFill>
          <a:ln w="12700">
            <a:solidFill>
              <a:schemeClr val="dk1"/>
            </a:solidFill>
            <a:miter/>
            <a:headEnd/>
            <a:tailEnd/>
          </a:ln>
        </p:spPr>
        <p:txBody>
          <a:bodyPr wrap="none" anchor="ctr" anchorCtr="false"/>
          <a:lstStyle/>
          <a:p>
            <a:pPr/>
            <a:endParaRPr sz="1400" dirty="false"/>
          </a:p>
        </p:txBody>
      </p:sp>
      <p:sp>
        <p:nvSpPr>
          <p:cNvPr id="1108" name="Rectangle 23"/>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1109" name="Rectangle 24"/>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1</a:t>
            </a:r>
            <a:endParaRPr/>
          </a:p>
        </p:txBody>
      </p:sp>
      <p:sp>
        <p:nvSpPr>
          <p:cNvPr id="1110" name="Rectangle 25"/>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111" name="Rectangle 26"/>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1112" name="Text Box 27"/>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1113" name="Text Box 28"/>
          <p:cNvSpPr txBox="true">
            <a:spLocks noGrp="true" noChangeShapeType="true"/>
          </p:cNvSpPr>
          <p:nvPr/>
        </p:nvSpPr>
        <p:spPr>
          <a:xfrm>
            <a:off x="4392612" y="4083050"/>
            <a:ext cx="682625" cy="336550"/>
          </a:xfrm>
          <a:prstGeom prst="rect">
            <a:avLst/>
          </a:prstGeom>
          <a:solidFill>
            <a:schemeClr val="lt1"/>
          </a:solidFill>
        </p:spPr>
        <p:txBody>
          <a:bodyPr wrap="none" anchor="ctr" anchorCtr="false">
            <a:spAutoFit/>
          </a:bodyPr>
          <a:lstStyle/>
          <a:p>
            <a:pPr lvl="0" algn="ctr"/>
            <a:r>
              <a:rPr lang="en-US">
                <a:latin typeface="Helvetica" pitchFamily="34"/>
              </a:rPr>
              <a:t>file B</a:t>
            </a:r>
            <a:endParaRPr/>
          </a:p>
        </p:txBody>
      </p:sp>
      <p:sp>
        <p:nvSpPr>
          <p:cNvPr id="1114" name="Text Box 29"/>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1115" name="Text Box 30"/>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1116" name="Line 31"/>
          <p:cNvSpPr>
            <a:spLocks noGrp="true" noChangeShapeType="true"/>
          </p:cNvSpPr>
          <p:nvPr/>
        </p:nvSpPr>
        <p:spPr>
          <a:xfrm flipV="true">
            <a:off x="2282825" y="4572000"/>
            <a:ext cx="1908175" cy="2286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1117" name="Rectangle 32"/>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1118" name="Rectangle 33"/>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1119" name="Rectangle 34"/>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1120" name="Rectangle 35"/>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1121" name="Rectangle 36"/>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1122" name="Rectangle 37"/>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1123" name="Rectangle 38"/>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1124" name="Rectangle 39"/>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1125" name="Text Box 40"/>
          <p:cNvSpPr txBox="true">
            <a:spLocks noGrp="true" noChangeShapeType="true"/>
          </p:cNvSpPr>
          <p:nvPr/>
        </p:nvSpPr>
        <p:spPr>
          <a:xfrm>
            <a:off x="1143000" y="2895600"/>
            <a:ext cx="1600200" cy="825500"/>
          </a:xfrm>
          <a:prstGeom prst="rect">
            <a:avLst/>
          </a:prstGeom>
          <a:noFill/>
        </p:spPr>
        <p:txBody>
          <a:bodyPr lIns="91440" tIns="45720" rIns="91440" bIns="45720" anchor="t">
            <a:spAutoFit/>
          </a:bodyPr>
          <a:lstStyle/>
          <a:p>
            <a:pPr lvl="0">
              <a:spcBef>
                <a:spcPct val="50000"/>
              </a:spcBef>
            </a:pPr>
            <a:r>
              <a:rPr lang="en-US">
                <a:latin typeface="Times New Roman" pitchFamily="18"/>
              </a:rPr>
              <a:t>Descriptor table (one table per process)</a:t>
            </a:r>
            <a:endParaRPr/>
          </a:p>
        </p:txBody>
      </p:sp>
      <p:sp>
        <p:nvSpPr>
          <p:cNvPr id="1126" name="Rectangle 41"/>
          <p:cNvSpPr>
            <a:spLocks noGrp="true" noChangeShapeType="true"/>
          </p:cNvSpPr>
          <p:nvPr/>
        </p:nvSpPr>
        <p:spPr>
          <a:xfrm>
            <a:off x="6473825" y="4038600"/>
            <a:ext cx="1069975" cy="304800"/>
          </a:xfrm>
          <a:prstGeom prst="rect">
            <a:avLst/>
          </a:prstGeom>
          <a:solidFill>
            <a:schemeClr val="lt1"/>
          </a:solid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127" name="Rectangle 42"/>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1128" name="Rectangle 43"/>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1129" name="Rectangle 44"/>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1130" name="Rectangle 45"/>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1131"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en-US">
                <a:latin typeface="Comic Sans MS"/>
                <a:ea typeface="SimSun"/>
              </a:rPr>
              <a:t>I/O Redirection</a:t>
            </a:r>
            <a:endParaRPr/>
          </a:p>
        </p:txBody>
      </p:sp>
      <p:sp>
        <p:nvSpPr>
          <p:cNvPr id="1132" name="TextBox 46"/>
          <p:cNvSpPr txBox="true">
            <a:spLocks noGrp="true" noChangeShapeType="true"/>
          </p:cNvSpPr>
          <p:nvPr/>
        </p:nvSpPr>
        <p:spPr>
          <a:xfrm>
            <a:off x="609600" y="1600200"/>
            <a:ext cx="1611312" cy="425450"/>
          </a:xfrm>
          <a:prstGeom prst="rect">
            <a:avLst/>
          </a:prstGeom>
          <a:noFill/>
        </p:spPr>
        <p:txBody>
          <a:bodyPr wrap="none" anchor="t">
            <a:spAutoFit/>
          </a:bodyPr>
          <a:lstStyle/>
          <a:p>
            <a:pPr lvl="0">
              <a:lnSpc>
                <a:spcPct val="90000"/>
              </a:lnSpc>
              <a:spcBef>
                <a:spcPct val="20000"/>
              </a:spcBef>
            </a:pPr>
            <a:r>
              <a:rPr lang="en-US" sz="2400"/>
              <a:t>dup2(4,1)</a:t>
            </a:r>
            <a:endParaRPr/>
          </a:p>
        </p:txBody>
      </p:sp>
    </p:spTree>
  </p:cSld>
  <p:clrMapOvr>
    <a:masterClrMapping/>
  </p:clrMapOvr>
  <p:transition/>
</p:sld>
</file>

<file path=ppt/slides/slide99.xml><?xml version="1.0" encoding="utf-8"?>
<p:sld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 name="Rectangle 3"/>
          <p:cNvSpPr>
            <a:spLocks noGrp="true" noChangeShapeType="true"/>
          </p:cNvSpPr>
          <p:nvPr/>
        </p:nvSpPr>
        <p:spPr>
          <a:xfrm>
            <a:off x="1825625" y="3810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8" name="Rectangle 4"/>
          <p:cNvSpPr>
            <a:spLocks noGrp="true" noChangeShapeType="true"/>
          </p:cNvSpPr>
          <p:nvPr/>
        </p:nvSpPr>
        <p:spPr>
          <a:xfrm>
            <a:off x="1825625" y="4038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9" name="Rectangle 5"/>
          <p:cNvSpPr>
            <a:spLocks noGrp="true" noChangeShapeType="true"/>
          </p:cNvSpPr>
          <p:nvPr/>
        </p:nvSpPr>
        <p:spPr>
          <a:xfrm>
            <a:off x="1825625" y="4267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0" name="Rectangle 6"/>
          <p:cNvSpPr>
            <a:spLocks noGrp="true" noChangeShapeType="true"/>
          </p:cNvSpPr>
          <p:nvPr/>
        </p:nvSpPr>
        <p:spPr>
          <a:xfrm>
            <a:off x="1825625" y="44958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1" name="Rectangle 7"/>
          <p:cNvSpPr>
            <a:spLocks noGrp="true" noChangeShapeType="true"/>
          </p:cNvSpPr>
          <p:nvPr/>
        </p:nvSpPr>
        <p:spPr>
          <a:xfrm>
            <a:off x="1825625" y="47244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2" name="Rectangle 8"/>
          <p:cNvSpPr>
            <a:spLocks noGrp="true" noChangeShapeType="true"/>
          </p:cNvSpPr>
          <p:nvPr/>
        </p:nvSpPr>
        <p:spPr>
          <a:xfrm>
            <a:off x="1825625" y="49530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3" name="Rectangle 9"/>
          <p:cNvSpPr>
            <a:spLocks noGrp="true" noChangeShapeType="true"/>
          </p:cNvSpPr>
          <p:nvPr/>
        </p:nvSpPr>
        <p:spPr>
          <a:xfrm>
            <a:off x="1825625" y="51816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4" name="Rectangle 10"/>
          <p:cNvSpPr>
            <a:spLocks noGrp="true" noChangeShapeType="true"/>
          </p:cNvSpPr>
          <p:nvPr/>
        </p:nvSpPr>
        <p:spPr>
          <a:xfrm>
            <a:off x="1825625" y="5410200"/>
            <a:ext cx="609600" cy="228600"/>
          </a:xfrm>
          <a:prstGeom prst="rect">
            <a:avLst/>
          </a:prstGeom>
          <a:noFill/>
          <a:ln w="12700">
            <a:solidFill>
              <a:schemeClr val="dk1"/>
            </a:solidFill>
            <a:miter/>
            <a:headEnd/>
            <a:tailEnd/>
          </a:ln>
        </p:spPr>
        <p:txBody>
          <a:bodyPr wrap="none" anchor="ctr" anchorCtr="false"/>
          <a:lstStyle/>
          <a:p>
            <a:pPr/>
            <a:endParaRPr sz="1400" dirty="false"/>
          </a:p>
        </p:txBody>
      </p:sp>
      <p:sp>
        <p:nvSpPr>
          <p:cNvPr id="15" name="Text Box 11"/>
          <p:cNvSpPr txBox="true">
            <a:spLocks noGrp="true" noChangeShapeType="true"/>
          </p:cNvSpPr>
          <p:nvPr/>
        </p:nvSpPr>
        <p:spPr>
          <a:xfrm>
            <a:off x="3581400" y="1676400"/>
            <a:ext cx="2209800" cy="825500"/>
          </a:xfrm>
          <a:prstGeom prst="rect">
            <a:avLst/>
          </a:prstGeom>
          <a:noFill/>
        </p:spPr>
        <p:txBody>
          <a:bodyPr lIns="91440" tIns="45720" rIns="91440" bIns="45720" anchor="ctr" anchorCtr="false">
            <a:spAutoFit/>
          </a:bodyPr>
          <a:lstStyle/>
          <a:p>
            <a:pPr lvl="0" algn="ctr"/>
            <a:r>
              <a:rPr lang="en-US">
                <a:latin typeface="Helvetica" pitchFamily="34"/>
              </a:rPr>
              <a:t>open file table</a:t>
            </a:r>
            <a:endParaRPr/>
          </a:p>
          <a:p>
            <a:pPr lvl="0" algn="ctr"/>
            <a:r>
              <a:rPr lang="en-US">
                <a:latin typeface="Helvetica" pitchFamily="34"/>
              </a:rPr>
              <a:t>(shared by all process)</a:t>
            </a:r>
            <a:endParaRPr/>
          </a:p>
        </p:txBody>
      </p:sp>
      <p:sp>
        <p:nvSpPr>
          <p:cNvPr id="16" name="Text Box 12"/>
          <p:cNvSpPr txBox="true">
            <a:spLocks noGrp="true" noChangeShapeType="true"/>
          </p:cNvSpPr>
          <p:nvPr/>
        </p:nvSpPr>
        <p:spPr>
          <a:xfrm>
            <a:off x="6510337" y="1858962"/>
            <a:ext cx="1719262" cy="825500"/>
          </a:xfrm>
          <a:prstGeom prst="rect">
            <a:avLst/>
          </a:prstGeom>
          <a:noFill/>
        </p:spPr>
        <p:txBody>
          <a:bodyPr lIns="91440" tIns="45720" rIns="91440" bIns="45720" anchor="ctr" anchorCtr="false">
            <a:spAutoFit/>
          </a:bodyPr>
          <a:lstStyle/>
          <a:p>
            <a:pPr lvl="0" algn="ctr"/>
            <a:r>
              <a:rPr lang="en-US">
                <a:latin typeface="Helvetica" pitchFamily="34"/>
              </a:rPr>
              <a:t>V-node table</a:t>
            </a:r>
            <a:endParaRPr/>
          </a:p>
          <a:p>
            <a:pPr lvl="0" algn="ctr"/>
            <a:r>
              <a:rPr lang="en-US">
                <a:latin typeface="Helvetica" pitchFamily="34"/>
              </a:rPr>
              <a:t>(shared by all processes)</a:t>
            </a:r>
            <a:endParaRPr/>
          </a:p>
        </p:txBody>
      </p:sp>
      <p:sp>
        <p:nvSpPr>
          <p:cNvPr id="17" name="Rectangle 13"/>
          <p:cNvSpPr>
            <a:spLocks noGrp="true" noChangeShapeType="true"/>
          </p:cNvSpPr>
          <p:nvPr/>
        </p:nvSpPr>
        <p:spPr>
          <a:xfrm>
            <a:off x="4187825" y="30480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18" name="Rectangle 14"/>
          <p:cNvSpPr>
            <a:spLocks noGrp="true" noChangeShapeType="true"/>
          </p:cNvSpPr>
          <p:nvPr/>
        </p:nvSpPr>
        <p:spPr>
          <a:xfrm>
            <a:off x="4187825" y="33528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refcnt = 0</a:t>
            </a:r>
            <a:endParaRPr/>
          </a:p>
        </p:txBody>
      </p:sp>
      <p:sp>
        <p:nvSpPr>
          <p:cNvPr id="19" name="Rectangle 15"/>
          <p:cNvSpPr>
            <a:spLocks noGrp="true" noChangeShapeType="true"/>
          </p:cNvSpPr>
          <p:nvPr/>
        </p:nvSpPr>
        <p:spPr>
          <a:xfrm>
            <a:off x="4187825" y="36576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20" name="Rectangle 16"/>
          <p:cNvSpPr>
            <a:spLocks noGrp="true" noChangeShapeType="true"/>
          </p:cNvSpPr>
          <p:nvPr/>
        </p:nvSpPr>
        <p:spPr>
          <a:xfrm>
            <a:off x="6473825" y="31242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21" name="Rectangle 17"/>
          <p:cNvSpPr>
            <a:spLocks noGrp="true" noChangeShapeType="true"/>
          </p:cNvSpPr>
          <p:nvPr/>
        </p:nvSpPr>
        <p:spPr>
          <a:xfrm>
            <a:off x="6473825" y="34290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22" name="Rectangle 18"/>
          <p:cNvSpPr>
            <a:spLocks noGrp="true" noChangeShapeType="true"/>
          </p:cNvSpPr>
          <p:nvPr/>
        </p:nvSpPr>
        <p:spPr>
          <a:xfrm>
            <a:off x="6473825" y="37338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23" name="Line 19"/>
          <p:cNvSpPr>
            <a:spLocks noGrp="true" noChangeShapeType="true"/>
          </p:cNvSpPr>
          <p:nvPr/>
        </p:nvSpPr>
        <p:spPr>
          <a:xfrm>
            <a:off x="5102225" y="2895600"/>
            <a:ext cx="13716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24" name="Line 20"/>
          <p:cNvSpPr>
            <a:spLocks noGrp="true" noChangeShapeType="true"/>
          </p:cNvSpPr>
          <p:nvPr/>
        </p:nvSpPr>
        <p:spPr>
          <a:xfrm>
            <a:off x="2286000" y="4191000"/>
            <a:ext cx="1905000" cy="3048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25" name="Line 21"/>
          <p:cNvSpPr>
            <a:spLocks noGrp="true" noChangeShapeType="true"/>
          </p:cNvSpPr>
          <p:nvPr/>
        </p:nvSpPr>
        <p:spPr>
          <a:xfrm>
            <a:off x="5026025" y="4572000"/>
            <a:ext cx="1447800" cy="1524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26" name="Rectangle 22"/>
          <p:cNvSpPr>
            <a:spLocks noGrp="true" noChangeShapeType="true"/>
          </p:cNvSpPr>
          <p:nvPr/>
        </p:nvSpPr>
        <p:spPr>
          <a:xfrm>
            <a:off x="4187825" y="2743200"/>
            <a:ext cx="1066800" cy="304800"/>
          </a:xfrm>
          <a:prstGeom prst="rect">
            <a:avLst/>
          </a:prstGeom>
          <a:solidFill>
            <a:srgbClr val="FFFF00">
              <a:alpha val="49803"/>
            </a:srgbClr>
          </a:solidFill>
          <a:ln w="12700">
            <a:solidFill>
              <a:schemeClr val="dk1"/>
            </a:solidFill>
            <a:miter/>
            <a:headEnd/>
            <a:tailEnd/>
          </a:ln>
        </p:spPr>
        <p:txBody>
          <a:bodyPr wrap="none" anchor="ctr" anchorCtr="false"/>
          <a:lstStyle/>
          <a:p>
            <a:pPr/>
            <a:endParaRPr sz="1400" dirty="false"/>
          </a:p>
        </p:txBody>
      </p:sp>
      <p:sp>
        <p:nvSpPr>
          <p:cNvPr id="27" name="Rectangle 23"/>
          <p:cNvSpPr>
            <a:spLocks noGrp="true" noChangeShapeType="true"/>
          </p:cNvSpPr>
          <p:nvPr/>
        </p:nvSpPr>
        <p:spPr>
          <a:xfrm>
            <a:off x="4187825" y="47244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pos</a:t>
            </a:r>
            <a:endParaRPr/>
          </a:p>
        </p:txBody>
      </p:sp>
      <p:sp>
        <p:nvSpPr>
          <p:cNvPr id="28" name="Rectangle 24"/>
          <p:cNvSpPr>
            <a:spLocks noGrp="true" noChangeShapeType="true"/>
          </p:cNvSpPr>
          <p:nvPr/>
        </p:nvSpPr>
        <p:spPr>
          <a:xfrm>
            <a:off x="4187825" y="5029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refcnt = 2</a:t>
            </a:r>
            <a:endParaRPr/>
          </a:p>
        </p:txBody>
      </p:sp>
      <p:sp>
        <p:nvSpPr>
          <p:cNvPr id="29" name="Rectangle 25"/>
          <p:cNvSpPr>
            <a:spLocks noGrp="true" noChangeShapeType="true"/>
          </p:cNvSpPr>
          <p:nvPr/>
        </p:nvSpPr>
        <p:spPr>
          <a:xfrm>
            <a:off x="4187825" y="5334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30" name="Rectangle 26"/>
          <p:cNvSpPr>
            <a:spLocks noGrp="true" noChangeShapeType="true"/>
          </p:cNvSpPr>
          <p:nvPr/>
        </p:nvSpPr>
        <p:spPr>
          <a:xfrm>
            <a:off x="4187825" y="4419600"/>
            <a:ext cx="1066800" cy="304800"/>
          </a:xfrm>
          <a:prstGeom prst="rect">
            <a:avLst/>
          </a:prstGeom>
          <a:noFill/>
          <a:ln w="12700">
            <a:solidFill>
              <a:schemeClr val="dk1"/>
            </a:solidFill>
            <a:miter/>
            <a:headEnd/>
            <a:tailEnd/>
          </a:ln>
        </p:spPr>
        <p:txBody>
          <a:bodyPr wrap="none" anchor="ctr" anchorCtr="false"/>
          <a:lstStyle/>
          <a:p>
            <a:pPr/>
            <a:endParaRPr sz="1400" dirty="false"/>
          </a:p>
        </p:txBody>
      </p:sp>
      <p:sp>
        <p:nvSpPr>
          <p:cNvPr id="31" name="Text Box 27"/>
          <p:cNvSpPr txBox="true">
            <a:spLocks noGrp="true" noChangeShapeType="true"/>
          </p:cNvSpPr>
          <p:nvPr/>
        </p:nvSpPr>
        <p:spPr>
          <a:xfrm>
            <a:off x="4367212" y="240665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32" name="Text Box 28"/>
          <p:cNvSpPr txBox="true">
            <a:spLocks noGrp="true" noChangeShapeType="true"/>
          </p:cNvSpPr>
          <p:nvPr/>
        </p:nvSpPr>
        <p:spPr>
          <a:xfrm>
            <a:off x="4392612" y="40830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33" name="Text Box 29"/>
          <p:cNvSpPr txBox="true">
            <a:spLocks noGrp="true" noChangeShapeType="true"/>
          </p:cNvSpPr>
          <p:nvPr/>
        </p:nvSpPr>
        <p:spPr>
          <a:xfrm>
            <a:off x="6678612" y="2819400"/>
            <a:ext cx="682625" cy="336550"/>
          </a:xfrm>
          <a:prstGeom prst="rect">
            <a:avLst/>
          </a:prstGeom>
          <a:noFill/>
        </p:spPr>
        <p:txBody>
          <a:bodyPr wrap="none" anchor="ctr" anchorCtr="false">
            <a:spAutoFit/>
          </a:bodyPr>
          <a:lstStyle/>
          <a:p>
            <a:pPr lvl="0" algn="ctr"/>
            <a:r>
              <a:rPr lang="en-US">
                <a:latin typeface="Helvetica" pitchFamily="34"/>
              </a:rPr>
              <a:t>file A</a:t>
            </a:r>
            <a:endParaRPr/>
          </a:p>
        </p:txBody>
      </p:sp>
      <p:sp>
        <p:nvSpPr>
          <p:cNvPr id="34" name="Text Box 30"/>
          <p:cNvSpPr txBox="true">
            <a:spLocks noGrp="true" noChangeShapeType="true"/>
          </p:cNvSpPr>
          <p:nvPr/>
        </p:nvSpPr>
        <p:spPr>
          <a:xfrm>
            <a:off x="6653212" y="4387850"/>
            <a:ext cx="682625" cy="336550"/>
          </a:xfrm>
          <a:prstGeom prst="rect">
            <a:avLst/>
          </a:prstGeom>
          <a:noFill/>
        </p:spPr>
        <p:txBody>
          <a:bodyPr wrap="none" anchor="ctr" anchorCtr="false">
            <a:spAutoFit/>
          </a:bodyPr>
          <a:lstStyle/>
          <a:p>
            <a:pPr lvl="0" algn="ctr"/>
            <a:r>
              <a:rPr lang="en-US">
                <a:latin typeface="Helvetica" pitchFamily="34"/>
              </a:rPr>
              <a:t>file B</a:t>
            </a:r>
            <a:endParaRPr/>
          </a:p>
        </p:txBody>
      </p:sp>
      <p:sp>
        <p:nvSpPr>
          <p:cNvPr id="35" name="Line 31"/>
          <p:cNvSpPr>
            <a:spLocks noGrp="true" noChangeShapeType="true"/>
          </p:cNvSpPr>
          <p:nvPr/>
        </p:nvSpPr>
        <p:spPr>
          <a:xfrm flipV="true">
            <a:off x="2282825" y="4572000"/>
            <a:ext cx="1908175" cy="228600"/>
          </a:xfrm>
          <a:prstGeom prst="line">
            <a:avLst/>
          </a:prstGeom>
          <a:noFill/>
          <a:ln w="12700">
            <a:solidFill>
              <a:schemeClr val="dk1"/>
            </a:solidFill>
            <a:round/>
            <a:headEnd/>
            <a:tailEnd type="triangle" w="med" len="med"/>
          </a:ln>
        </p:spPr>
        <p:txBody>
          <a:bodyPr lIns="91440" tIns="45720" rIns="91440" bIns="45720"/>
          <a:lstStyle/>
          <a:p>
            <a:pPr/>
            <a:endParaRPr sz="1400" dirty="false"/>
          </a:p>
        </p:txBody>
      </p:sp>
      <p:sp>
        <p:nvSpPr>
          <p:cNvPr id="36" name="Rectangle 32"/>
          <p:cNvSpPr>
            <a:spLocks noGrp="true" noChangeShapeType="true"/>
          </p:cNvSpPr>
          <p:nvPr/>
        </p:nvSpPr>
        <p:spPr>
          <a:xfrm>
            <a:off x="1219200" y="3810000"/>
            <a:ext cx="609600" cy="228600"/>
          </a:xfrm>
          <a:prstGeom prst="rect">
            <a:avLst/>
          </a:prstGeom>
          <a:noFill/>
        </p:spPr>
        <p:txBody>
          <a:bodyPr wrap="none" anchor="ctr" anchorCtr="false"/>
          <a:lstStyle/>
          <a:p>
            <a:pPr lvl="0" algn="r"/>
            <a:r>
              <a:rPr lang="en-US" sz="1400">
                <a:latin typeface="Helvetica" pitchFamily="34"/>
              </a:rPr>
              <a:t>fd0</a:t>
            </a:r>
            <a:endParaRPr/>
          </a:p>
        </p:txBody>
      </p:sp>
      <p:sp>
        <p:nvSpPr>
          <p:cNvPr id="37" name="Rectangle 33"/>
          <p:cNvSpPr>
            <a:spLocks noGrp="true" noChangeShapeType="true"/>
          </p:cNvSpPr>
          <p:nvPr/>
        </p:nvSpPr>
        <p:spPr>
          <a:xfrm>
            <a:off x="1219200" y="4038600"/>
            <a:ext cx="609600" cy="228600"/>
          </a:xfrm>
          <a:prstGeom prst="rect">
            <a:avLst/>
          </a:prstGeom>
          <a:noFill/>
        </p:spPr>
        <p:txBody>
          <a:bodyPr wrap="none" anchor="ctr" anchorCtr="false"/>
          <a:lstStyle/>
          <a:p>
            <a:pPr lvl="0" algn="r"/>
            <a:r>
              <a:rPr lang="en-US" sz="1400">
                <a:latin typeface="Helvetica" pitchFamily="34"/>
              </a:rPr>
              <a:t>fd1</a:t>
            </a:r>
            <a:endParaRPr/>
          </a:p>
        </p:txBody>
      </p:sp>
      <p:sp>
        <p:nvSpPr>
          <p:cNvPr id="38" name="Rectangle 34"/>
          <p:cNvSpPr>
            <a:spLocks noGrp="true" noChangeShapeType="true"/>
          </p:cNvSpPr>
          <p:nvPr/>
        </p:nvSpPr>
        <p:spPr>
          <a:xfrm>
            <a:off x="1219200" y="4267200"/>
            <a:ext cx="609600" cy="228600"/>
          </a:xfrm>
          <a:prstGeom prst="rect">
            <a:avLst/>
          </a:prstGeom>
          <a:noFill/>
        </p:spPr>
        <p:txBody>
          <a:bodyPr wrap="none" anchor="ctr" anchorCtr="false"/>
          <a:lstStyle/>
          <a:p>
            <a:pPr lvl="0" algn="r"/>
            <a:r>
              <a:rPr lang="en-US" sz="1400">
                <a:latin typeface="Helvetica" pitchFamily="34"/>
              </a:rPr>
              <a:t>fd2</a:t>
            </a:r>
            <a:endParaRPr/>
          </a:p>
        </p:txBody>
      </p:sp>
      <p:sp>
        <p:nvSpPr>
          <p:cNvPr id="39" name="Rectangle 35"/>
          <p:cNvSpPr>
            <a:spLocks noGrp="true" noChangeShapeType="true"/>
          </p:cNvSpPr>
          <p:nvPr/>
        </p:nvSpPr>
        <p:spPr>
          <a:xfrm>
            <a:off x="1219200" y="4495800"/>
            <a:ext cx="609600" cy="228600"/>
          </a:xfrm>
          <a:prstGeom prst="rect">
            <a:avLst/>
          </a:prstGeom>
          <a:noFill/>
        </p:spPr>
        <p:txBody>
          <a:bodyPr wrap="none" anchor="ctr" anchorCtr="false"/>
          <a:lstStyle/>
          <a:p>
            <a:pPr lvl="0" algn="r"/>
            <a:r>
              <a:rPr lang="en-US" sz="1400">
                <a:latin typeface="Helvetica" pitchFamily="34"/>
              </a:rPr>
              <a:t>fd3</a:t>
            </a:r>
            <a:endParaRPr/>
          </a:p>
        </p:txBody>
      </p:sp>
      <p:sp>
        <p:nvSpPr>
          <p:cNvPr id="40" name="Rectangle 36"/>
          <p:cNvSpPr>
            <a:spLocks noGrp="true" noChangeShapeType="true"/>
          </p:cNvSpPr>
          <p:nvPr/>
        </p:nvSpPr>
        <p:spPr>
          <a:xfrm>
            <a:off x="1219200" y="4724400"/>
            <a:ext cx="609600" cy="228600"/>
          </a:xfrm>
          <a:prstGeom prst="rect">
            <a:avLst/>
          </a:prstGeom>
          <a:noFill/>
        </p:spPr>
        <p:txBody>
          <a:bodyPr wrap="none" anchor="ctr" anchorCtr="false"/>
          <a:lstStyle/>
          <a:p>
            <a:pPr lvl="0" algn="r"/>
            <a:r>
              <a:rPr lang="en-US" sz="1400">
                <a:latin typeface="Helvetica" pitchFamily="34"/>
              </a:rPr>
              <a:t>fd4</a:t>
            </a:r>
            <a:endParaRPr/>
          </a:p>
        </p:txBody>
      </p:sp>
      <p:sp>
        <p:nvSpPr>
          <p:cNvPr id="41" name="Rectangle 37"/>
          <p:cNvSpPr>
            <a:spLocks noGrp="true" noChangeShapeType="true"/>
          </p:cNvSpPr>
          <p:nvPr/>
        </p:nvSpPr>
        <p:spPr>
          <a:xfrm>
            <a:off x="1219200" y="4953000"/>
            <a:ext cx="609600" cy="228600"/>
          </a:xfrm>
          <a:prstGeom prst="rect">
            <a:avLst/>
          </a:prstGeom>
          <a:noFill/>
        </p:spPr>
        <p:txBody>
          <a:bodyPr wrap="none" anchor="ctr" anchorCtr="false"/>
          <a:lstStyle/>
          <a:p>
            <a:pPr lvl="0" algn="r"/>
            <a:r>
              <a:rPr lang="en-US" sz="1400">
                <a:latin typeface="Helvetica" pitchFamily="34"/>
              </a:rPr>
              <a:t>fd5</a:t>
            </a:r>
            <a:endParaRPr/>
          </a:p>
        </p:txBody>
      </p:sp>
      <p:sp>
        <p:nvSpPr>
          <p:cNvPr id="42" name="Rectangle 38"/>
          <p:cNvSpPr>
            <a:spLocks noGrp="true" noChangeShapeType="true"/>
          </p:cNvSpPr>
          <p:nvPr/>
        </p:nvSpPr>
        <p:spPr>
          <a:xfrm>
            <a:off x="1219200" y="5181600"/>
            <a:ext cx="609600" cy="228600"/>
          </a:xfrm>
          <a:prstGeom prst="rect">
            <a:avLst/>
          </a:prstGeom>
          <a:noFill/>
        </p:spPr>
        <p:txBody>
          <a:bodyPr wrap="none" anchor="ctr" anchorCtr="false"/>
          <a:lstStyle/>
          <a:p>
            <a:pPr lvl="0" algn="r"/>
            <a:r>
              <a:rPr lang="en-US" sz="1400">
                <a:latin typeface="Helvetica" pitchFamily="34"/>
              </a:rPr>
              <a:t>fd6</a:t>
            </a:r>
            <a:endParaRPr/>
          </a:p>
        </p:txBody>
      </p:sp>
      <p:sp>
        <p:nvSpPr>
          <p:cNvPr id="43" name="Rectangle 39"/>
          <p:cNvSpPr>
            <a:spLocks noGrp="true" noChangeShapeType="true"/>
          </p:cNvSpPr>
          <p:nvPr/>
        </p:nvSpPr>
        <p:spPr>
          <a:xfrm>
            <a:off x="1219200" y="5410200"/>
            <a:ext cx="609600" cy="228600"/>
          </a:xfrm>
          <a:prstGeom prst="rect">
            <a:avLst/>
          </a:prstGeom>
          <a:noFill/>
        </p:spPr>
        <p:txBody>
          <a:bodyPr wrap="none" anchor="ctr" anchorCtr="false"/>
          <a:lstStyle/>
          <a:p>
            <a:pPr lvl="0" algn="r"/>
            <a:r>
              <a:rPr lang="en-US" sz="1400">
                <a:latin typeface="Helvetica" pitchFamily="34"/>
              </a:rPr>
              <a:t>fd7</a:t>
            </a:r>
            <a:endParaRPr/>
          </a:p>
        </p:txBody>
      </p:sp>
      <p:sp>
        <p:nvSpPr>
          <p:cNvPr id="44" name="Text Box 40"/>
          <p:cNvSpPr txBox="true">
            <a:spLocks noGrp="true" noChangeShapeType="true"/>
          </p:cNvSpPr>
          <p:nvPr/>
        </p:nvSpPr>
        <p:spPr>
          <a:xfrm>
            <a:off x="1143000" y="2895600"/>
            <a:ext cx="1600200" cy="825500"/>
          </a:xfrm>
          <a:prstGeom prst="rect">
            <a:avLst/>
          </a:prstGeom>
          <a:noFill/>
        </p:spPr>
        <p:txBody>
          <a:bodyPr lIns="91440" tIns="45720" rIns="91440" bIns="45720" anchor="t">
            <a:spAutoFit/>
          </a:bodyPr>
          <a:lstStyle/>
          <a:p>
            <a:pPr lvl="0">
              <a:spcBef>
                <a:spcPct val="50000"/>
              </a:spcBef>
            </a:pPr>
            <a:r>
              <a:rPr lang="en-US">
                <a:latin typeface="Times New Roman" pitchFamily="18"/>
              </a:rPr>
              <a:t>Descriptor table (one table per process)</a:t>
            </a:r>
            <a:endParaRPr/>
          </a:p>
        </p:txBody>
      </p:sp>
      <p:sp>
        <p:nvSpPr>
          <p:cNvPr id="45" name="Rectangle 41"/>
          <p:cNvSpPr>
            <a:spLocks noGrp="true" noChangeShapeType="true"/>
          </p:cNvSpPr>
          <p:nvPr/>
        </p:nvSpPr>
        <p:spPr>
          <a:xfrm>
            <a:off x="6473825" y="4038600"/>
            <a:ext cx="1069975" cy="304800"/>
          </a:xfrm>
          <a:prstGeom prst="rect">
            <a:avLst/>
          </a:prstGeom>
          <a:solidFill>
            <a:srgbClr val="FFFF00">
              <a:alpha val="49803"/>
            </a:srgbClr>
          </a:solid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46" name="Rectangle 42"/>
          <p:cNvSpPr>
            <a:spLocks noGrp="true" noChangeShapeType="true"/>
          </p:cNvSpPr>
          <p:nvPr/>
        </p:nvSpPr>
        <p:spPr>
          <a:xfrm>
            <a:off x="6477000" y="46482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access</a:t>
            </a:r>
            <a:endParaRPr/>
          </a:p>
        </p:txBody>
      </p:sp>
      <p:sp>
        <p:nvSpPr>
          <p:cNvPr id="47" name="Rectangle 43"/>
          <p:cNvSpPr>
            <a:spLocks noGrp="true" noChangeShapeType="true"/>
          </p:cNvSpPr>
          <p:nvPr/>
        </p:nvSpPr>
        <p:spPr>
          <a:xfrm>
            <a:off x="6477000" y="49530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size</a:t>
            </a:r>
            <a:endParaRPr/>
          </a:p>
        </p:txBody>
      </p:sp>
      <p:sp>
        <p:nvSpPr>
          <p:cNvPr id="48" name="Rectangle 44"/>
          <p:cNvSpPr>
            <a:spLocks noGrp="true" noChangeShapeType="true"/>
          </p:cNvSpPr>
          <p:nvPr/>
        </p:nvSpPr>
        <p:spPr>
          <a:xfrm>
            <a:off x="6477000" y="52578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File type</a:t>
            </a:r>
            <a:endParaRPr/>
          </a:p>
        </p:txBody>
      </p:sp>
      <p:sp>
        <p:nvSpPr>
          <p:cNvPr id="49" name="Rectangle 45"/>
          <p:cNvSpPr>
            <a:spLocks noGrp="true" noChangeShapeType="true"/>
          </p:cNvSpPr>
          <p:nvPr/>
        </p:nvSpPr>
        <p:spPr>
          <a:xfrm>
            <a:off x="6480175" y="5562600"/>
            <a:ext cx="1066800" cy="304800"/>
          </a:xfrm>
          <a:prstGeom prst="rect">
            <a:avLst/>
          </a:prstGeom>
          <a:noFill/>
          <a:ln w="12700">
            <a:solidFill>
              <a:schemeClr val="dk1"/>
            </a:solidFill>
            <a:miter/>
            <a:headEnd/>
            <a:tailEnd/>
          </a:ln>
        </p:spPr>
        <p:txBody>
          <a:bodyPr wrap="none" anchor="ctr" anchorCtr="false"/>
          <a:lstStyle/>
          <a:p>
            <a:pPr lvl="0" algn="ctr"/>
            <a:r>
              <a:rPr lang="en-US">
                <a:latin typeface="Helvetica" pitchFamily="34"/>
              </a:rPr>
              <a:t>…</a:t>
            </a:r>
            <a:endParaRPr/>
          </a:p>
        </p:txBody>
      </p:sp>
      <p:sp>
        <p:nvSpPr>
          <p:cNvPr id="50" name="Rectangle 46"/>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Redirection</a:t>
            </a:r>
            <a:endParaRPr/>
          </a:p>
        </p:txBody>
      </p:sp>
      <p:sp>
        <p:nvSpPr>
          <p:cNvPr id="51" name="TextBox 46"/>
          <p:cNvSpPr txBox="true">
            <a:spLocks noGrp="true" noChangeShapeType="true"/>
          </p:cNvSpPr>
          <p:nvPr/>
        </p:nvSpPr>
        <p:spPr>
          <a:xfrm>
            <a:off x="609600" y="1600200"/>
            <a:ext cx="1611312" cy="425450"/>
          </a:xfrm>
          <a:prstGeom prst="rect">
            <a:avLst/>
          </a:prstGeom>
          <a:noFill/>
        </p:spPr>
        <p:txBody>
          <a:bodyPr wrap="none" anchor="t">
            <a:spAutoFit/>
          </a:bodyPr>
          <a:lstStyle/>
          <a:p>
            <a:pPr lvl="0">
              <a:lnSpc>
                <a:spcPct val="90000"/>
              </a:lnSpc>
              <a:spcBef>
                <a:spcPct val="20000"/>
              </a:spcBef>
            </a:pPr>
            <a:r>
              <a:rPr lang="en-US" sz="2400"/>
              <a:t>dup2(4,1)</a:t>
            </a:r>
            <a:endParaRPr/>
          </a:p>
        </p:txBody>
      </p:sp>
    </p:spTree>
  </p:cSld>
  <p:clrMapOvr>
    <a:masterClrMapping/>
  </p:clrMapOvr>
  <p:transition/>
</p:sld>
</file>

<file path=ppt/slides/slide100.xml><?xml version="1.0" encoding="utf-8"?>
<p:sld xmlns:a="http://schemas.openxmlformats.org/drawingml/2006/main" xmlns:p="http://schemas.openxmlformats.org/presentationml/2006/main">
  <p:cSld>
    <p:spTree>
      <p:nvGrpSpPr>
        <p:cNvPr id="52" name=""/>
        <p:cNvGrpSpPr/>
        <p:nvPr/>
      </p:nvGrpSpPr>
      <p:grpSpPr>
        <a:xfrm>
          <a:off x="0" y="0"/>
          <a:ext cx="0" cy="0"/>
          <a:chOff x="0" y="0"/>
          <a:chExt cx="0" cy="0"/>
        </a:xfrm>
      </p:grpSpPr>
      <p:sp>
        <p:nvSpPr>
          <p:cNvPr id="53"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5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buNone/>
            </a:pPr>
            <a:r>
              <a:rPr lang="en-US">
                <a:latin typeface="Comic Sans MS"/>
                <a:ea typeface="SimSun"/>
              </a:rPr>
              <a:t>I</a:t>
            </a:r>
            <a:r>
              <a:rPr lang="zh-CN">
                <a:latin typeface="Comic Sans MS"/>
                <a:ea typeface="SimSun"/>
              </a:rPr>
              <a:t>/O </a:t>
            </a:r>
            <a:r>
              <a:rPr lang="en-US">
                <a:latin typeface="Comic Sans MS"/>
                <a:ea typeface="SimSun"/>
              </a:rPr>
              <a:t>Redirection</a:t>
            </a:r>
            <a:endParaRPr/>
          </a:p>
        </p:txBody>
      </p:sp>
      <p:sp>
        <p:nvSpPr>
          <p:cNvPr id="55" name="Rectangle 3"/>
          <p:cNvSpPr>
            <a:spLocks noGrp="true" noChangeShapeType="true"/>
          </p:cNvSpPr>
          <p:nvPr>
            <p:ph type="obj"/>
          </p:nvPr>
        </p:nvSpPr>
        <p:spPr>
          <a:xfrm>
            <a:off x="457200" y="16002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lnSpc>
                <a:spcPts val="2000"/>
              </a:lnSpc>
              <a:spcBef>
                <a:spcPct val="20000"/>
              </a:spcBef>
              <a:buNone/>
            </a:pPr>
            <a:r>
              <a:rPr lang="en-US" sz="2000" b="true" i="false" u="none">
                <a:latin typeface="Courier New"/>
                <a:ea typeface="SimSun"/>
              </a:rPr>
              <a:t>#include </a:t>
            </a:r>
            <a:r>
              <a:rPr lang="en-US" sz="2000" b="true" i="false" u="none">
                <a:latin typeface="Courier New"/>
                <a:ea typeface="SimSun"/>
              </a:rPr>
              <a:t>“</a:t>
            </a:r>
            <a:r>
              <a:rPr lang="en-US" sz="2000" b="true" i="false" u="none">
                <a:latin typeface="Courier New"/>
                <a:ea typeface="SimSun"/>
              </a:rPr>
              <a:t>csapp.h</a:t>
            </a:r>
            <a:r>
              <a:rPr lang="en-US" sz="2000" b="true" i="false" u="none">
                <a:latin typeface="Courier New"/>
                <a:ea typeface="SimSun"/>
              </a:rPr>
              <a:t>”</a:t>
            </a:r>
            <a:endParaRPr/>
          </a:p>
          <a:p>
            <a:pPr marL="0" lvl="0" indent="0">
              <a:lnSpc>
                <a:spcPts val="2000"/>
              </a:lnSpc>
              <a:spcBef>
                <a:spcPct val="20000"/>
              </a:spcBef>
              <a:buNone/>
            </a:pPr>
            <a:r>
              <a:rPr lang="en-US" sz="2000" b="true" i="false" u="none">
                <a:latin typeface="Courier New"/>
                <a:ea typeface="SimSun"/>
              </a:rPr>
              <a:t> </a:t>
            </a:r>
            <a:endParaRPr/>
          </a:p>
          <a:p>
            <a:pPr marL="0" lvl="0" indent="0">
              <a:lnSpc>
                <a:spcPts val="2000"/>
              </a:lnSpc>
              <a:spcBef>
                <a:spcPct val="20000"/>
              </a:spcBef>
              <a:buNone/>
            </a:pPr>
            <a:r>
              <a:rPr lang="en-US" sz="2000" b="true" i="false" u="none">
                <a:latin typeface="Courier New"/>
                <a:ea typeface="SimSun"/>
              </a:rPr>
              <a:t>int main()</a:t>
            </a:r>
            <a:endParaRPr/>
          </a:p>
          <a:p>
            <a:pPr marL="0" lvl="0" indent="0">
              <a:lnSpc>
                <a:spcPts val="2000"/>
              </a:lnSpc>
              <a:spcBef>
                <a:spcPct val="20000"/>
              </a:spcBef>
              <a:buNone/>
            </a:pPr>
            <a:r>
              <a:rPr lang="en-US" sz="2000" b="true" i="false" u="none">
                <a:latin typeface="Courier New"/>
                <a:ea typeface="SimSun"/>
              </a:rPr>
              <a:t>{</a:t>
            </a:r>
            <a:endParaRPr/>
          </a:p>
          <a:p>
            <a:pPr marL="0" lvl="0" indent="0">
              <a:lnSpc>
                <a:spcPts val="2000"/>
              </a:lnSpc>
              <a:spcBef>
                <a:spcPct val="20000"/>
              </a:spcBef>
              <a:buNone/>
            </a:pPr>
            <a:r>
              <a:rPr lang="en-US" sz="2000" b="true" i="false" u="none">
                <a:latin typeface="Courier New"/>
                <a:ea typeface="SimSun"/>
              </a:rPr>
              <a:t>	int fd1, fd2;</a:t>
            </a:r>
            <a:endParaRPr/>
          </a:p>
          <a:p>
            <a:pPr marL="0" lvl="0" indent="0">
              <a:lnSpc>
                <a:spcPts val="2000"/>
              </a:lnSpc>
              <a:spcBef>
                <a:spcPct val="20000"/>
              </a:spcBef>
              <a:buNone/>
            </a:pPr>
            <a:r>
              <a:rPr lang="en-US" sz="2000" b="true" i="false" u="none">
                <a:latin typeface="Courier New"/>
                <a:ea typeface="SimSun"/>
              </a:rPr>
              <a:t>	char c;</a:t>
            </a:r>
            <a:endParaRPr/>
          </a:p>
          <a:p>
            <a:pPr marL="0" lvl="0" indent="0">
              <a:lnSpc>
                <a:spcPts val="2000"/>
              </a:lnSpc>
              <a:spcBef>
                <a:spcPct val="20000"/>
              </a:spcBef>
              <a:buNone/>
            </a:pPr>
            <a:r>
              <a:rPr lang="en-US" sz="2000" b="true" i="false" u="none">
                <a:latin typeface="Courier New"/>
                <a:ea typeface="SimSun"/>
              </a:rPr>
              <a:t> </a:t>
            </a:r>
            <a:endParaRPr/>
          </a:p>
          <a:p>
            <a:pPr marL="0" lvl="0" indent="0">
              <a:lnSpc>
                <a:spcPts val="2000"/>
              </a:lnSpc>
              <a:spcBef>
                <a:spcPct val="20000"/>
              </a:spcBef>
              <a:buNone/>
            </a:pPr>
            <a:r>
              <a:rPr lang="en-US" sz="2000" b="true" i="false" u="none">
                <a:latin typeface="Courier New"/>
                <a:ea typeface="SimSun"/>
              </a:rPr>
              <a:t>	fd1 = open(</a:t>
            </a:r>
            <a:r>
              <a:rPr lang="en-US" sz="2000" b="true" i="false" u="none">
                <a:latin typeface="Courier New"/>
                <a:ea typeface="SimSun"/>
              </a:rPr>
              <a:t>“</a:t>
            </a:r>
            <a:r>
              <a:rPr lang="en-US" sz="2000" b="true" i="false" u="none">
                <a:latin typeface="Courier New"/>
                <a:ea typeface="SimSun"/>
              </a:rPr>
              <a:t>foobar.txt</a:t>
            </a:r>
            <a:r>
              <a:rPr lang="en-US" sz="2000" b="true" i="false" u="none">
                <a:latin typeface="Courier New"/>
                <a:ea typeface="SimSun"/>
              </a:rPr>
              <a:t>”</a:t>
            </a:r>
            <a:r>
              <a:rPr lang="en-US" sz="2000" b="true" i="false" u="none">
                <a:latin typeface="Courier New"/>
                <a:ea typeface="SimSun"/>
              </a:rPr>
              <a:t>, O_RDONLY, 0);</a:t>
            </a:r>
            <a:endParaRPr/>
          </a:p>
          <a:p>
            <a:pPr marL="0" lvl="0" indent="0">
              <a:lnSpc>
                <a:spcPts val="2000"/>
              </a:lnSpc>
              <a:spcBef>
                <a:spcPct val="20000"/>
              </a:spcBef>
              <a:buNone/>
            </a:pPr>
            <a:r>
              <a:rPr lang="en-US" sz="2000" b="true" i="false" u="none">
                <a:latin typeface="Courier New"/>
                <a:ea typeface="SimSun"/>
              </a:rPr>
              <a:t>	fd2 = open(</a:t>
            </a:r>
            <a:r>
              <a:rPr lang="en-US" sz="2000" b="true" i="false" u="none">
                <a:latin typeface="Courier New"/>
                <a:ea typeface="SimSun"/>
              </a:rPr>
              <a:t>“</a:t>
            </a:r>
            <a:r>
              <a:rPr lang="en-US" sz="2000" b="true" i="false" u="none">
                <a:latin typeface="Courier New"/>
                <a:ea typeface="SimSun"/>
              </a:rPr>
              <a:t>foobar.txt</a:t>
            </a:r>
            <a:r>
              <a:rPr lang="en-US" sz="2000" b="true" i="false" u="none">
                <a:latin typeface="Courier New"/>
                <a:ea typeface="SimSun"/>
              </a:rPr>
              <a:t>”</a:t>
            </a:r>
            <a:r>
              <a:rPr lang="en-US" sz="2000" b="true" i="false" u="none">
                <a:latin typeface="Courier New"/>
                <a:ea typeface="SimSun"/>
              </a:rPr>
              <a:t>, O_RDONLY, 0);</a:t>
            </a:r>
            <a:endParaRPr/>
          </a:p>
          <a:p>
            <a:pPr marL="0" lvl="0" indent="0">
              <a:lnSpc>
                <a:spcPts val="2000"/>
              </a:lnSpc>
              <a:spcBef>
                <a:spcPct val="20000"/>
              </a:spcBef>
              <a:buNone/>
            </a:pPr>
            <a:r>
              <a:rPr lang="en-US" sz="2000" b="true" i="false" u="none">
                <a:latin typeface="Courier New"/>
                <a:ea typeface="SimSun"/>
              </a:rPr>
              <a:t>	read(fd2, &amp;c, 1);</a:t>
            </a:r>
            <a:endParaRPr/>
          </a:p>
          <a:p>
            <a:pPr marL="0" lvl="0" indent="0">
              <a:lnSpc>
                <a:spcPts val="2000"/>
              </a:lnSpc>
              <a:spcBef>
                <a:spcPct val="20000"/>
              </a:spcBef>
              <a:buNone/>
            </a:pPr>
            <a:r>
              <a:rPr lang="en-US" sz="2000" b="true" i="false" u="none">
                <a:latin typeface="Courier New"/>
                <a:ea typeface="SimSun"/>
              </a:rPr>
              <a:t> 	dup2(fd2, fd1);</a:t>
            </a:r>
            <a:endParaRPr/>
          </a:p>
          <a:p>
            <a:pPr marL="0" lvl="0" indent="0">
              <a:lnSpc>
                <a:spcPts val="2000"/>
              </a:lnSpc>
              <a:spcBef>
                <a:spcPct val="20000"/>
              </a:spcBef>
              <a:buNone/>
            </a:pPr>
            <a:r>
              <a:rPr lang="en-US" sz="2000" b="true" i="false" u="none">
                <a:latin typeface="Courier New"/>
                <a:ea typeface="SimSun"/>
              </a:rPr>
              <a:t>	read(fd1, &amp;c, 1);</a:t>
            </a:r>
            <a:endParaRPr/>
          </a:p>
          <a:p>
            <a:pPr marL="0" lvl="0" indent="0">
              <a:lnSpc>
                <a:spcPts val="2000"/>
              </a:lnSpc>
              <a:spcBef>
                <a:spcPct val="20000"/>
              </a:spcBef>
              <a:buNone/>
            </a:pPr>
            <a:r>
              <a:rPr lang="en-US" sz="2000" b="true" i="false" u="none">
                <a:latin typeface="Courier New"/>
                <a:ea typeface="SimSun"/>
              </a:rPr>
              <a:t>	printf(</a:t>
            </a:r>
            <a:r>
              <a:rPr lang="en-US" sz="2000" b="true" i="false" u="none">
                <a:latin typeface="Courier New"/>
                <a:ea typeface="SimSun"/>
              </a:rPr>
              <a:t>“</a:t>
            </a:r>
            <a:r>
              <a:rPr lang="en-US" sz="2000" b="true" i="false" u="none">
                <a:latin typeface="Courier New"/>
                <a:ea typeface="SimSun"/>
              </a:rPr>
              <a:t>c = %c\n</a:t>
            </a:r>
            <a:r>
              <a:rPr lang="en-US" sz="2000" b="true" i="false" u="none">
                <a:latin typeface="Courier New"/>
                <a:ea typeface="SimSun"/>
              </a:rPr>
              <a:t>”</a:t>
            </a:r>
            <a:r>
              <a:rPr lang="en-US" sz="2000" b="true" i="false" u="none">
                <a:latin typeface="Courier New"/>
                <a:ea typeface="SimSun"/>
              </a:rPr>
              <a:t>, c);</a:t>
            </a:r>
            <a:endParaRPr/>
          </a:p>
          <a:p>
            <a:pPr marL="0" lvl="0" indent="0">
              <a:lnSpc>
                <a:spcPts val="2000"/>
              </a:lnSpc>
              <a:spcBef>
                <a:spcPct val="20000"/>
              </a:spcBef>
              <a:buNone/>
            </a:pPr>
            <a:r>
              <a:rPr lang="en-US" sz="2000" b="true" i="false" u="none">
                <a:latin typeface="Courier New"/>
                <a:ea typeface="SimSun"/>
              </a:rPr>
              <a:t>	exit(0);</a:t>
            </a:r>
            <a:endParaRPr/>
          </a:p>
          <a:p>
            <a:pPr marL="0" lvl="0" indent="0">
              <a:lnSpc>
                <a:spcPts val="2000"/>
              </a:lnSpc>
              <a:spcBef>
                <a:spcPct val="20000"/>
              </a:spcBef>
              <a:buNone/>
            </a:pPr>
            <a:r>
              <a:rPr lang="en-US" sz="2000" b="true" i="false" u="none">
                <a:latin typeface="Courier New"/>
                <a:ea typeface="SimSun"/>
              </a:rPr>
              <a:t>}</a:t>
            </a:r>
            <a:endParaRPr/>
          </a:p>
        </p:txBody>
      </p:sp>
      <p:sp>
        <p:nvSpPr>
          <p:cNvPr id="56" name="Rectangle 4"/>
          <p:cNvSpPr>
            <a:spLocks noGrp="true" noChangeShapeType="true"/>
          </p:cNvSpPr>
          <p:nvPr/>
        </p:nvSpPr>
        <p:spPr>
          <a:xfrm>
            <a:off x="6616700" y="1541462"/>
            <a:ext cx="1724025" cy="361950"/>
          </a:xfrm>
          <a:prstGeom prst="rect">
            <a:avLst/>
          </a:prstGeom>
          <a:noFill/>
        </p:spPr>
        <p:txBody>
          <a:bodyPr wrap="none" anchor="t">
            <a:spAutoFit/>
          </a:bodyPr>
          <a:lstStyle/>
          <a:p>
            <a:pPr lvl="0">
              <a:lnSpc>
                <a:spcPts val="2000"/>
              </a:lnSpc>
              <a:spcBef>
                <a:spcPct val="20000"/>
              </a:spcBef>
              <a:buNone/>
            </a:pPr>
            <a:r>
              <a:rPr lang="en-US" sz="2000">
                <a:solidFill>
                  <a:srgbClr val="000000"/>
                </a:solidFill>
                <a:latin typeface="Courier New" pitchFamily="49"/>
              </a:rPr>
              <a:t>foobar.txt</a:t>
            </a:r>
            <a:endParaRPr/>
          </a:p>
        </p:txBody>
      </p:sp>
      <p:sp>
        <p:nvSpPr>
          <p:cNvPr id="57" name="Flowchart: Document 5"/>
          <p:cNvSpPr>
            <a:spLocks noGrp="true" noChangeShapeType="true"/>
          </p:cNvSpPr>
          <p:nvPr/>
        </p:nvSpPr>
        <p:spPr>
          <a:xfrm>
            <a:off x="6616700" y="1905000"/>
            <a:ext cx="1371600" cy="1143000"/>
          </a:xfrm>
          <a:custGeom>
            <a:avLst/>
            <a:gdLst>
              <a:gd name="gd0" fmla="val 65536"/>
              <a:gd name="gd1" fmla="val 0"/>
              <a:gd name="gd2" fmla="val 20172"/>
              <a:gd name="gd3" fmla="+- gd1 945 0"/>
              <a:gd name="gd4" fmla="+- gd2 400 0"/>
              <a:gd name="gd5" fmla="+- gd1 1887 0"/>
              <a:gd name="gd6" fmla="+- gd2 628 0"/>
              <a:gd name="gd7" fmla="+- gd1 2795 0"/>
              <a:gd name="gd8" fmla="+- gd2 913 0"/>
              <a:gd name="gd9" fmla="val gd7"/>
              <a:gd name="gd10" fmla="val gd8"/>
              <a:gd name="gd11" fmla="val 5060"/>
              <a:gd name="gd12" fmla="val 21597"/>
              <a:gd name="gd13" fmla="+- gd11 2037 0"/>
              <a:gd name="gd14" fmla="+- gd12 0 0"/>
              <a:gd name="gd15" fmla="+- gd11 2567 0"/>
              <a:gd name="gd16" fmla="+- gd12 -227 0"/>
              <a:gd name="gd17" fmla="+- gd11 3095 0"/>
              <a:gd name="gd18" fmla="+- gd12 -285 0"/>
              <a:gd name="gd19" fmla="val gd17"/>
              <a:gd name="gd20" fmla="val gd18"/>
              <a:gd name="gd21" fmla="val 9855"/>
              <a:gd name="gd22" fmla="val 20800"/>
              <a:gd name="gd23" fmla="+- gd21 490 0"/>
              <a:gd name="gd24" fmla="+- gd22 -228 0"/>
              <a:gd name="gd25" fmla="+- gd21 945 0"/>
              <a:gd name="gd26" fmla="+- gd22 -400 0"/>
              <a:gd name="gd27" fmla="+- gd21 1472 0"/>
              <a:gd name="gd28" fmla="+- gd22 -740 0"/>
              <a:gd name="gd29" fmla="val gd27"/>
              <a:gd name="gd30" fmla="val gd28"/>
              <a:gd name="gd31" fmla="val 12875"/>
              <a:gd name="gd32" fmla="val 19375"/>
              <a:gd name="gd33" fmla="+- gd31 567 0"/>
              <a:gd name="gd34" fmla="+- gd32 -228 0"/>
              <a:gd name="gd35" fmla="+- gd31 1095 0"/>
              <a:gd name="gd36" fmla="+- gd32 -513 0"/>
              <a:gd name="gd37" fmla="+- gd31 1700 0"/>
              <a:gd name="gd38" fmla="+- gd32 -740 0"/>
              <a:gd name="gd39" fmla="val gd37"/>
              <a:gd name="gd40" fmla="val gd38"/>
              <a:gd name="gd41" fmla="val 16537"/>
              <a:gd name="gd42" fmla="val 17950"/>
              <a:gd name="gd43" fmla="+- gd41 718 0"/>
              <a:gd name="gd44" fmla="+- gd42 -113 0"/>
              <a:gd name="gd45" fmla="+- gd41 1398 0"/>
              <a:gd name="gd46" fmla="+- gd42 -398 0"/>
              <a:gd name="gd47" fmla="+- gd41 2228 0"/>
              <a:gd name="gd48" fmla="+- gd42 -513 0"/>
              <a:gd name="gd49" fmla="val gd47"/>
              <a:gd name="gd50" fmla="val gd48"/>
              <a:gd name="gd51" fmla="val 21597"/>
              <a:gd name="gd52" fmla="val 17322"/>
              <a:gd name="gd53" fmla="val 21597"/>
              <a:gd name="gd54" fmla="val 0"/>
              <a:gd name="gd55" fmla="val 0"/>
              <a:gd name="gd56" fmla="val 0"/>
              <a:gd name="gd57" fmla="*/ w 0 21600"/>
              <a:gd name="gd58" fmla="*/ h 0 21600"/>
              <a:gd name="gd59" fmla="*/ w 21600 21600"/>
              <a:gd name="gd60" fmla="*/ h 17322 21600"/>
            </a:gdLst>
            <a:ahLst/>
            <a:cxnLst/>
            <a:rect l="gd57" t="gd58" r="gd59" b="gd60"/>
            <a:pathLst>
              <a:path w="21600" h="21600">
                <a:moveTo>
                  <a:pt x="gd1" y="gd2"/>
                </a:moveTo>
                <a:cubicBezTo>
                  <a:pt x="gd3" y="gd4"/>
                  <a:pt x="gd5" y="gd6"/>
                  <a:pt x="gd7" y="gd8"/>
                </a:cubicBezTo>
                <a:cubicBezTo>
                  <a:pt x="3587" y="21312"/>
                  <a:pt x="4342" y="21370"/>
                  <a:pt x="5060" y="21597"/>
                </a:cubicBezTo>
                <a:cubicBezTo>
                  <a:pt x="gd13" y="gd14"/>
                  <a:pt x="gd15" y="gd16"/>
                  <a:pt x="gd17" y="gd18"/>
                </a:cubicBezTo>
                <a:cubicBezTo>
                  <a:pt x="8722" y="21197"/>
                  <a:pt x="9325" y="20970"/>
                  <a:pt x="9855" y="20800"/>
                </a:cubicBezTo>
                <a:cubicBezTo>
                  <a:pt x="gd23" y="gd24"/>
                  <a:pt x="gd25" y="gd26"/>
                  <a:pt x="gd27" y="gd28"/>
                </a:cubicBezTo>
                <a:cubicBezTo>
                  <a:pt x="11817" y="19887"/>
                  <a:pt x="12347" y="19660"/>
                  <a:pt x="12875" y="19375"/>
                </a:cubicBezTo>
                <a:cubicBezTo>
                  <a:pt x="gd33" y="gd34"/>
                  <a:pt x="gd35" y="gd36"/>
                  <a:pt x="gd37" y="gd38"/>
                </a:cubicBezTo>
                <a:cubicBezTo>
                  <a:pt x="15177" y="18462"/>
                  <a:pt x="15782" y="18122"/>
                  <a:pt x="16537" y="17950"/>
                </a:cubicBezTo>
                <a:cubicBezTo>
                  <a:pt x="gd43" y="gd44"/>
                  <a:pt x="gd45" y="gd46"/>
                  <a:pt x="gd47" y="gd48"/>
                </a:cubicBezTo>
                <a:cubicBezTo>
                  <a:pt x="19635" y="17437"/>
                  <a:pt x="20577" y="17322"/>
                  <a:pt x="21597" y="17322"/>
                </a:cubicBezTo>
                <a:lnTo>
                  <a:pt x="gd53" y="gd54"/>
                </a:lnTo>
                <a:lnTo>
                  <a:pt x="gd55" y="gd56"/>
                </a:lnTo>
                <a:close/>
              </a:path>
              <a:path w="21600" h="21600"/>
            </a:pathLst>
          </a:custGeom>
          <a:solidFill>
            <a:srgbClr val="FFFFCC"/>
          </a:solidFill>
          <a:ln w="9524">
            <a:solidFill>
              <a:schemeClr val="dk1"/>
            </a:solidFill>
            <a:round/>
            <a:headEnd/>
            <a:tailEnd/>
          </a:ln>
        </p:spPr>
        <p:txBody>
          <a:bodyPr lIns="91440" tIns="45720" rIns="91440" bIns="45720" anchor="t"/>
          <a:lstStyle/>
          <a:p>
            <a:pPr marL="342900" lvl="0" indent="-342900">
              <a:lnSpc>
                <a:spcPct val="90000"/>
              </a:lnSpc>
              <a:spcBef>
                <a:spcPct val="20000"/>
              </a:spcBef>
            </a:pPr>
            <a:r>
              <a:rPr lang="en-US" sz="2000" b="false" i="false" u="none">
                <a:latin typeface="Courier New" pitchFamily="49"/>
              </a:rPr>
              <a:t>foobar</a:t>
            </a:r>
            <a:endParaRPr/>
          </a:p>
        </p:txBody>
      </p:sp>
      <p:sp>
        <p:nvSpPr>
          <p:cNvPr id="58" name="矩形 6"/>
          <p:cNvSpPr>
            <a:spLocks noGrp="true" noChangeShapeType="true"/>
          </p:cNvSpPr>
          <p:nvPr/>
        </p:nvSpPr>
        <p:spPr>
          <a:xfrm>
            <a:off x="5057775" y="5873750"/>
            <a:ext cx="1800225" cy="368300"/>
          </a:xfrm>
          <a:prstGeom prst="rect">
            <a:avLst/>
          </a:prstGeom>
          <a:noFill/>
        </p:spPr>
        <p:txBody>
          <a:bodyPr wrap="none" anchor="t">
            <a:spAutoFit/>
          </a:bodyPr>
          <a:lstStyle/>
          <a:p>
            <a:pPr lvl="0"/>
            <a:r>
              <a:rPr lang="zh-CN" sz="1800">
                <a:latin typeface="Courier New" pitchFamily="49"/>
              </a:rPr>
              <a:t>屏幕输出什么？</a:t>
            </a:r>
            <a:endParaRPr/>
          </a:p>
        </p:txBody>
      </p:sp>
    </p:spTree>
  </p:cSld>
  <p:clrMapOvr>
    <a:masterClrMapping/>
  </p:clrMapOvr>
  <p:transition/>
</p:sld>
</file>

<file path=ppt/slides/slide101.xml><?xml version="1.0" encoding="utf-8"?>
<p:sld xmlns:a="http://schemas.openxmlformats.org/drawingml/2006/main" xmlns:p="http://schemas.openxmlformats.org/presentationml/2006/main">
  <p:cSld>
    <p:spTree>
      <p:nvGrpSpPr>
        <p:cNvPr id="59" name=""/>
        <p:cNvGrpSpPr/>
        <p:nvPr/>
      </p:nvGrpSpPr>
      <p:grpSpPr>
        <a:xfrm>
          <a:off x="0" y="0"/>
          <a:ext cx="0" cy="0"/>
          <a:chOff x="0" y="0"/>
          <a:chExt cx="0" cy="0"/>
        </a:xfrm>
      </p:grpSpPr>
      <p:sp>
        <p:nvSpPr>
          <p:cNvPr id="60"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1"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62"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I/O Devices</a:t>
            </a:r>
            <a:endParaRPr/>
          </a:p>
          <a:p>
            <a:pPr marL="342900" lvl="0" indent="-342900">
              <a:spcBef>
                <a:spcPct val="20000"/>
              </a:spcBef>
              <a:buSzPct val="100000"/>
              <a:buChar char="•"/>
            </a:pPr>
            <a:r>
              <a:rPr lang="en-US">
                <a:ea typeface="SimSun" pitchFamily="2" charset="-122"/>
              </a:rPr>
              <a:t>Unix I/O</a:t>
            </a:r>
            <a:endParaRPr/>
          </a:p>
          <a:p>
            <a:pPr marL="342900" lvl="0" indent="-342900">
              <a:spcBef>
                <a:spcPct val="20000"/>
              </a:spcBef>
              <a:buSzPct val="100000"/>
              <a:buChar char="•"/>
            </a:pPr>
            <a:r>
              <a:rPr lang="en-US">
                <a:ea typeface="SimSun" pitchFamily="2" charset="-122"/>
              </a:rPr>
              <a:t>Reading File Metadata</a:t>
            </a:r>
            <a:endParaRPr/>
          </a:p>
          <a:p>
            <a:pPr marL="342900" lvl="0" indent="-342900">
              <a:spcBef>
                <a:spcPct val="20000"/>
              </a:spcBef>
              <a:buSzPct val="100000"/>
              <a:buChar char="•"/>
            </a:pPr>
            <a:r>
              <a:rPr lang="en-US">
                <a:ea typeface="SimSun" pitchFamily="2" charset="-122"/>
              </a:rPr>
              <a:t>Sharing Files &amp; I/O redirection</a:t>
            </a:r>
            <a:endParaRPr/>
          </a:p>
          <a:p>
            <a:pPr marL="342900" lvl="0" indent="-342900">
              <a:spcBef>
                <a:spcPct val="20000"/>
              </a:spcBef>
              <a:buSzPct val="100000"/>
              <a:buChar char="•"/>
            </a:pPr>
            <a:r>
              <a:rPr lang="en-US" b="true" i="false" u="none">
                <a:solidFill>
                  <a:srgbClr val="0070C0"/>
                </a:solidFill>
                <a:ea typeface="SimSun" pitchFamily="2" charset="-122"/>
              </a:rPr>
              <a:t>Robust I/O</a:t>
            </a:r>
            <a:endParaRPr/>
          </a:p>
          <a:p>
            <a:pPr marL="342900" lvl="0" indent="-342900">
              <a:spcBef>
                <a:spcPct val="20000"/>
              </a:spcBef>
              <a:buSzPct val="100000"/>
              <a:buChar char="•"/>
            </a:pPr>
            <a:r>
              <a:rPr lang="en-US">
                <a:ea typeface="SimSun" pitchFamily="2" charset="-122"/>
              </a:rPr>
              <a:t>Standard I/O</a:t>
            </a:r>
            <a:endParaRPr/>
          </a:p>
          <a:p>
            <a:pPr marL="342900" lvl="0" indent="-342900">
              <a:spcBef>
                <a:spcPct val="20000"/>
              </a:spcBef>
              <a:buSzPct val="100000"/>
              <a:buChar char="•"/>
            </a:pPr>
            <a:r>
              <a:rPr lang="en-US">
                <a:ea typeface="SimSun" pitchFamily="2" charset="-122"/>
              </a:rPr>
              <a:t>Fast I/O</a:t>
            </a:r>
            <a:endParaRPr/>
          </a:p>
        </p:txBody>
      </p:sp>
    </p:spTree>
  </p:cSld>
  <p:clrMapOvr>
    <a:masterClrMapping/>
  </p:clrMapOvr>
  <p:transition/>
</p:sld>
</file>

<file path=ppt/slides/slide102.xml><?xml version="1.0" encoding="utf-8"?>
<p:sld xmlns:a="http://schemas.openxmlformats.org/drawingml/2006/main" xmlns:p="http://schemas.openxmlformats.org/presentationml/2006/main">
  <p:cSld>
    <p:spTree>
      <p:nvGrpSpPr>
        <p:cNvPr id="63" name=""/>
        <p:cNvGrpSpPr/>
        <p:nvPr/>
      </p:nvGrpSpPr>
      <p:grpSpPr>
        <a:xfrm>
          <a:off x="0" y="0"/>
          <a:ext cx="0" cy="0"/>
          <a:chOff x="0" y="0"/>
          <a:chExt cx="0" cy="0"/>
        </a:xfrm>
      </p:grpSpPr>
      <p:sp>
        <p:nvSpPr>
          <p:cNvPr id="6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The RIO Package</a:t>
            </a:r>
            <a:endParaRPr/>
          </a:p>
        </p:txBody>
      </p:sp>
      <p:sp>
        <p:nvSpPr>
          <p:cNvPr id="65" name="Rectangle 3"/>
          <p:cNvSpPr>
            <a:spLocks noGrp="true" noChangeShapeType="true"/>
          </p:cNvSpPr>
          <p:nvPr>
            <p:ph type="obj"/>
          </p:nvPr>
        </p:nvSpPr>
        <p:spPr>
          <a:xfrm>
            <a:off x="304800" y="1600200"/>
            <a:ext cx="8594725" cy="497205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RIO is a set of wrappers that provide efficient and </a:t>
            </a:r>
            <a:r>
              <a:rPr lang="en-US">
                <a:solidFill>
                  <a:srgbClr val="FF0000"/>
                </a:solidFill>
                <a:ea typeface="SimSun" pitchFamily="2" charset="-122"/>
              </a:rPr>
              <a:t>robust I/O</a:t>
            </a:r>
            <a:r>
              <a:rPr lang="en-US">
                <a:ea typeface="SimSun" pitchFamily="2" charset="-122"/>
              </a:rPr>
              <a:t> in apps, such as network programs that are subject to short counts</a:t>
            </a:r>
            <a:endParaRPr/>
          </a:p>
          <a:p>
            <a:pPr marL="342900" lvl="0" indent="-342900">
              <a:spcBef>
                <a:spcPct val="20000"/>
              </a:spcBef>
              <a:buSzPct val="100000"/>
              <a:buChar char="•"/>
            </a:pPr>
            <a:endParaRPr/>
          </a:p>
          <a:p>
            <a:pPr marL="342900" lvl="0" indent="-342900">
              <a:spcBef>
                <a:spcPct val="20000"/>
              </a:spcBef>
              <a:buSzPct val="100000"/>
              <a:buChar char="•"/>
            </a:pPr>
            <a:r>
              <a:rPr lang="en-US">
                <a:ea typeface="SimSun" pitchFamily="2" charset="-122"/>
              </a:rPr>
              <a:t>RIO provides two different kinds of functions</a:t>
            </a:r>
            <a:endParaRPr/>
          </a:p>
          <a:p>
            <a:pPr marL="742950" lvl="1" indent="-285750">
              <a:spcBef>
                <a:spcPct val="20000"/>
              </a:spcBef>
              <a:buSzPct val="100000"/>
              <a:buChar char="–"/>
            </a:pPr>
            <a:r>
              <a:rPr lang="en-US">
                <a:solidFill>
                  <a:srgbClr val="FF0000"/>
                </a:solidFill>
                <a:ea typeface="SimSun" pitchFamily="2" charset="-122"/>
              </a:rPr>
              <a:t>Unbuffered</a:t>
            </a:r>
            <a:r>
              <a:rPr lang="en-US">
                <a:ea typeface="SimSun" pitchFamily="2" charset="-122"/>
              </a:rPr>
              <a:t> input and output of binary data</a:t>
            </a:r>
            <a:endParaRPr/>
          </a:p>
          <a:p>
            <a:pPr marL="1143000" lvl="2" indent="-228600">
              <a:spcBef>
                <a:spcPct val="20000"/>
              </a:spcBef>
              <a:buSzPct val="100000"/>
              <a:buChar char="•"/>
            </a:pPr>
            <a:r>
              <a:rPr lang="en-US" b="true" i="false" u="none">
                <a:latin typeface="Courier New" pitchFamily="49"/>
                <a:ea typeface="SimSun" pitchFamily="2" charset="-122"/>
              </a:rPr>
              <a:t>rio_readn</a:t>
            </a:r>
            <a:r>
              <a:rPr lang="en-US">
                <a:ea typeface="SimSun" pitchFamily="2" charset="-122"/>
              </a:rPr>
              <a:t> and </a:t>
            </a:r>
            <a:r>
              <a:rPr lang="en-US" b="true" i="false" u="none">
                <a:latin typeface="Courier New" pitchFamily="49"/>
                <a:ea typeface="SimSun" pitchFamily="2" charset="-122"/>
              </a:rPr>
              <a:t>rio_writen</a:t>
            </a:r>
            <a:endParaRPr/>
          </a:p>
          <a:p>
            <a:pPr marL="742950" lvl="1" indent="-285750">
              <a:spcBef>
                <a:spcPct val="20000"/>
              </a:spcBef>
              <a:buSzPct val="100000"/>
              <a:buChar char="–"/>
            </a:pPr>
            <a:r>
              <a:rPr lang="en-US">
                <a:solidFill>
                  <a:srgbClr val="FF0000"/>
                </a:solidFill>
                <a:ea typeface="SimSun" pitchFamily="2" charset="-122"/>
              </a:rPr>
              <a:t>Buffered</a:t>
            </a:r>
            <a:r>
              <a:rPr lang="en-US">
                <a:ea typeface="SimSun" pitchFamily="2" charset="-122"/>
              </a:rPr>
              <a:t> input of binary data and text lines</a:t>
            </a:r>
            <a:endParaRPr/>
          </a:p>
          <a:p>
            <a:pPr marL="1143000" lvl="2" indent="-228600">
              <a:spcBef>
                <a:spcPct val="20000"/>
              </a:spcBef>
              <a:buSzPct val="100000"/>
              <a:buChar char="•"/>
            </a:pPr>
            <a:r>
              <a:rPr lang="en-US" b="true" i="false" u="none">
                <a:latin typeface="Courier New" pitchFamily="49"/>
                <a:ea typeface="SimSun" pitchFamily="2" charset="-122"/>
              </a:rPr>
              <a:t>rio_readlineb</a:t>
            </a:r>
            <a:r>
              <a:rPr lang="en-US">
                <a:ea typeface="SimSun" pitchFamily="2" charset="-122"/>
              </a:rPr>
              <a:t> and </a:t>
            </a:r>
            <a:r>
              <a:rPr lang="en-US" b="true" i="false" u="none">
                <a:latin typeface="Courier New" pitchFamily="49"/>
                <a:ea typeface="SimSun" pitchFamily="2" charset="-122"/>
              </a:rPr>
              <a:t>rio_readnb</a:t>
            </a:r>
            <a:endParaRPr/>
          </a:p>
        </p:txBody>
      </p:sp>
    </p:spTree>
  </p:cSld>
  <p:clrMapOvr>
    <a:masterClrMapping/>
  </p:clrMapOvr>
  <p:transition/>
</p:sld>
</file>

<file path=ppt/slides/slide103.xml><?xml version="1.0" encoding="utf-8"?>
<p:sld xmlns:a="http://schemas.openxmlformats.org/drawingml/2006/main" xmlns:p="http://schemas.openxmlformats.org/presentationml/2006/main">
  <p:cSld>
    <p:spTree>
      <p:nvGrpSpPr>
        <p:cNvPr id="66" name=""/>
        <p:cNvGrpSpPr/>
        <p:nvPr/>
      </p:nvGrpSpPr>
      <p:grpSpPr>
        <a:xfrm>
          <a:off x="0" y="0"/>
          <a:ext cx="0" cy="0"/>
          <a:chOff x="0" y="0"/>
          <a:chExt cx="0" cy="0"/>
        </a:xfrm>
      </p:grpSpPr>
      <p:sp>
        <p:nvSpPr>
          <p:cNvPr id="67"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68"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Robust I/O</a:t>
            </a:r>
            <a:endParaRPr/>
          </a:p>
        </p:txBody>
      </p:sp>
      <p:sp>
        <p:nvSpPr>
          <p:cNvPr id="69" name="Rectangle 3"/>
          <p:cNvSpPr>
            <a:spLocks noGrp="true" noChangeShapeType="true"/>
          </p:cNvSpPr>
          <p:nvPr>
            <p:ph type="obj"/>
          </p:nvPr>
        </p:nvSpPr>
        <p:spPr>
          <a:xfrm>
            <a:off x="304800" y="1600200"/>
            <a:ext cx="8458200" cy="14478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Unbuffered</a:t>
            </a:r>
            <a:r>
              <a:rPr lang="en-US" baseline="0">
                <a:ea typeface="SimSun" pitchFamily="2" charset="-122"/>
              </a:rPr>
              <a:t> Input and Output</a:t>
            </a:r>
            <a:endParaRPr lang="en-US"/>
          </a:p>
          <a:p>
            <a:pPr marL="742950" lvl="1" indent="-285750" defTabSz="914400" hangingPunct="true">
              <a:lnSpc>
                <a:spcPct val="100000"/>
              </a:lnSpc>
              <a:spcBef>
                <a:spcPct val="20000"/>
              </a:spcBef>
              <a:buSzPct val="100000"/>
              <a:buChar char="–"/>
            </a:pPr>
            <a:r>
              <a:rPr lang="en-US" baseline="0">
                <a:ea typeface="SimSun" pitchFamily="2" charset="-122"/>
              </a:rPr>
              <a:t>Transfer data directly between memory and a file, with </a:t>
            </a:r>
            <a:r>
              <a:rPr lang="en-US" b="true" i="false" u="none" baseline="0">
                <a:ea typeface="SimSun" pitchFamily="2" charset="-122"/>
              </a:rPr>
              <a:t>no application-level buffering</a:t>
            </a:r>
            <a:endParaRPr lang="en-US"/>
          </a:p>
          <a:p>
            <a:pPr marL="742950" lvl="1" indent="-285750" defTabSz="914400" hangingPunct="true">
              <a:lnSpc>
                <a:spcPct val="100000"/>
              </a:lnSpc>
              <a:spcBef>
                <a:spcPct val="20000"/>
              </a:spcBef>
              <a:buNone/>
            </a:pPr>
            <a:endParaRPr/>
          </a:p>
        </p:txBody>
      </p:sp>
      <p:sp>
        <p:nvSpPr>
          <p:cNvPr id="70" name="Rectangle 2"/>
          <p:cNvSpPr>
            <a:spLocks noGrp="true" noChangeShapeType="true"/>
          </p:cNvSpPr>
          <p:nvPr/>
        </p:nvSpPr>
        <p:spPr>
          <a:xfrm>
            <a:off x="533400" y="3352800"/>
            <a:ext cx="8229600" cy="1717675"/>
          </a:xfrm>
          <a:prstGeom prst="rect">
            <a:avLst/>
          </a:prstGeom>
          <a:solidFill>
            <a:srgbClr val="FFFFCC"/>
          </a:solidFill>
          <a:ln w="9524">
            <a:solidFill>
              <a:schemeClr val="dk1"/>
            </a:solidFill>
            <a:miter/>
            <a:headEnd/>
            <a:tailEnd/>
          </a:ln>
        </p:spPr>
        <p:txBody>
          <a:bodyPr lIns="91440" tIns="45720" rIns="91440" bIns="45720" anchor="t">
            <a:spAutoFit/>
          </a:bodyPr>
          <a:lstStyle/>
          <a:p>
            <a:pPr marL="342900" lvl="0" indent="-342900">
              <a:lnSpc>
                <a:spcPct val="90000"/>
              </a:lnSpc>
              <a:spcBef>
                <a:spcPct val="20000"/>
              </a:spcBef>
            </a:pPr>
            <a:r>
              <a:rPr lang="zh-CN" sz="1800">
                <a:solidFill>
                  <a:srgbClr val="000000"/>
                </a:solidFill>
                <a:latin typeface="Courier New" pitchFamily="49"/>
              </a:rPr>
              <a:t>#</a:t>
            </a:r>
            <a:r>
              <a:rPr lang="en-US" sz="1800">
                <a:solidFill>
                  <a:srgbClr val="000000"/>
                </a:solidFill>
                <a:latin typeface="Courier New" pitchFamily="49"/>
              </a:rPr>
              <a:t>include "csapp.h"</a:t>
            </a:r>
            <a:endParaRPr/>
          </a:p>
          <a:p>
            <a:pPr marL="342900" lvl="0" indent="-342900">
              <a:lnSpc>
                <a:spcPct val="90000"/>
              </a:lnSpc>
              <a:spcBef>
                <a:spcPct val="20000"/>
              </a:spcBef>
            </a:pPr>
            <a:r>
              <a:rPr lang="en-US" sz="1800">
                <a:solidFill>
                  <a:srgbClr val="000000"/>
                </a:solidFill>
                <a:latin typeface="Courier New" pitchFamily="49"/>
              </a:rPr>
              <a:t>ssize_t </a:t>
            </a:r>
            <a:r>
              <a:rPr lang="en-US" sz="2000">
                <a:solidFill>
                  <a:srgbClr val="000000"/>
                </a:solidFill>
                <a:latin typeface="Courier New" pitchFamily="49"/>
              </a:rPr>
              <a:t>rio_readn</a:t>
            </a:r>
            <a:r>
              <a:rPr lang="en-US" sz="1800">
                <a:solidFill>
                  <a:srgbClr val="000000"/>
                </a:solidFill>
                <a:latin typeface="Courier New" pitchFamily="49"/>
              </a:rPr>
              <a:t>(int fd, void *usrbuf, size_t count);</a:t>
            </a:r>
            <a:endParaRPr/>
          </a:p>
          <a:p>
            <a:pPr marL="342900" lvl="0" indent="-342900">
              <a:lnSpc>
                <a:spcPct val="90000"/>
              </a:lnSpc>
              <a:spcBef>
                <a:spcPct val="20000"/>
              </a:spcBef>
            </a:pPr>
            <a:r>
              <a:rPr lang="en-US" sz="1800">
                <a:solidFill>
                  <a:srgbClr val="000000"/>
                </a:solidFill>
                <a:latin typeface="Courier New" pitchFamily="49"/>
              </a:rPr>
              <a:t>ssize_t </a:t>
            </a:r>
            <a:r>
              <a:rPr lang="en-US" sz="2000">
                <a:solidFill>
                  <a:srgbClr val="000000"/>
                </a:solidFill>
                <a:latin typeface="Courier New" pitchFamily="49"/>
              </a:rPr>
              <a:t>rio_writen</a:t>
            </a:r>
            <a:r>
              <a:rPr lang="en-US" sz="1800">
                <a:solidFill>
                  <a:srgbClr val="000000"/>
                </a:solidFill>
                <a:latin typeface="Courier New" pitchFamily="49"/>
              </a:rPr>
              <a:t>(int fd, void *usrbuf, size_t count);</a:t>
            </a:r>
            <a:endParaRPr/>
          </a:p>
          <a:p>
            <a:pPr marL="342900" lvl="0" indent="-342900" algn="r">
              <a:lnSpc>
                <a:spcPct val="90000"/>
              </a:lnSpc>
              <a:spcBef>
                <a:spcPct val="20000"/>
              </a:spcBef>
            </a:pPr>
            <a:r>
              <a:rPr lang="en-US" sz="1800">
                <a:solidFill>
                  <a:srgbClr val="FF0000"/>
                </a:solidFill>
                <a:latin typeface="Courier New" pitchFamily="49"/>
              </a:rPr>
              <a:t>return: number of bytes read (0 if EOF) or written, </a:t>
            </a:r>
            <a:br>
              <a:rPr lang="en-US" sz="1800">
                <a:solidFill>
                  <a:srgbClr val="FF0000"/>
                </a:solidFill>
                <a:latin typeface="Courier New" pitchFamily="49"/>
              </a:rPr>
            </a:br>
            <a:r>
              <a:rPr lang="en-US" sz="1800">
                <a:solidFill>
                  <a:srgbClr val="FF0000"/>
                </a:solidFill>
                <a:latin typeface="Courier New" pitchFamily="49"/>
              </a:rPr>
              <a:t>-1 on error</a:t>
            </a:r>
            <a:endParaRPr/>
          </a:p>
        </p:txBody>
      </p:sp>
    </p:spTree>
  </p:cSld>
  <p:clrMapOvr>
    <a:masterClrMapping/>
  </p:clrMapOvr>
  <p:transition/>
</p:sld>
</file>

<file path=ppt/slides/slide104.xml><?xml version="1.0" encoding="utf-8"?>
<p:sld xmlns:a="http://schemas.openxmlformats.org/drawingml/2006/main" xmlns:p="http://schemas.openxmlformats.org/presentationml/2006/main">
  <p:cSld>
    <p:spTree>
      <p:nvGrpSpPr>
        <p:cNvPr id="71" name=""/>
        <p:cNvGrpSpPr/>
        <p:nvPr/>
      </p:nvGrpSpPr>
      <p:grpSpPr>
        <a:xfrm>
          <a:off x="0" y="0"/>
          <a:ext cx="0" cy="0"/>
          <a:chOff x="0" y="0"/>
          <a:chExt cx="0" cy="0"/>
        </a:xfrm>
      </p:grpSpPr>
      <p:sp>
        <p:nvSpPr>
          <p:cNvPr id="7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3" name="Rectangle 2"/>
          <p:cNvSpPr>
            <a:spLocks noGrp="true" noChangeShapeType="true"/>
          </p:cNvSpPr>
          <p:nvPr>
            <p:ph type="obj"/>
          </p:nvPr>
        </p:nvSpPr>
        <p:spPr>
          <a:xfrm>
            <a:off x="304800" y="304800"/>
            <a:ext cx="8534400" cy="64008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ts val="0"/>
              </a:spcBef>
              <a:buNone/>
            </a:pPr>
            <a:r>
              <a:rPr lang="zh-CN" sz="1800" b="true" i="false" u="none" baseline="0">
                <a:latin typeface="Courier New" pitchFamily="49"/>
                <a:ea typeface="SimSun" pitchFamily="2" charset="-122"/>
              </a:rPr>
              <a:t>1 	</a:t>
            </a:r>
            <a:r>
              <a:rPr lang="en-US" sz="1800" b="true" i="false" u="none" baseline="0">
                <a:latin typeface="Courier New" pitchFamily="49"/>
                <a:ea typeface="SimSun" pitchFamily="2" charset="-122"/>
              </a:rPr>
              <a:t>ssize_t </a:t>
            </a:r>
            <a:r>
              <a:rPr lang="en-US" sz="2000" b="true" i="false" u="none" baseline="0">
                <a:latin typeface="Courier New" pitchFamily="49"/>
                <a:ea typeface="SimSun" pitchFamily="2" charset="-122"/>
              </a:rPr>
              <a:t>rio_readn</a:t>
            </a:r>
            <a:r>
              <a:rPr lang="en-US" sz="1800" b="true" i="false" u="none" baseline="0">
                <a:latin typeface="Courier New" pitchFamily="49"/>
                <a:ea typeface="SimSun" pitchFamily="2" charset="-122"/>
              </a:rPr>
              <a:t>(int fd, void *buf, size_t count)</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2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3 		size_t nleft = count;</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4 		ssize_t nread;</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5 		char *ptr = buf;</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6</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7 		while (nleft &gt; 0)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8 		    if ((nread = </a:t>
            </a:r>
            <a:r>
              <a:rPr lang="en-US" sz="1800" b="true" i="false" u="none" baseline="0">
                <a:solidFill>
                  <a:srgbClr val="FF0000"/>
                </a:solidFill>
                <a:latin typeface="Courier New" pitchFamily="49"/>
                <a:ea typeface="SimSun" pitchFamily="2" charset="-122"/>
              </a:rPr>
              <a:t>read</a:t>
            </a:r>
            <a:r>
              <a:rPr lang="en-US" sz="1800" b="true" i="false" u="none" baseline="0">
                <a:latin typeface="Courier New" pitchFamily="49"/>
                <a:ea typeface="SimSun" pitchFamily="2" charset="-122"/>
              </a:rPr>
              <a:t>(fd, ptr, nleft)) &lt; 0)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9 		        if (errno == EINTR)</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10 	            nread = 0; </a:t>
            </a:r>
            <a:r>
              <a:rPr lang="en-US" sz="1800" b="true" i="false" u="none" baseline="0">
                <a:solidFill>
                  <a:srgbClr val="00B050"/>
                </a:solidFill>
                <a:latin typeface="Courier New" pitchFamily="49"/>
                <a:ea typeface="SimSun" pitchFamily="2" charset="-122"/>
              </a:rPr>
              <a:t>/* and call read() again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11 	        else</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12 	            return -1; </a:t>
            </a:r>
            <a:r>
              <a:rPr lang="en-US" sz="1800" b="true" i="false" u="none" baseline="0">
                <a:solidFill>
                  <a:srgbClr val="00B050"/>
                </a:solidFill>
                <a:latin typeface="Courier New" pitchFamily="49"/>
                <a:ea typeface="SimSun" pitchFamily="2" charset="-122"/>
              </a:rPr>
              <a:t>/* errno set by read()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13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14 	    else if (nread == 0)</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15 	        break; </a:t>
            </a:r>
            <a:r>
              <a:rPr lang="en-US" sz="1800" b="true" i="false" u="none" baseline="0">
                <a:solidFill>
                  <a:srgbClr val="00B050"/>
                </a:solidFill>
                <a:latin typeface="Courier New" pitchFamily="49"/>
                <a:ea typeface="SimSun" pitchFamily="2" charset="-122"/>
              </a:rPr>
              <a:t>/* EOF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16 	    nleft -= nread;</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17 	    ptr += nread;</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18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19 	return (count - nleft); </a:t>
            </a:r>
            <a:r>
              <a:rPr lang="en-US" sz="1800" b="true" i="false" u="none" baseline="0">
                <a:solidFill>
                  <a:srgbClr val="00B050"/>
                </a:solidFill>
                <a:latin typeface="Courier New" pitchFamily="49"/>
                <a:ea typeface="SimSun" pitchFamily="2" charset="-122"/>
              </a:rPr>
              <a:t>/* return &gt;= 0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20 }</a:t>
            </a:r>
            <a:endParaRPr/>
          </a:p>
        </p:txBody>
      </p:sp>
      <p:sp>
        <p:nvSpPr>
          <p:cNvPr id="74" name="矩形 1"/>
          <p:cNvSpPr>
            <a:spLocks noGrp="true" noChangeShapeType="true"/>
          </p:cNvSpPr>
          <p:nvPr/>
        </p:nvSpPr>
        <p:spPr>
          <a:xfrm>
            <a:off x="1600200" y="6045200"/>
            <a:ext cx="6781800" cy="584200"/>
          </a:xfrm>
          <a:prstGeom prst="rect">
            <a:avLst/>
          </a:prstGeom>
          <a:noFill/>
        </p:spPr>
        <p:txBody>
          <a:bodyPr lIns="91440" tIns="45720" rIns="91440" bIns="45720" anchor="t">
            <a:spAutoFit/>
          </a:bodyPr>
          <a:lstStyle/>
          <a:p>
            <a:pPr lvl="0"/>
            <a:r>
              <a:rPr lang="en-US" b="false" i="false" u="none">
                <a:solidFill>
                  <a:srgbClr val="333333"/>
                </a:solidFill>
                <a:latin typeface="Microsoft YaHei" charset="1"/>
              </a:rPr>
              <a:t>EINTR</a:t>
            </a:r>
            <a:r>
              <a:rPr lang="zh-CN" b="false" i="false" u="none">
                <a:solidFill>
                  <a:srgbClr val="333333"/>
                </a:solidFill>
                <a:latin typeface="Microsoft YaHei" charset="1"/>
              </a:rPr>
              <a:t>错误的产生：当阻塞于某个慢系统调用的一个进程捕获某个信号且相应信号处理函数返回时，该系统调用可能返回一个</a:t>
            </a:r>
            <a:r>
              <a:rPr lang="en-US" b="false" i="false" u="none">
                <a:solidFill>
                  <a:srgbClr val="333333"/>
                </a:solidFill>
                <a:latin typeface="Microsoft YaHei" charset="1"/>
              </a:rPr>
              <a:t>EINTR</a:t>
            </a:r>
            <a:r>
              <a:rPr lang="zh-CN" b="false" i="false" u="none">
                <a:solidFill>
                  <a:srgbClr val="333333"/>
                </a:solidFill>
                <a:latin typeface="Microsoft YaHei" charset="1"/>
              </a:rPr>
              <a:t>错误</a:t>
            </a:r>
            <a:endParaRPr/>
          </a:p>
        </p:txBody>
      </p:sp>
    </p:spTree>
  </p:cSld>
  <p:clrMapOvr>
    <a:masterClrMapping/>
  </p:clrMapOvr>
  <p:transition/>
</p:sld>
</file>

<file path=ppt/slides/slide105.xml><?xml version="1.0" encoding="utf-8"?>
<p:sld xmlns:a="http://schemas.openxmlformats.org/drawingml/2006/main" xmlns:p="http://schemas.openxmlformats.org/presentationml/2006/main">
  <p:cSld>
    <p:spTree>
      <p:nvGrpSpPr>
        <p:cNvPr id="75" name=""/>
        <p:cNvGrpSpPr/>
        <p:nvPr/>
      </p:nvGrpSpPr>
      <p:grpSpPr>
        <a:xfrm>
          <a:off x="0" y="0"/>
          <a:ext cx="0" cy="0"/>
          <a:chOff x="0" y="0"/>
          <a:chExt cx="0" cy="0"/>
        </a:xfrm>
      </p:grpSpPr>
      <p:sp>
        <p:nvSpPr>
          <p:cNvPr id="7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7" name="Rectangle 2"/>
          <p:cNvSpPr>
            <a:spLocks noGrp="true" noChangeShapeType="true"/>
          </p:cNvSpPr>
          <p:nvPr>
            <p:ph type="obj"/>
          </p:nvPr>
        </p:nvSpPr>
        <p:spPr>
          <a:xfrm>
            <a:off x="304800" y="304800"/>
            <a:ext cx="8534400" cy="60198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ts val="0"/>
              </a:spcBef>
              <a:buNone/>
            </a:pPr>
            <a:r>
              <a:rPr lang="zh-CN" sz="1800" b="true" i="false" u="none" baseline="0">
                <a:latin typeface="Courier New" pitchFamily="49"/>
                <a:ea typeface="SimSun" pitchFamily="2" charset="-122"/>
              </a:rPr>
              <a:t>1 	</a:t>
            </a:r>
            <a:r>
              <a:rPr lang="en-US" sz="1800" b="true" i="false" u="none" baseline="0">
                <a:latin typeface="Courier New" pitchFamily="49"/>
                <a:ea typeface="SimSun" pitchFamily="2" charset="-122"/>
              </a:rPr>
              <a:t>ssize_t </a:t>
            </a:r>
            <a:r>
              <a:rPr lang="en-US" sz="2000" b="true" i="false" u="none" baseline="0">
                <a:latin typeface="Courier New" pitchFamily="49"/>
                <a:ea typeface="SimSun" pitchFamily="2" charset="-122"/>
              </a:rPr>
              <a:t>rio_writen</a:t>
            </a:r>
            <a:r>
              <a:rPr lang="en-US" sz="1800" b="true" i="false" u="none" baseline="0">
                <a:latin typeface="Courier New" pitchFamily="49"/>
                <a:ea typeface="SimSun" pitchFamily="2" charset="-122"/>
              </a:rPr>
              <a:t>(int fd, const void *buf, size_t count)</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2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3 		size_t nleft = count;</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4 		ssize_t nwritten;</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5 		const char *ptr = buf;</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6</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7 		while (nleft &gt; 0)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8 		    if ((nwritten = </a:t>
            </a:r>
            <a:r>
              <a:rPr lang="en-US" sz="1800" b="true" i="false" u="none" baseline="0">
                <a:solidFill>
                  <a:srgbClr val="FF0000"/>
                </a:solidFill>
                <a:latin typeface="Courier New" pitchFamily="49"/>
                <a:ea typeface="SimSun" pitchFamily="2" charset="-122"/>
              </a:rPr>
              <a:t>write</a:t>
            </a:r>
            <a:r>
              <a:rPr lang="en-US" sz="1800" b="true" i="false" u="none" baseline="0">
                <a:latin typeface="Courier New" pitchFamily="49"/>
                <a:ea typeface="SimSun" pitchFamily="2" charset="-122"/>
              </a:rPr>
              <a:t>(fd, ptr, nleft)) &lt;= 0)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9 		        if (errno == EINTR)</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10 	            nwritten = 0; /* and call write() again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11 	        else</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12 	            return -1; /* errorno set by write()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13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14 	    nleft -= nwritten;</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15 	    ptr += nwritten;</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16 	}</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17 	return count - nleft;</a:t>
            </a:r>
            <a:endParaRPr lang="en-US" sz="1800"/>
          </a:p>
          <a:p>
            <a:pPr marL="342900" lvl="0" indent="-342900" defTabSz="914400" hangingPunct="true">
              <a:lnSpc>
                <a:spcPct val="100000"/>
              </a:lnSpc>
              <a:spcBef>
                <a:spcPts val="0"/>
              </a:spcBef>
              <a:buNone/>
            </a:pPr>
            <a:r>
              <a:rPr lang="en-US" sz="1800" b="true" i="false" u="none" baseline="0">
                <a:latin typeface="Courier New" pitchFamily="49"/>
                <a:ea typeface="SimSun" pitchFamily="2" charset="-122"/>
              </a:rPr>
              <a:t>18 }</a:t>
            </a:r>
            <a:endParaRPr/>
          </a:p>
        </p:txBody>
      </p:sp>
    </p:spTree>
  </p:cSld>
  <p:clrMapOvr>
    <a:masterClrMapping/>
  </p:clrMapOvr>
  <p:transition/>
</p:sld>
</file>

<file path=ppt/slides/slide106.xml><?xml version="1.0" encoding="utf-8"?>
<p:sld xmlns:a="http://schemas.openxmlformats.org/drawingml/2006/main" xmlns:p="http://schemas.openxmlformats.org/presentationml/2006/main">
  <p:cSld>
    <p:spTree>
      <p:nvGrpSpPr>
        <p:cNvPr id="78" name=""/>
        <p:cNvGrpSpPr/>
        <p:nvPr/>
      </p:nvGrpSpPr>
      <p:grpSpPr>
        <a:xfrm>
          <a:off x="0" y="0"/>
          <a:ext cx="0" cy="0"/>
          <a:chOff x="0" y="0"/>
          <a:chExt cx="0" cy="0"/>
        </a:xfrm>
      </p:grpSpPr>
      <p:sp>
        <p:nvSpPr>
          <p:cNvPr id="7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Buffered I/O: Motivation</a:t>
            </a:r>
            <a:endParaRPr/>
          </a:p>
        </p:txBody>
      </p:sp>
      <p:sp>
        <p:nvSpPr>
          <p:cNvPr id="80" name="Rectangle 3"/>
          <p:cNvSpPr>
            <a:spLocks noGrp="true" noChangeShapeType="true"/>
          </p:cNvSpPr>
          <p:nvPr>
            <p:ph type="obj"/>
          </p:nvPr>
        </p:nvSpPr>
        <p:spPr>
          <a:xfrm>
            <a:off x="363537" y="1600200"/>
            <a:ext cx="8307387" cy="4341812"/>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Applications often read/write </a:t>
            </a:r>
            <a:r>
              <a:rPr lang="en-US">
                <a:solidFill>
                  <a:srgbClr val="FF0000"/>
                </a:solidFill>
                <a:ea typeface="SimSun" pitchFamily="2" charset="-122"/>
              </a:rPr>
              <a:t>one character at a time</a:t>
            </a:r>
            <a:endParaRPr/>
          </a:p>
          <a:p>
            <a:pPr marL="742950" lvl="1" indent="-285750">
              <a:spcBef>
                <a:spcPct val="20000"/>
              </a:spcBef>
              <a:buSzPct val="100000"/>
              <a:buChar char="–"/>
            </a:pPr>
            <a:r>
              <a:rPr lang="en-US" b="true" i="false" u="none">
                <a:latin typeface="Courier New" pitchFamily="49"/>
                <a:ea typeface="SimSun" pitchFamily="2" charset="-122"/>
              </a:rPr>
              <a:t>getc, putc, ungetc</a:t>
            </a:r>
            <a:endParaRPr/>
          </a:p>
          <a:p>
            <a:pPr marL="742950" lvl="1" indent="-285750">
              <a:spcBef>
                <a:spcPct val="20000"/>
              </a:spcBef>
              <a:buSzPct val="100000"/>
              <a:buChar char="–"/>
            </a:pPr>
            <a:r>
              <a:rPr lang="en-US" b="true" i="false" u="none">
                <a:latin typeface="Courier New" pitchFamily="49"/>
                <a:ea typeface="SimSun" pitchFamily="2" charset="-122"/>
              </a:rPr>
              <a:t>gets, fgets</a:t>
            </a:r>
            <a:endParaRPr/>
          </a:p>
          <a:p>
            <a:pPr marL="1143000" lvl="2" indent="-228600">
              <a:spcBef>
                <a:spcPct val="20000"/>
              </a:spcBef>
              <a:buSzPct val="100000"/>
              <a:buChar char="•"/>
            </a:pPr>
            <a:r>
              <a:rPr lang="en-US">
                <a:ea typeface="SimSun" pitchFamily="2" charset="-122"/>
              </a:rPr>
              <a:t>Read line of text on character at a time, stopping at newline</a:t>
            </a:r>
            <a:endParaRPr/>
          </a:p>
          <a:p>
            <a:pPr marL="342900" lvl="0" indent="-342900">
              <a:spcBef>
                <a:spcPct val="20000"/>
              </a:spcBef>
              <a:buSzPct val="100000"/>
              <a:buChar char="•"/>
            </a:pPr>
            <a:r>
              <a:rPr lang="en-US">
                <a:ea typeface="SimSun" pitchFamily="2" charset="-122"/>
              </a:rPr>
              <a:t>Implementing as Unix I/O calls expensive</a:t>
            </a:r>
            <a:endParaRPr/>
          </a:p>
          <a:p>
            <a:pPr marL="742950" lvl="1" indent="-285750">
              <a:spcBef>
                <a:spcPct val="20000"/>
              </a:spcBef>
              <a:buSzPct val="100000"/>
              <a:buChar char="–"/>
            </a:pPr>
            <a:r>
              <a:rPr lang="en-US" b="true" i="false" u="none">
                <a:latin typeface="Courier New" pitchFamily="49"/>
                <a:ea typeface="SimSun" pitchFamily="2" charset="-122"/>
              </a:rPr>
              <a:t>read</a:t>
            </a:r>
            <a:r>
              <a:rPr lang="en-US">
                <a:ea typeface="SimSun" pitchFamily="2" charset="-122"/>
              </a:rPr>
              <a:t> and </a:t>
            </a:r>
            <a:r>
              <a:rPr lang="en-US" b="true" i="false" u="none">
                <a:latin typeface="Courier New" pitchFamily="49"/>
                <a:ea typeface="SimSun" pitchFamily="2" charset="-122"/>
              </a:rPr>
              <a:t>write</a:t>
            </a:r>
            <a:r>
              <a:rPr lang="en-US">
                <a:ea typeface="SimSun" pitchFamily="2" charset="-122"/>
              </a:rPr>
              <a:t> require Unix kernel calls</a:t>
            </a:r>
            <a:endParaRPr/>
          </a:p>
          <a:p>
            <a:pPr marL="1143000" lvl="2" indent="-228600">
              <a:spcBef>
                <a:spcPct val="20000"/>
              </a:spcBef>
              <a:buSzPct val="100000"/>
              <a:buChar char="•"/>
            </a:pPr>
            <a:r>
              <a:rPr lang="en-US">
                <a:ea typeface="SimSun" pitchFamily="2" charset="-122"/>
              </a:rPr>
              <a:t>&gt; 10,000 clock cycles</a:t>
            </a:r>
            <a:endParaRPr/>
          </a:p>
        </p:txBody>
      </p:sp>
    </p:spTree>
  </p:cSld>
  <p:clrMapOvr>
    <a:masterClrMapping/>
  </p:clrMapOvr>
  <p:transition/>
</p:sld>
</file>

<file path=ppt/slides/slide107.xml><?xml version="1.0" encoding="utf-8"?>
<p:sld xmlns:a="http://schemas.openxmlformats.org/drawingml/2006/main" xmlns:p="http://schemas.openxmlformats.org/presentationml/2006/main">
  <p:cSld>
    <p:spTree>
      <p:nvGrpSpPr>
        <p:cNvPr id="81" name=""/>
        <p:cNvGrpSpPr/>
        <p:nvPr/>
      </p:nvGrpSpPr>
      <p:grpSpPr>
        <a:xfrm>
          <a:off x="0" y="0"/>
          <a:ext cx="0" cy="0"/>
          <a:chOff x="0" y="0"/>
          <a:chExt cx="0" cy="0"/>
        </a:xfrm>
      </p:grpSpPr>
      <p:sp>
        <p:nvSpPr>
          <p:cNvPr id="82"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Buffered I/O: Motivation</a:t>
            </a:r>
            <a:endParaRPr/>
          </a:p>
        </p:txBody>
      </p:sp>
      <p:sp>
        <p:nvSpPr>
          <p:cNvPr id="83" name="Rectangle 3"/>
          <p:cNvSpPr>
            <a:spLocks noGrp="true" noChangeShapeType="true"/>
          </p:cNvSpPr>
          <p:nvPr>
            <p:ph type="obj"/>
          </p:nvPr>
        </p:nvSpPr>
        <p:spPr>
          <a:xfrm>
            <a:off x="363537" y="1600200"/>
            <a:ext cx="8307387" cy="2743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Solution: Buffered read</a:t>
            </a:r>
            <a:endParaRPr/>
          </a:p>
          <a:p>
            <a:pPr marL="742950" lvl="1" indent="-285750">
              <a:spcBef>
                <a:spcPct val="20000"/>
              </a:spcBef>
              <a:buSzPct val="100000"/>
              <a:buChar char="–"/>
            </a:pPr>
            <a:r>
              <a:rPr lang="en-US">
                <a:ea typeface="SimSun" pitchFamily="2" charset="-122"/>
              </a:rPr>
              <a:t>Use Unix </a:t>
            </a:r>
            <a:r>
              <a:rPr lang="en-US" b="true" i="false" u="none">
                <a:latin typeface="Courier New" pitchFamily="49"/>
                <a:ea typeface="SimSun" pitchFamily="2" charset="-122"/>
              </a:rPr>
              <a:t>read</a:t>
            </a:r>
            <a:r>
              <a:rPr lang="en-US">
                <a:latin typeface="Courier New" pitchFamily="49"/>
                <a:ea typeface="SimSun" pitchFamily="2" charset="-122"/>
              </a:rPr>
              <a:t> </a:t>
            </a:r>
            <a:r>
              <a:rPr lang="en-US">
                <a:ea typeface="SimSun" pitchFamily="2" charset="-122"/>
              </a:rPr>
              <a:t>to grab block of bytes</a:t>
            </a:r>
            <a:endParaRPr/>
          </a:p>
          <a:p>
            <a:pPr marL="742950" lvl="1" indent="-285750">
              <a:spcBef>
                <a:spcPct val="20000"/>
              </a:spcBef>
              <a:buSzPct val="100000"/>
              <a:buChar char="–"/>
            </a:pPr>
            <a:r>
              <a:rPr lang="en-US">
                <a:ea typeface="SimSun" pitchFamily="2" charset="-122"/>
              </a:rPr>
              <a:t>User input functions take </a:t>
            </a:r>
            <a:r>
              <a:rPr lang="en-US">
                <a:solidFill>
                  <a:srgbClr val="FF0000"/>
                </a:solidFill>
                <a:ea typeface="SimSun" pitchFamily="2" charset="-122"/>
              </a:rPr>
              <a:t>one byte at a time </a:t>
            </a:r>
            <a:r>
              <a:rPr lang="en-US">
                <a:ea typeface="SimSun" pitchFamily="2" charset="-122"/>
              </a:rPr>
              <a:t>from buffer</a:t>
            </a:r>
            <a:endParaRPr/>
          </a:p>
          <a:p>
            <a:pPr marL="1143000" lvl="2" indent="-228600">
              <a:spcBef>
                <a:spcPct val="20000"/>
              </a:spcBef>
              <a:buSzPct val="100000"/>
              <a:buChar char="•"/>
            </a:pPr>
            <a:r>
              <a:rPr lang="en-US">
                <a:ea typeface="SimSun" pitchFamily="2" charset="-122"/>
              </a:rPr>
              <a:t>Refill buffer when empty</a:t>
            </a:r>
            <a:endParaRPr/>
          </a:p>
        </p:txBody>
      </p:sp>
      <p:sp>
        <p:nvSpPr>
          <p:cNvPr id="84" name="Rectangle 3"/>
          <p:cNvSpPr>
            <a:spLocks noGrp="true" noChangeShapeType="true"/>
          </p:cNvSpPr>
          <p:nvPr/>
        </p:nvSpPr>
        <p:spPr>
          <a:xfrm>
            <a:off x="4206875" y="4191000"/>
            <a:ext cx="2362200" cy="441325"/>
          </a:xfrm>
          <a:prstGeom prst="rect">
            <a:avLst/>
          </a:prstGeom>
          <a:solidFill>
            <a:srgbClr val="F1C7C7"/>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unread</a:t>
            </a:r>
            <a:endParaRPr/>
          </a:p>
        </p:txBody>
      </p:sp>
      <p:sp>
        <p:nvSpPr>
          <p:cNvPr id="85" name="Rectangle 4"/>
          <p:cNvSpPr>
            <a:spLocks noGrp="true" noChangeShapeType="true"/>
          </p:cNvSpPr>
          <p:nvPr/>
        </p:nvSpPr>
        <p:spPr>
          <a:xfrm>
            <a:off x="1844675" y="4191000"/>
            <a:ext cx="2362200" cy="441325"/>
          </a:xfrm>
          <a:prstGeom prst="rect">
            <a:avLst/>
          </a:prstGeom>
          <a:solidFill>
            <a:srgbClr val="D5F1CF"/>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already read</a:t>
            </a:r>
            <a:endParaRPr/>
          </a:p>
        </p:txBody>
      </p:sp>
      <p:sp>
        <p:nvSpPr>
          <p:cNvPr id="86" name="Rectangle 6"/>
          <p:cNvSpPr>
            <a:spLocks noGrp="true" noChangeShapeType="true"/>
          </p:cNvSpPr>
          <p:nvPr/>
        </p:nvSpPr>
        <p:spPr>
          <a:xfrm>
            <a:off x="1844675" y="4191000"/>
            <a:ext cx="6096000" cy="441325"/>
          </a:xfrm>
          <a:prstGeom prst="rect">
            <a:avLst/>
          </a:prstGeom>
          <a:noFill/>
          <a:ln w="28575">
            <a:solidFill>
              <a:schemeClr val="dk1"/>
            </a:solidFill>
            <a:miter/>
            <a:headEnd/>
            <a:tailEnd/>
          </a:ln>
        </p:spPr>
        <p:txBody>
          <a:bodyPr wrap="none" anchor="ctr" anchorCtr="false"/>
          <a:lstStyle/>
          <a:p>
            <a:pPr/>
            <a:endParaRPr sz="1400" dirty="false"/>
          </a:p>
        </p:txBody>
      </p:sp>
      <p:sp>
        <p:nvSpPr>
          <p:cNvPr id="87" name="Text Box 8"/>
          <p:cNvSpPr txBox="true">
            <a:spLocks noGrp="true" noChangeShapeType="true"/>
          </p:cNvSpPr>
          <p:nvPr/>
        </p:nvSpPr>
        <p:spPr>
          <a:xfrm>
            <a:off x="990600" y="4214812"/>
            <a:ext cx="842962" cy="400050"/>
          </a:xfrm>
          <a:prstGeom prst="rect">
            <a:avLst/>
          </a:prstGeom>
          <a:noFill/>
        </p:spPr>
        <p:txBody>
          <a:bodyPr wrap="none" anchor="t">
            <a:spAutoFit/>
          </a:bodyPr>
          <a:lstStyle/>
          <a:p>
            <a:pPr lvl="0">
              <a:lnSpc>
                <a:spcPct val="90000"/>
              </a:lnSpc>
              <a:spcBef>
                <a:spcPct val="20000"/>
              </a:spcBef>
              <a:buNone/>
            </a:pPr>
            <a:r>
              <a:rPr lang="en-US" sz="2000" b="false" i="true" u="none">
                <a:solidFill>
                  <a:srgbClr val="808080"/>
                </a:solidFill>
                <a:latin typeface="Calibri" pitchFamily="34"/>
              </a:rPr>
              <a:t>Buffer</a:t>
            </a:r>
            <a:endParaRPr/>
          </a:p>
        </p:txBody>
      </p:sp>
    </p:spTree>
  </p:cSld>
  <p:clrMapOvr>
    <a:masterClrMapping/>
  </p:clrMapOvr>
  <p:transition/>
</p:sld>
</file>

<file path=ppt/slides/slide108.xml><?xml version="1.0" encoding="utf-8"?>
<p:sld xmlns:a="http://schemas.openxmlformats.org/drawingml/2006/main" xmlns:p="http://schemas.openxmlformats.org/presentationml/2006/main">
  <p:cSld>
    <p:spTree>
      <p:nvGrpSpPr>
        <p:cNvPr id="88" name=""/>
        <p:cNvGrpSpPr/>
        <p:nvPr/>
      </p:nvGrpSpPr>
      <p:grpSpPr>
        <a:xfrm>
          <a:off x="0" y="0"/>
          <a:ext cx="0" cy="0"/>
          <a:chOff x="0" y="0"/>
          <a:chExt cx="0" cy="0"/>
        </a:xfrm>
      </p:grpSpPr>
      <p:sp>
        <p:nvSpPr>
          <p:cNvPr id="89" name="Rectangle 2"/>
          <p:cNvSpPr>
            <a:spLocks noGrp="true" noChangeShapeType="true"/>
          </p:cNvSpPr>
          <p:nvPr/>
        </p:nvSpPr>
        <p:spPr>
          <a:xfrm>
            <a:off x="4613275" y="3725862"/>
            <a:ext cx="2362200" cy="441325"/>
          </a:xfrm>
          <a:prstGeom prst="rect">
            <a:avLst/>
          </a:prstGeom>
          <a:solidFill>
            <a:srgbClr val="F1C7C7"/>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unread</a:t>
            </a:r>
            <a:endParaRPr/>
          </a:p>
        </p:txBody>
      </p:sp>
      <p:sp>
        <p:nvSpPr>
          <p:cNvPr id="90" name="Rectangle 3"/>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Buffered I/O: Implementation</a:t>
            </a:r>
            <a:endParaRPr/>
          </a:p>
        </p:txBody>
      </p:sp>
      <p:sp>
        <p:nvSpPr>
          <p:cNvPr id="91" name="Rectangle 4"/>
          <p:cNvSpPr>
            <a:spLocks noGrp="true" noChangeShapeType="true"/>
          </p:cNvSpPr>
          <p:nvPr>
            <p:ph type="obj"/>
          </p:nvPr>
        </p:nvSpPr>
        <p:spPr>
          <a:xfrm>
            <a:off x="381000" y="1600200"/>
            <a:ext cx="8307387" cy="3960812"/>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For reading from file</a:t>
            </a:r>
            <a:endParaRPr/>
          </a:p>
          <a:p>
            <a:pPr marL="342900" lvl="0" indent="-342900">
              <a:spcBef>
                <a:spcPct val="20000"/>
              </a:spcBef>
              <a:buSzPct val="100000"/>
              <a:buChar char="•"/>
            </a:pPr>
            <a:r>
              <a:rPr lang="en-US">
                <a:ea typeface="SimSun" pitchFamily="2" charset="-122"/>
              </a:rPr>
              <a:t>File has associated buffer to hold bytes that have been read from file but not yet read by user code</a:t>
            </a: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a:p>
            <a:pPr marL="742950" lvl="1" indent="-285750">
              <a:spcBef>
                <a:spcPct val="20000"/>
              </a:spcBef>
              <a:buSzPct val="100000"/>
              <a:buChar char="–"/>
            </a:pPr>
            <a:endParaRPr/>
          </a:p>
        </p:txBody>
      </p:sp>
      <p:sp>
        <p:nvSpPr>
          <p:cNvPr id="92" name="Rectangle 5"/>
          <p:cNvSpPr>
            <a:spLocks noGrp="true" noChangeShapeType="true"/>
          </p:cNvSpPr>
          <p:nvPr/>
        </p:nvSpPr>
        <p:spPr>
          <a:xfrm>
            <a:off x="2251075" y="3725862"/>
            <a:ext cx="2362200" cy="441325"/>
          </a:xfrm>
          <a:prstGeom prst="rect">
            <a:avLst/>
          </a:prstGeom>
          <a:solidFill>
            <a:srgbClr val="D5F1CF"/>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already read</a:t>
            </a:r>
            <a:endParaRPr/>
          </a:p>
        </p:txBody>
      </p:sp>
      <p:sp>
        <p:nvSpPr>
          <p:cNvPr id="93" name="Rectangle 6"/>
          <p:cNvSpPr>
            <a:spLocks noGrp="true" noChangeShapeType="true"/>
          </p:cNvSpPr>
          <p:nvPr/>
        </p:nvSpPr>
        <p:spPr>
          <a:xfrm>
            <a:off x="2251075" y="3725862"/>
            <a:ext cx="6096000" cy="441325"/>
          </a:xfrm>
          <a:prstGeom prst="rect">
            <a:avLst/>
          </a:prstGeom>
          <a:noFill/>
          <a:ln w="28575">
            <a:solidFill>
              <a:schemeClr val="dk1"/>
            </a:solidFill>
            <a:miter/>
            <a:headEnd/>
            <a:tailEnd/>
          </a:ln>
        </p:spPr>
        <p:txBody>
          <a:bodyPr wrap="none" anchor="ctr" anchorCtr="false"/>
          <a:lstStyle/>
          <a:p>
            <a:pPr/>
            <a:endParaRPr sz="1400" dirty="false"/>
          </a:p>
        </p:txBody>
      </p:sp>
      <p:sp>
        <p:nvSpPr>
          <p:cNvPr id="94" name="Text Box 7"/>
          <p:cNvSpPr txBox="true">
            <a:spLocks noGrp="true" noChangeShapeType="true"/>
          </p:cNvSpPr>
          <p:nvPr/>
        </p:nvSpPr>
        <p:spPr>
          <a:xfrm>
            <a:off x="1387475" y="3741737"/>
            <a:ext cx="847725" cy="400050"/>
          </a:xfrm>
          <a:prstGeom prst="rect">
            <a:avLst/>
          </a:prstGeom>
          <a:noFill/>
        </p:spPr>
        <p:txBody>
          <a:bodyPr wrap="none" anchor="t">
            <a:spAutoFit/>
          </a:bodyPr>
          <a:lstStyle/>
          <a:p>
            <a:pPr lvl="0">
              <a:lnSpc>
                <a:spcPct val="90000"/>
              </a:lnSpc>
              <a:spcBef>
                <a:spcPct val="20000"/>
              </a:spcBef>
              <a:buNone/>
            </a:pPr>
            <a:r>
              <a:rPr lang="en-US" sz="2000" b="false" i="true" u="none">
                <a:solidFill>
                  <a:srgbClr val="808080"/>
                </a:solidFill>
                <a:latin typeface="Calibri" pitchFamily="34"/>
              </a:rPr>
              <a:t>Buffer</a:t>
            </a:r>
            <a:endParaRPr/>
          </a:p>
        </p:txBody>
      </p:sp>
      <p:sp>
        <p:nvSpPr>
          <p:cNvPr id="95" name="Arc 8"/>
          <p:cNvSpPr>
            <a:spLocks noGrp="true" noChangeShapeType="true"/>
          </p:cNvSpPr>
          <p:nvPr/>
        </p:nvSpPr>
        <p:spPr>
          <a:xfrm rot="5400000" flipH="true" flipV="true">
            <a:off x="1866900" y="4105275"/>
            <a:ext cx="304800" cy="460375"/>
          </a:xfrm>
          <a:custGeom>
            <a:avLst/>
            <a:gdLst>
              <a:gd name="gd0" fmla="val 65536"/>
              <a:gd name="gd1" fmla="val -1"/>
              <a:gd name="gd2" fmla="val 0"/>
              <a:gd name="gd3" fmla="val 21600"/>
              <a:gd name="gd4" fmla="val 21600"/>
              <a:gd name="gd5" fmla="val -1"/>
              <a:gd name="gd6" fmla="val 0"/>
              <a:gd name="gd7" fmla="val 21600"/>
              <a:gd name="gd8" fmla="val 21600"/>
              <a:gd name="gd9" fmla="val 0"/>
              <a:gd name="gd10" fmla="val 21600"/>
              <a:gd name="gd11" fmla="val -1"/>
              <a:gd name="gd12" fmla="val 0"/>
              <a:gd name="gd13" fmla="*/ w 0 21600"/>
              <a:gd name="gd14" fmla="*/ h 0 21600"/>
              <a:gd name="gd15" fmla="*/ w 21600 21600"/>
              <a:gd name="gd16" fmla="*/ h 21600 21600"/>
            </a:gdLst>
            <a:ahLst/>
            <a:cxnLst/>
            <a:rect l="gd13" t="gd14" r="gd15" b="gd16"/>
            <a:pathLst>
              <a:path w="21600" h="21600" fill="none">
                <a:moveTo>
                  <a:pt x="gd1" y="gd2"/>
                </a:moveTo>
                <a:cubicBezTo>
                  <a:pt x="11929" y="0"/>
                  <a:pt x="21600" y="9670"/>
                  <a:pt x="21600" y="21600"/>
                </a:cubicBezTo>
              </a:path>
              <a:path w="21600" h="21600" stroke="false">
                <a:moveTo>
                  <a:pt x="gd5" y="gd6"/>
                </a:moveTo>
                <a:cubicBezTo>
                  <a:pt x="11929" y="0"/>
                  <a:pt x="21600" y="9670"/>
                  <a:pt x="21600" y="21600"/>
                </a:cubicBezTo>
                <a:lnTo>
                  <a:pt x="gd9" y="gd10"/>
                </a:lnTo>
                <a:lnTo>
                  <a:pt x="gd11" y="gd12"/>
                </a:lnTo>
                <a:close/>
              </a:path>
              <a:path w="21600" h="21600"/>
            </a:pathLst>
          </a:custGeom>
          <a:noFill/>
          <a:ln w="38100">
            <a:solidFill>
              <a:schemeClr val="dk1"/>
            </a:solidFill>
            <a:round/>
            <a:headEnd type="triangle" w="med" len="med"/>
            <a:tailEnd/>
          </a:ln>
        </p:spPr>
        <p:txBody>
          <a:bodyPr lIns="91440" tIns="45720" rIns="91440" bIns="45720" anchor="t"/>
          <a:lstStyle/>
          <a:p>
            <a:pPr/>
            <a:endParaRPr sz="1400" dirty="false"/>
          </a:p>
        </p:txBody>
      </p:sp>
      <p:sp>
        <p:nvSpPr>
          <p:cNvPr id="96" name="Arc 9"/>
          <p:cNvSpPr>
            <a:spLocks noGrp="true" noChangeShapeType="true"/>
          </p:cNvSpPr>
          <p:nvPr/>
        </p:nvSpPr>
        <p:spPr>
          <a:xfrm rot="5400000" flipH="true" flipV="true">
            <a:off x="4152900" y="4181475"/>
            <a:ext cx="457200" cy="460375"/>
          </a:xfrm>
          <a:custGeom>
            <a:avLst/>
            <a:gdLst>
              <a:gd name="gd0" fmla="val 65536"/>
              <a:gd name="gd1" fmla="val -1"/>
              <a:gd name="gd2" fmla="val 0"/>
              <a:gd name="gd3" fmla="val 21600"/>
              <a:gd name="gd4" fmla="val 21600"/>
              <a:gd name="gd5" fmla="val -1"/>
              <a:gd name="gd6" fmla="val 0"/>
              <a:gd name="gd7" fmla="val 21600"/>
              <a:gd name="gd8" fmla="val 21600"/>
              <a:gd name="gd9" fmla="val 0"/>
              <a:gd name="gd10" fmla="val 21600"/>
              <a:gd name="gd11" fmla="val -1"/>
              <a:gd name="gd12" fmla="val 0"/>
              <a:gd name="gd13" fmla="*/ w 0 21600"/>
              <a:gd name="gd14" fmla="*/ h 0 21600"/>
              <a:gd name="gd15" fmla="*/ w 21600 21600"/>
              <a:gd name="gd16" fmla="*/ h 21600 21600"/>
            </a:gdLst>
            <a:ahLst/>
            <a:cxnLst/>
            <a:rect l="gd13" t="gd14" r="gd15" b="gd16"/>
            <a:pathLst>
              <a:path w="21600" h="21600" fill="none">
                <a:moveTo>
                  <a:pt x="gd1" y="gd2"/>
                </a:moveTo>
                <a:cubicBezTo>
                  <a:pt x="11929" y="0"/>
                  <a:pt x="21600" y="9670"/>
                  <a:pt x="21600" y="21600"/>
                </a:cubicBezTo>
              </a:path>
              <a:path w="21600" h="21600" stroke="false">
                <a:moveTo>
                  <a:pt x="gd5" y="gd6"/>
                </a:moveTo>
                <a:cubicBezTo>
                  <a:pt x="11929" y="0"/>
                  <a:pt x="21600" y="9670"/>
                  <a:pt x="21600" y="21600"/>
                </a:cubicBezTo>
                <a:lnTo>
                  <a:pt x="gd9" y="gd10"/>
                </a:lnTo>
                <a:lnTo>
                  <a:pt x="gd11" y="gd12"/>
                </a:lnTo>
                <a:close/>
              </a:path>
              <a:path w="21600" h="21600"/>
            </a:pathLst>
          </a:custGeom>
          <a:noFill/>
          <a:ln w="38100">
            <a:solidFill>
              <a:schemeClr val="dk1"/>
            </a:solidFill>
            <a:round/>
            <a:headEnd type="triangle" w="med" len="med"/>
            <a:tailEnd/>
          </a:ln>
        </p:spPr>
        <p:txBody>
          <a:bodyPr lIns="91440" tIns="45720" rIns="91440" bIns="45720" anchor="t"/>
          <a:lstStyle/>
          <a:p>
            <a:pPr/>
            <a:endParaRPr sz="1400" dirty="false"/>
          </a:p>
        </p:txBody>
      </p:sp>
      <p:sp>
        <p:nvSpPr>
          <p:cNvPr id="97" name="Rectangle 10"/>
          <p:cNvSpPr>
            <a:spLocks noGrp="true" noChangeShapeType="true"/>
          </p:cNvSpPr>
          <p:nvPr/>
        </p:nvSpPr>
        <p:spPr>
          <a:xfrm>
            <a:off x="609600" y="4335462"/>
            <a:ext cx="1039812" cy="312737"/>
          </a:xfrm>
          <a:prstGeom prst="rect">
            <a:avLst/>
          </a:prstGeom>
          <a:noFill/>
        </p:spPr>
        <p:txBody>
          <a:bodyPr lIns="91440" tIns="45720" rIns="91440" bIns="45720" anchor="t">
            <a:spAutoFit/>
          </a:bodyPr>
          <a:lstStyle/>
          <a:p>
            <a:pPr lvl="0">
              <a:lnSpc>
                <a:spcPct val="90000"/>
              </a:lnSpc>
              <a:spcBef>
                <a:spcPct val="20000"/>
              </a:spcBef>
            </a:pPr>
            <a:r>
              <a:rPr lang="en-US">
                <a:latin typeface="Courier New" pitchFamily="49"/>
              </a:rPr>
              <a:t>rio_buf</a:t>
            </a:r>
            <a:endParaRPr/>
          </a:p>
        </p:txBody>
      </p:sp>
      <p:sp>
        <p:nvSpPr>
          <p:cNvPr id="98" name="Rectangle 11"/>
          <p:cNvSpPr>
            <a:spLocks noGrp="true" noChangeShapeType="true"/>
          </p:cNvSpPr>
          <p:nvPr/>
        </p:nvSpPr>
        <p:spPr>
          <a:xfrm>
            <a:off x="2590800" y="4487862"/>
            <a:ext cx="1600200" cy="312737"/>
          </a:xfrm>
          <a:prstGeom prst="rect">
            <a:avLst/>
          </a:prstGeom>
          <a:noFill/>
        </p:spPr>
        <p:txBody>
          <a:bodyPr lIns="91440" tIns="45720" rIns="91440" bIns="45720" anchor="t">
            <a:spAutoFit/>
          </a:bodyPr>
          <a:lstStyle/>
          <a:p>
            <a:pPr lvl="0">
              <a:lnSpc>
                <a:spcPct val="90000"/>
              </a:lnSpc>
              <a:spcBef>
                <a:spcPct val="20000"/>
              </a:spcBef>
            </a:pPr>
            <a:r>
              <a:rPr lang="en-US">
                <a:latin typeface="Courier New" pitchFamily="49"/>
              </a:rPr>
              <a:t>rio_bufptr</a:t>
            </a:r>
            <a:endParaRPr/>
          </a:p>
        </p:txBody>
      </p:sp>
      <p:sp>
        <p:nvSpPr>
          <p:cNvPr id="99" name="Line 12"/>
          <p:cNvSpPr>
            <a:spLocks noGrp="true" noChangeShapeType="true"/>
          </p:cNvSpPr>
          <p:nvPr/>
        </p:nvSpPr>
        <p:spPr>
          <a:xfrm flipV="true">
            <a:off x="4613275" y="3344862"/>
            <a:ext cx="0" cy="304800"/>
          </a:xfrm>
          <a:prstGeom prst="line">
            <a:avLst/>
          </a:prstGeom>
          <a:noFill/>
          <a:ln w="19050">
            <a:solidFill>
              <a:schemeClr val="dk1"/>
            </a:solidFill>
            <a:round/>
            <a:headEnd/>
            <a:tailEnd/>
          </a:ln>
        </p:spPr>
        <p:txBody>
          <a:bodyPr lIns="91440" tIns="45720" rIns="91440" bIns="45720"/>
          <a:lstStyle/>
          <a:p>
            <a:pPr/>
            <a:endParaRPr sz="1400" dirty="false"/>
          </a:p>
        </p:txBody>
      </p:sp>
      <p:sp>
        <p:nvSpPr>
          <p:cNvPr id="100" name="Line 13"/>
          <p:cNvSpPr>
            <a:spLocks noGrp="true" noChangeShapeType="true"/>
          </p:cNvSpPr>
          <p:nvPr/>
        </p:nvSpPr>
        <p:spPr>
          <a:xfrm flipV="true">
            <a:off x="6975475" y="3344862"/>
            <a:ext cx="0" cy="304800"/>
          </a:xfrm>
          <a:prstGeom prst="line">
            <a:avLst/>
          </a:prstGeom>
          <a:noFill/>
          <a:ln w="19050">
            <a:solidFill>
              <a:schemeClr val="dk1"/>
            </a:solidFill>
            <a:round/>
            <a:headEnd/>
            <a:tailEnd/>
          </a:ln>
        </p:spPr>
        <p:txBody>
          <a:bodyPr lIns="91440" tIns="45720" rIns="91440" bIns="45720"/>
          <a:lstStyle/>
          <a:p>
            <a:pPr/>
            <a:endParaRPr sz="1400" dirty="false"/>
          </a:p>
        </p:txBody>
      </p:sp>
      <p:sp>
        <p:nvSpPr>
          <p:cNvPr id="101" name="Line 14"/>
          <p:cNvSpPr>
            <a:spLocks noGrp="true" noChangeShapeType="true"/>
          </p:cNvSpPr>
          <p:nvPr/>
        </p:nvSpPr>
        <p:spPr>
          <a:xfrm>
            <a:off x="4613275" y="3497262"/>
            <a:ext cx="2362200" cy="0"/>
          </a:xfrm>
          <a:prstGeom prst="line">
            <a:avLst/>
          </a:prstGeom>
          <a:noFill/>
          <a:ln w="28575">
            <a:solidFill>
              <a:schemeClr val="dk1"/>
            </a:solidFill>
            <a:round/>
            <a:headEnd type="triangle" w="med" len="med"/>
            <a:tailEnd type="triangle" w="med" len="med"/>
          </a:ln>
        </p:spPr>
        <p:txBody>
          <a:bodyPr lIns="91440" tIns="45720" rIns="91440" bIns="45720"/>
          <a:lstStyle/>
          <a:p>
            <a:pPr/>
            <a:endParaRPr sz="1400" dirty="false"/>
          </a:p>
        </p:txBody>
      </p:sp>
      <p:sp>
        <p:nvSpPr>
          <p:cNvPr id="102" name="Rectangle 15"/>
          <p:cNvSpPr>
            <a:spLocks noGrp="true" noChangeShapeType="true"/>
          </p:cNvSpPr>
          <p:nvPr/>
        </p:nvSpPr>
        <p:spPr>
          <a:xfrm>
            <a:off x="5146675" y="3344862"/>
            <a:ext cx="1219200" cy="312737"/>
          </a:xfrm>
          <a:prstGeom prst="rect">
            <a:avLst/>
          </a:prstGeom>
          <a:solidFill>
            <a:schemeClr val="lt1"/>
          </a:solidFill>
        </p:spPr>
        <p:txBody>
          <a:bodyPr lIns="91440" tIns="45720" rIns="91440" bIns="45720" anchor="t">
            <a:spAutoFit/>
          </a:bodyPr>
          <a:lstStyle/>
          <a:p>
            <a:pPr lvl="0">
              <a:lnSpc>
                <a:spcPct val="90000"/>
              </a:lnSpc>
              <a:spcBef>
                <a:spcPct val="20000"/>
              </a:spcBef>
            </a:pPr>
            <a:r>
              <a:rPr lang="en-US">
                <a:latin typeface="Courier New" pitchFamily="49"/>
              </a:rPr>
              <a:t>rio_cnt</a:t>
            </a:r>
            <a:endParaRPr/>
          </a:p>
        </p:txBody>
      </p:sp>
      <p:sp>
        <p:nvSpPr>
          <p:cNvPr id="103" name="Text Box 6"/>
          <p:cNvSpPr txBox="true">
            <a:spLocks noGrp="true" noChangeShapeType="true"/>
          </p:cNvSpPr>
          <p:nvPr/>
        </p:nvSpPr>
        <p:spPr>
          <a:xfrm>
            <a:off x="452437" y="5037137"/>
            <a:ext cx="8539162" cy="1668462"/>
          </a:xfrm>
          <a:prstGeom prst="rect">
            <a:avLst/>
          </a:prstGeom>
          <a:solidFill>
            <a:srgbClr val="F6F5BD"/>
          </a:solidFill>
          <a:ln w="12700">
            <a:solidFill>
              <a:schemeClr val="dk2"/>
            </a:solidFill>
            <a:miter/>
            <a:headEnd/>
            <a:tailEnd/>
          </a:ln>
        </p:spPr>
        <p:txBody>
          <a:bodyPr lIns="45720" tIns="45720" rIns="45720" bIns="45720" anchor="t">
            <a:spAutoFit/>
          </a:bodyPr>
          <a:lstStyle/>
          <a:p>
            <a:pPr lvl="0">
              <a:lnSpc>
                <a:spcPct val="90000"/>
              </a:lnSpc>
              <a:spcBef>
                <a:spcPct val="20000"/>
              </a:spcBef>
            </a:pPr>
            <a:r>
              <a:rPr lang="en-US">
                <a:latin typeface="Courier New" pitchFamily="49"/>
              </a:rPr>
              <a:t>typedef struct {</a:t>
            </a:r>
            <a:endParaRPr/>
          </a:p>
          <a:p>
            <a:pPr lvl="0">
              <a:lnSpc>
                <a:spcPct val="90000"/>
              </a:lnSpc>
              <a:spcBef>
                <a:spcPct val="20000"/>
              </a:spcBef>
            </a:pPr>
            <a:r>
              <a:rPr lang="en-US">
                <a:latin typeface="Courier New" pitchFamily="49"/>
              </a:rPr>
              <a:t>    int rio_fd;                </a:t>
            </a:r>
            <a:r>
              <a:rPr lang="en-US">
                <a:solidFill>
                  <a:srgbClr val="00B050"/>
                </a:solidFill>
                <a:latin typeface="Courier New" pitchFamily="49"/>
              </a:rPr>
              <a:t>/* descriptor for this internal buf */</a:t>
            </a:r>
            <a:endParaRPr/>
          </a:p>
          <a:p>
            <a:pPr lvl="0">
              <a:lnSpc>
                <a:spcPct val="90000"/>
              </a:lnSpc>
              <a:spcBef>
                <a:spcPct val="20000"/>
              </a:spcBef>
            </a:pPr>
            <a:r>
              <a:rPr lang="en-US">
                <a:latin typeface="Courier New" pitchFamily="49"/>
              </a:rPr>
              <a:t>    int rio_cnt;               </a:t>
            </a:r>
            <a:r>
              <a:rPr lang="en-US">
                <a:solidFill>
                  <a:srgbClr val="00B050"/>
                </a:solidFill>
                <a:latin typeface="Courier New" pitchFamily="49"/>
              </a:rPr>
              <a:t>/* unread bytes in internal buf */</a:t>
            </a:r>
            <a:endParaRPr/>
          </a:p>
          <a:p>
            <a:pPr lvl="0">
              <a:lnSpc>
                <a:spcPct val="90000"/>
              </a:lnSpc>
              <a:spcBef>
                <a:spcPct val="20000"/>
              </a:spcBef>
            </a:pPr>
            <a:r>
              <a:rPr lang="en-US">
                <a:latin typeface="Courier New" pitchFamily="49"/>
              </a:rPr>
              <a:t>    char *rio_bufptr;          </a:t>
            </a:r>
            <a:r>
              <a:rPr lang="en-US">
                <a:solidFill>
                  <a:srgbClr val="00B050"/>
                </a:solidFill>
                <a:latin typeface="Courier New" pitchFamily="49"/>
              </a:rPr>
              <a:t>/* next unread byte in internal buf */</a:t>
            </a:r>
            <a:endParaRPr/>
          </a:p>
          <a:p>
            <a:pPr lvl="0">
              <a:lnSpc>
                <a:spcPct val="90000"/>
              </a:lnSpc>
              <a:spcBef>
                <a:spcPct val="20000"/>
              </a:spcBef>
            </a:pPr>
            <a:r>
              <a:rPr lang="en-US">
                <a:latin typeface="Courier New" pitchFamily="49"/>
              </a:rPr>
              <a:t>    char rio_buf[RIO_BUFSIZE]; </a:t>
            </a:r>
            <a:r>
              <a:rPr lang="en-US">
                <a:solidFill>
                  <a:srgbClr val="00B050"/>
                </a:solidFill>
                <a:latin typeface="Courier New" pitchFamily="49"/>
              </a:rPr>
              <a:t>/* internal buffer */</a:t>
            </a:r>
            <a:endParaRPr/>
          </a:p>
          <a:p>
            <a:pPr lvl="0">
              <a:lnSpc>
                <a:spcPct val="90000"/>
              </a:lnSpc>
              <a:spcBef>
                <a:spcPct val="20000"/>
              </a:spcBef>
            </a:pPr>
            <a:r>
              <a:rPr lang="en-US">
                <a:latin typeface="Courier New" pitchFamily="49"/>
              </a:rPr>
              <a:t>} rio_t;</a:t>
            </a:r>
            <a:endParaRPr/>
          </a:p>
        </p:txBody>
      </p:sp>
    </p:spTree>
  </p:cSld>
  <p:clrMapOvr>
    <a:masterClrMapping/>
  </p:clrMapOvr>
  <p:transition/>
</p:sld>
</file>

<file path=ppt/slides/slide109.xml><?xml version="1.0" encoding="utf-8"?>
<p:sld xmlns:a="http://schemas.openxmlformats.org/drawingml/2006/main" xmlns:p="http://schemas.openxmlformats.org/presentationml/2006/main">
  <p:cSld>
    <p:spTree>
      <p:nvGrpSpPr>
        <p:cNvPr id="108" name=""/>
        <p:cNvGrpSpPr/>
        <p:nvPr/>
      </p:nvGrpSpPr>
      <p:grpSpPr>
        <a:xfrm>
          <a:off x="0" y="0"/>
          <a:ext cx="0" cy="0"/>
          <a:chOff x="0" y="0"/>
          <a:chExt cx="0" cy="0"/>
        </a:xfrm>
      </p:grpSpPr>
      <p:sp>
        <p:nvSpPr>
          <p:cNvPr id="109" name="Rectangle 3"/>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Buffered I/O: Implementation</a:t>
            </a:r>
            <a:endParaRPr/>
          </a:p>
        </p:txBody>
      </p:sp>
      <p:sp>
        <p:nvSpPr>
          <p:cNvPr id="110" name="Rectangle 4"/>
          <p:cNvSpPr>
            <a:spLocks noGrp="true" noChangeShapeType="true"/>
          </p:cNvSpPr>
          <p:nvPr>
            <p:ph type="obj"/>
          </p:nvPr>
        </p:nvSpPr>
        <p:spPr>
          <a:xfrm>
            <a:off x="381000" y="1600200"/>
            <a:ext cx="8307387" cy="3960812"/>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Layered on Unix file:</a:t>
            </a:r>
            <a:endParaRPr/>
          </a:p>
        </p:txBody>
      </p:sp>
      <p:sp>
        <p:nvSpPr>
          <p:cNvPr id="111" name="Rectangle 16"/>
          <p:cNvSpPr>
            <a:spLocks noGrp="true" noChangeShapeType="true"/>
          </p:cNvSpPr>
          <p:nvPr/>
        </p:nvSpPr>
        <p:spPr>
          <a:xfrm>
            <a:off x="4800600" y="2709862"/>
            <a:ext cx="2362200" cy="441325"/>
          </a:xfrm>
          <a:prstGeom prst="rect">
            <a:avLst/>
          </a:prstGeom>
          <a:solidFill>
            <a:srgbClr val="F1C7C7"/>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unread</a:t>
            </a:r>
            <a:endParaRPr/>
          </a:p>
        </p:txBody>
      </p:sp>
      <p:sp>
        <p:nvSpPr>
          <p:cNvPr id="112" name="Rectangle 17"/>
          <p:cNvSpPr>
            <a:spLocks noGrp="true" noChangeShapeType="true"/>
          </p:cNvSpPr>
          <p:nvPr/>
        </p:nvSpPr>
        <p:spPr>
          <a:xfrm>
            <a:off x="2438400" y="2709862"/>
            <a:ext cx="2362200" cy="441325"/>
          </a:xfrm>
          <a:prstGeom prst="rect">
            <a:avLst/>
          </a:prstGeom>
          <a:solidFill>
            <a:srgbClr val="D5F1CF"/>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already read</a:t>
            </a:r>
            <a:endParaRPr/>
          </a:p>
        </p:txBody>
      </p:sp>
      <p:sp>
        <p:nvSpPr>
          <p:cNvPr id="113" name="Rectangle 18"/>
          <p:cNvSpPr>
            <a:spLocks noGrp="true" noChangeShapeType="true"/>
          </p:cNvSpPr>
          <p:nvPr/>
        </p:nvSpPr>
        <p:spPr>
          <a:xfrm>
            <a:off x="457200" y="2709862"/>
            <a:ext cx="8229600" cy="441325"/>
          </a:xfrm>
          <a:prstGeom prst="rect">
            <a:avLst/>
          </a:prstGeom>
          <a:noFill/>
          <a:ln w="28575">
            <a:solidFill>
              <a:schemeClr val="dk1"/>
            </a:solidFill>
            <a:miter/>
            <a:headEnd/>
            <a:tailEnd/>
          </a:ln>
        </p:spPr>
        <p:txBody>
          <a:bodyPr wrap="none" anchor="ctr" anchorCtr="false"/>
          <a:lstStyle/>
          <a:p>
            <a:pPr/>
            <a:endParaRPr sz="1400" dirty="false"/>
          </a:p>
        </p:txBody>
      </p:sp>
      <p:sp>
        <p:nvSpPr>
          <p:cNvPr id="114" name="Rectangle 19"/>
          <p:cNvSpPr>
            <a:spLocks noGrp="true" noChangeShapeType="true"/>
          </p:cNvSpPr>
          <p:nvPr/>
        </p:nvSpPr>
        <p:spPr>
          <a:xfrm>
            <a:off x="457200" y="2709862"/>
            <a:ext cx="1981200" cy="441325"/>
          </a:xfrm>
          <a:prstGeom prst="rect">
            <a:avLst/>
          </a:prstGeom>
          <a:solidFill>
            <a:schemeClr val="lt1"/>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not in buffer</a:t>
            </a:r>
            <a:endParaRPr/>
          </a:p>
        </p:txBody>
      </p:sp>
      <p:sp>
        <p:nvSpPr>
          <p:cNvPr id="115" name="Rectangle 20"/>
          <p:cNvSpPr>
            <a:spLocks noGrp="true" noChangeShapeType="true"/>
          </p:cNvSpPr>
          <p:nvPr/>
        </p:nvSpPr>
        <p:spPr>
          <a:xfrm>
            <a:off x="7162800" y="2709862"/>
            <a:ext cx="1524000" cy="441325"/>
          </a:xfrm>
          <a:prstGeom prst="rect">
            <a:avLst/>
          </a:prstGeom>
          <a:solidFill>
            <a:schemeClr val="lt1"/>
          </a:solidFill>
          <a:ln w="19050">
            <a:solidFill>
              <a:schemeClr val="dk1"/>
            </a:solidFill>
            <a:miter/>
            <a:headEnd/>
            <a:tailEnd/>
          </a:ln>
        </p:spPr>
        <p:txBody>
          <a:bodyPr wrap="none" anchor="ctr" anchorCtr="false"/>
          <a:lstStyle/>
          <a:p>
            <a:pPr lvl="0">
              <a:lnSpc>
                <a:spcPct val="90000"/>
              </a:lnSpc>
              <a:spcBef>
                <a:spcPct val="20000"/>
              </a:spcBef>
            </a:pPr>
            <a:r>
              <a:rPr lang="en-US" sz="2000">
                <a:latin typeface="Calibri" pitchFamily="34"/>
              </a:rPr>
              <a:t>unseen</a:t>
            </a:r>
            <a:endParaRPr/>
          </a:p>
        </p:txBody>
      </p:sp>
      <p:sp>
        <p:nvSpPr>
          <p:cNvPr id="116" name="Arc 21"/>
          <p:cNvSpPr>
            <a:spLocks noGrp="true" noChangeShapeType="true"/>
          </p:cNvSpPr>
          <p:nvPr/>
        </p:nvSpPr>
        <p:spPr>
          <a:xfrm rot="5400000" flipH="true" flipV="true">
            <a:off x="6702425" y="3165475"/>
            <a:ext cx="457200" cy="460375"/>
          </a:xfrm>
          <a:custGeom>
            <a:avLst/>
            <a:gdLst>
              <a:gd name="gd0" fmla="val 65536"/>
              <a:gd name="gd1" fmla="val -1"/>
              <a:gd name="gd2" fmla="val 0"/>
              <a:gd name="gd3" fmla="val 21600"/>
              <a:gd name="gd4" fmla="val 21600"/>
              <a:gd name="gd5" fmla="val -1"/>
              <a:gd name="gd6" fmla="val 0"/>
              <a:gd name="gd7" fmla="val 21600"/>
              <a:gd name="gd8" fmla="val 21600"/>
              <a:gd name="gd9" fmla="val 0"/>
              <a:gd name="gd10" fmla="val 21600"/>
              <a:gd name="gd11" fmla="val -1"/>
              <a:gd name="gd12" fmla="val 0"/>
              <a:gd name="gd13" fmla="*/ w 0 21600"/>
              <a:gd name="gd14" fmla="*/ h 0 21600"/>
              <a:gd name="gd15" fmla="*/ w 21600 21600"/>
              <a:gd name="gd16" fmla="*/ h 21600 21600"/>
            </a:gdLst>
            <a:ahLst/>
            <a:cxnLst/>
            <a:rect l="gd13" t="gd14" r="gd15" b="gd16"/>
            <a:pathLst>
              <a:path w="21600" h="21600" fill="none">
                <a:moveTo>
                  <a:pt x="gd1" y="gd2"/>
                </a:moveTo>
                <a:cubicBezTo>
                  <a:pt x="11929" y="0"/>
                  <a:pt x="21600" y="9670"/>
                  <a:pt x="21600" y="21600"/>
                </a:cubicBezTo>
              </a:path>
              <a:path w="21600" h="21600" stroke="false">
                <a:moveTo>
                  <a:pt x="gd5" y="gd6"/>
                </a:moveTo>
                <a:cubicBezTo>
                  <a:pt x="11929" y="0"/>
                  <a:pt x="21600" y="9670"/>
                  <a:pt x="21600" y="21600"/>
                </a:cubicBezTo>
                <a:lnTo>
                  <a:pt x="gd9" y="gd10"/>
                </a:lnTo>
                <a:lnTo>
                  <a:pt x="gd11" y="gd12"/>
                </a:lnTo>
                <a:close/>
              </a:path>
              <a:path w="21600" h="21600"/>
            </a:pathLst>
          </a:custGeom>
          <a:noFill/>
          <a:ln w="38100">
            <a:solidFill>
              <a:schemeClr val="dk1"/>
            </a:solidFill>
            <a:round/>
            <a:headEnd type="triangle" w="med" len="med"/>
            <a:tailEnd/>
          </a:ln>
        </p:spPr>
        <p:txBody>
          <a:bodyPr lIns="91440" tIns="45720" rIns="91440" bIns="45720" anchor="t"/>
          <a:lstStyle/>
          <a:p>
            <a:pPr/>
            <a:endParaRPr sz="1400" dirty="false"/>
          </a:p>
        </p:txBody>
      </p:sp>
      <p:sp>
        <p:nvSpPr>
          <p:cNvPr id="117" name="Rectangle 22"/>
          <p:cNvSpPr>
            <a:spLocks noGrp="true" noChangeShapeType="true"/>
          </p:cNvSpPr>
          <p:nvPr/>
        </p:nvSpPr>
        <p:spPr>
          <a:xfrm>
            <a:off x="4073525" y="3471862"/>
            <a:ext cx="2590800" cy="338137"/>
          </a:xfrm>
          <a:prstGeom prst="rect">
            <a:avLst/>
          </a:prstGeom>
          <a:noFill/>
        </p:spPr>
        <p:txBody>
          <a:bodyPr lIns="91440" tIns="45720" rIns="91440" bIns="45720" anchor="t">
            <a:spAutoFit/>
          </a:bodyPr>
          <a:lstStyle/>
          <a:p>
            <a:pPr lvl="0" algn="r">
              <a:lnSpc>
                <a:spcPct val="90000"/>
              </a:lnSpc>
              <a:spcBef>
                <a:spcPct val="20000"/>
              </a:spcBef>
            </a:pPr>
            <a:r>
              <a:rPr lang="en-US">
                <a:latin typeface="Calibri" pitchFamily="34"/>
              </a:rPr>
              <a:t>Current File Position</a:t>
            </a:r>
            <a:endParaRPr/>
          </a:p>
        </p:txBody>
      </p:sp>
      <p:sp>
        <p:nvSpPr>
          <p:cNvPr id="118" name="Line 23"/>
          <p:cNvSpPr>
            <a:spLocks noGrp="true" noChangeShapeType="true"/>
          </p:cNvSpPr>
          <p:nvPr/>
        </p:nvSpPr>
        <p:spPr>
          <a:xfrm flipV="true">
            <a:off x="2438400" y="2286000"/>
            <a:ext cx="0" cy="304800"/>
          </a:xfrm>
          <a:prstGeom prst="line">
            <a:avLst/>
          </a:prstGeom>
          <a:noFill/>
          <a:ln w="19050">
            <a:solidFill>
              <a:schemeClr val="dk1"/>
            </a:solidFill>
            <a:round/>
            <a:headEnd/>
            <a:tailEnd/>
          </a:ln>
        </p:spPr>
        <p:txBody>
          <a:bodyPr lIns="91440" tIns="45720" rIns="91440" bIns="45720"/>
          <a:lstStyle/>
          <a:p>
            <a:pPr/>
            <a:endParaRPr sz="1400" dirty="false"/>
          </a:p>
        </p:txBody>
      </p:sp>
      <p:sp>
        <p:nvSpPr>
          <p:cNvPr id="119" name="Line 24"/>
          <p:cNvSpPr>
            <a:spLocks noGrp="true" noChangeShapeType="true"/>
          </p:cNvSpPr>
          <p:nvPr/>
        </p:nvSpPr>
        <p:spPr>
          <a:xfrm flipV="true">
            <a:off x="7162800" y="2286000"/>
            <a:ext cx="0" cy="304800"/>
          </a:xfrm>
          <a:prstGeom prst="line">
            <a:avLst/>
          </a:prstGeom>
          <a:noFill/>
          <a:ln w="19050">
            <a:solidFill>
              <a:schemeClr val="dk1"/>
            </a:solidFill>
            <a:round/>
            <a:headEnd/>
            <a:tailEnd/>
          </a:ln>
        </p:spPr>
        <p:txBody>
          <a:bodyPr lIns="91440" tIns="45720" rIns="91440" bIns="45720"/>
          <a:lstStyle/>
          <a:p>
            <a:pPr/>
            <a:endParaRPr sz="1400" dirty="false"/>
          </a:p>
        </p:txBody>
      </p:sp>
      <p:sp>
        <p:nvSpPr>
          <p:cNvPr id="120" name="Line 25"/>
          <p:cNvSpPr>
            <a:spLocks noGrp="true" noChangeShapeType="true"/>
          </p:cNvSpPr>
          <p:nvPr/>
        </p:nvSpPr>
        <p:spPr>
          <a:xfrm flipV="true">
            <a:off x="2438400" y="2438400"/>
            <a:ext cx="4724400" cy="7937"/>
          </a:xfrm>
          <a:prstGeom prst="line">
            <a:avLst/>
          </a:prstGeom>
          <a:noFill/>
          <a:ln w="28575">
            <a:solidFill>
              <a:schemeClr val="dk1"/>
            </a:solidFill>
            <a:round/>
            <a:headEnd type="triangle" w="med" len="med"/>
            <a:tailEnd type="triangle" w="med" len="med"/>
          </a:ln>
        </p:spPr>
        <p:txBody>
          <a:bodyPr lIns="91440" tIns="45720" rIns="91440" bIns="45720"/>
          <a:lstStyle/>
          <a:p>
            <a:pPr/>
            <a:endParaRPr sz="1400" dirty="false"/>
          </a:p>
        </p:txBody>
      </p:sp>
      <p:sp>
        <p:nvSpPr>
          <p:cNvPr id="121" name="Rectangle 26"/>
          <p:cNvSpPr>
            <a:spLocks noGrp="true" noChangeShapeType="true"/>
          </p:cNvSpPr>
          <p:nvPr/>
        </p:nvSpPr>
        <p:spPr>
          <a:xfrm>
            <a:off x="3581400" y="2286000"/>
            <a:ext cx="2667000" cy="338137"/>
          </a:xfrm>
          <a:prstGeom prst="rect">
            <a:avLst/>
          </a:prstGeom>
          <a:solidFill>
            <a:schemeClr val="lt1"/>
          </a:solidFill>
        </p:spPr>
        <p:txBody>
          <a:bodyPr lIns="91440" tIns="45720" rIns="91440" bIns="45720" anchor="t">
            <a:spAutoFit/>
          </a:bodyPr>
          <a:lstStyle/>
          <a:p>
            <a:pPr lvl="0">
              <a:lnSpc>
                <a:spcPct val="90000"/>
              </a:lnSpc>
              <a:spcBef>
                <a:spcPct val="20000"/>
              </a:spcBef>
            </a:pPr>
            <a:r>
              <a:rPr lang="en-US">
                <a:latin typeface="Calibri" pitchFamily="34"/>
              </a:rPr>
              <a:t>Buffered Portion</a:t>
            </a:r>
            <a:endParaRPr/>
          </a:p>
        </p:txBody>
      </p:sp>
    </p:spTree>
  </p:cSld>
  <p:clrMapOvr>
    <a:masterClrMapping/>
  </p:clrMapOvr>
  <p:transition/>
</p:sld>
</file>

<file path=ppt/slides/slide110.xml><?xml version="1.0" encoding="utf-8"?>
<p:sld xmlns:a="http://schemas.openxmlformats.org/drawingml/2006/main" xmlns:p="http://schemas.openxmlformats.org/presentationml/2006/main">
  <p:cSld>
    <p:spTree>
      <p:nvGrpSpPr>
        <p:cNvPr id="122" name=""/>
        <p:cNvGrpSpPr/>
        <p:nvPr/>
      </p:nvGrpSpPr>
      <p:grpSpPr>
        <a:xfrm>
          <a:off x="0" y="0"/>
          <a:ext cx="0" cy="0"/>
          <a:chOff x="0" y="0"/>
          <a:chExt cx="0" cy="0"/>
        </a:xfrm>
      </p:grpSpPr>
      <p:sp>
        <p:nvSpPr>
          <p:cNvPr id="123"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2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Robust I/O</a:t>
            </a:r>
            <a:endParaRPr/>
          </a:p>
        </p:txBody>
      </p:sp>
      <p:sp>
        <p:nvSpPr>
          <p:cNvPr id="125" name="Rectangle 3"/>
          <p:cNvSpPr>
            <a:spLocks noGrp="true" noChangeShapeType="true"/>
          </p:cNvSpPr>
          <p:nvPr>
            <p:ph type="obj"/>
          </p:nvPr>
        </p:nvSpPr>
        <p:spPr>
          <a:xfrm>
            <a:off x="457200" y="1600200"/>
            <a:ext cx="8305800" cy="1981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lnSpc>
                <a:spcPct val="110000"/>
              </a:lnSpc>
              <a:spcBef>
                <a:spcPct val="20000"/>
              </a:spcBef>
              <a:buSzPct val="100000"/>
              <a:buChar char="•"/>
            </a:pPr>
            <a:r>
              <a:rPr lang="en-US">
                <a:ea typeface="SimSun" pitchFamily="2" charset="-122"/>
              </a:rPr>
              <a:t>Buffered Input and Output</a:t>
            </a:r>
            <a:endParaRPr/>
          </a:p>
          <a:p>
            <a:pPr marL="742950" lvl="1" indent="-285750">
              <a:lnSpc>
                <a:spcPct val="110000"/>
              </a:lnSpc>
              <a:spcBef>
                <a:spcPct val="20000"/>
              </a:spcBef>
              <a:buSzPct val="100000"/>
              <a:buChar char="–"/>
            </a:pPr>
            <a:r>
              <a:rPr lang="en-US">
                <a:ea typeface="SimSun" pitchFamily="2" charset="-122"/>
              </a:rPr>
              <a:t>Efficiently read text lines and binary data from a file whose contents are </a:t>
            </a:r>
            <a:r>
              <a:rPr lang="en-US">
                <a:solidFill>
                  <a:srgbClr val="FF0000"/>
                </a:solidFill>
                <a:ea typeface="SimSun" pitchFamily="2" charset="-122"/>
              </a:rPr>
              <a:t>cached</a:t>
            </a:r>
            <a:r>
              <a:rPr lang="en-US">
                <a:ea typeface="SimSun" pitchFamily="2" charset="-122"/>
              </a:rPr>
              <a:t> in </a:t>
            </a:r>
            <a:r>
              <a:rPr lang="en-US" b="true" i="false" u="none">
                <a:ea typeface="SimSun" pitchFamily="2" charset="-122"/>
              </a:rPr>
              <a:t>an application-level buffer</a:t>
            </a:r>
            <a:endParaRPr/>
          </a:p>
        </p:txBody>
      </p:sp>
      <p:sp>
        <p:nvSpPr>
          <p:cNvPr id="126" name="Rectangle 2"/>
          <p:cNvSpPr>
            <a:spLocks noGrp="true" noChangeShapeType="true"/>
          </p:cNvSpPr>
          <p:nvPr/>
        </p:nvSpPr>
        <p:spPr>
          <a:xfrm>
            <a:off x="762000" y="3732212"/>
            <a:ext cx="7696200" cy="2363787"/>
          </a:xfrm>
          <a:prstGeom prst="rect">
            <a:avLst/>
          </a:prstGeom>
          <a:solidFill>
            <a:srgbClr val="FFFFCC"/>
          </a:solidFill>
          <a:ln w="9524">
            <a:solidFill>
              <a:schemeClr val="dk1"/>
            </a:solidFill>
            <a:round/>
            <a:headEnd/>
            <a:tailEnd/>
          </a:ln>
        </p:spPr>
        <p:txBody>
          <a:bodyPr lIns="91440" tIns="45720" rIns="91440" bIns="45720" anchor="t">
            <a:spAutoFit/>
          </a:bodyPr>
          <a:lstStyle/>
          <a:p>
            <a:pPr marL="342900" lvl="0" indent="-342900">
              <a:lnSpc>
                <a:spcPct val="90000"/>
              </a:lnSpc>
              <a:spcBef>
                <a:spcPct val="20000"/>
              </a:spcBef>
              <a:buNone/>
            </a:pPr>
            <a:r>
              <a:rPr lang="en-US" sz="1800">
                <a:solidFill>
                  <a:srgbClr val="000000"/>
                </a:solidFill>
                <a:latin typeface="Courier New" pitchFamily="49"/>
              </a:rPr>
              <a:t>#include "</a:t>
            </a:r>
            <a:r>
              <a:rPr lang="en-US" sz="1800">
                <a:solidFill>
                  <a:srgbClr val="000000"/>
                </a:solidFill>
                <a:latin typeface="Courier New" pitchFamily="49"/>
              </a:rPr>
              <a:t>csapp.h</a:t>
            </a:r>
            <a:r>
              <a:rPr lang="en-US" sz="1800">
                <a:solidFill>
                  <a:srgbClr val="000000"/>
                </a:solidFill>
                <a:latin typeface="Courier New" pitchFamily="49"/>
              </a:rPr>
              <a:t>"</a:t>
            </a:r>
            <a:endParaRPr lang="en-US" sz="1800"/>
          </a:p>
          <a:p>
            <a:pPr marL="342900" lvl="0" indent="-342900">
              <a:lnSpc>
                <a:spcPct val="90000"/>
              </a:lnSpc>
              <a:spcBef>
                <a:spcPct val="20000"/>
              </a:spcBef>
              <a:buNone/>
            </a:pPr>
            <a:r>
              <a:rPr lang="en-US" sz="1800">
                <a:solidFill>
                  <a:srgbClr val="000000"/>
                </a:solidFill>
                <a:latin typeface="Courier New" pitchFamily="49"/>
              </a:rPr>
              <a:t>void </a:t>
            </a:r>
            <a:r>
              <a:rPr lang="en-US" sz="2000">
                <a:solidFill>
                  <a:srgbClr val="000000"/>
                </a:solidFill>
                <a:latin typeface="Courier New" pitchFamily="49"/>
              </a:rPr>
              <a:t>rio_readinitb</a:t>
            </a:r>
            <a:r>
              <a:rPr lang="en-US" sz="1800">
                <a:solidFill>
                  <a:srgbClr val="000000"/>
                </a:solidFill>
                <a:latin typeface="Courier New" pitchFamily="49"/>
              </a:rPr>
              <a:t>(</a:t>
            </a:r>
            <a:r>
              <a:rPr lang="en-US" sz="1800">
                <a:solidFill>
                  <a:srgbClr val="000000"/>
                </a:solidFill>
                <a:latin typeface="Courier New" pitchFamily="49"/>
              </a:rPr>
              <a:t>rio_t</a:t>
            </a:r>
            <a:r>
              <a:rPr lang="en-US" sz="1800">
                <a:solidFill>
                  <a:srgbClr val="000000"/>
                </a:solidFill>
                <a:latin typeface="Courier New" pitchFamily="49"/>
              </a:rPr>
              <a:t> *</a:t>
            </a:r>
            <a:r>
              <a:rPr lang="en-US" sz="1800">
                <a:solidFill>
                  <a:srgbClr val="000000"/>
                </a:solidFill>
                <a:latin typeface="Courier New" pitchFamily="49"/>
              </a:rPr>
              <a:t>rp</a:t>
            </a:r>
            <a:r>
              <a:rPr lang="en-US" sz="1800">
                <a:solidFill>
                  <a:srgbClr val="000000"/>
                </a:solidFill>
                <a:latin typeface="Courier New" pitchFamily="49"/>
              </a:rPr>
              <a:t>, </a:t>
            </a:r>
            <a:r>
              <a:rPr lang="en-US" sz="1800">
                <a:solidFill>
                  <a:srgbClr val="000000"/>
                </a:solidFill>
                <a:latin typeface="Courier New" pitchFamily="49"/>
              </a:rPr>
              <a:t>int</a:t>
            </a:r>
            <a:r>
              <a:rPr lang="en-US" sz="1800">
                <a:solidFill>
                  <a:srgbClr val="000000"/>
                </a:solidFill>
                <a:latin typeface="Courier New" pitchFamily="49"/>
              </a:rPr>
              <a:t> </a:t>
            </a:r>
            <a:r>
              <a:rPr lang="en-US" sz="1800">
                <a:solidFill>
                  <a:srgbClr val="000000"/>
                </a:solidFill>
                <a:latin typeface="Courier New" pitchFamily="49"/>
              </a:rPr>
              <a:t>fd</a:t>
            </a:r>
            <a:r>
              <a:rPr lang="en-US" sz="1800">
                <a:solidFill>
                  <a:srgbClr val="000000"/>
                </a:solidFill>
                <a:latin typeface="Courier New" pitchFamily="49"/>
              </a:rPr>
              <a:t>) ;</a:t>
            </a:r>
            <a:endParaRPr lang="en-US" sz="1800"/>
          </a:p>
          <a:p>
            <a:pPr marL="342900" lvl="0" indent="-342900">
              <a:lnSpc>
                <a:spcPct val="90000"/>
              </a:lnSpc>
              <a:spcBef>
                <a:spcPct val="20000"/>
              </a:spcBef>
              <a:buNone/>
            </a:pPr>
            <a:r>
              <a:rPr lang="en-US" sz="1800">
                <a:solidFill>
                  <a:srgbClr val="000000"/>
                </a:solidFill>
                <a:latin typeface="Courier New" pitchFamily="49"/>
              </a:rPr>
              <a:t>ssize_t</a:t>
            </a:r>
            <a:r>
              <a:rPr lang="en-US" sz="1800">
                <a:solidFill>
                  <a:srgbClr val="000000"/>
                </a:solidFill>
                <a:latin typeface="Courier New" pitchFamily="49"/>
              </a:rPr>
              <a:t> </a:t>
            </a:r>
            <a:r>
              <a:rPr lang="en-US" sz="2000">
                <a:solidFill>
                  <a:srgbClr val="000000"/>
                </a:solidFill>
                <a:latin typeface="Courier New" pitchFamily="49"/>
              </a:rPr>
              <a:t>rio_readlineb</a:t>
            </a:r>
            <a:r>
              <a:rPr lang="en-US" sz="1800">
                <a:solidFill>
                  <a:srgbClr val="000000"/>
                </a:solidFill>
                <a:latin typeface="Courier New" pitchFamily="49"/>
              </a:rPr>
              <a:t>(</a:t>
            </a:r>
            <a:r>
              <a:rPr lang="en-US" sz="1800">
                <a:solidFill>
                  <a:srgbClr val="000000"/>
                </a:solidFill>
                <a:latin typeface="Courier New" pitchFamily="49"/>
              </a:rPr>
              <a:t>rio_t</a:t>
            </a:r>
            <a:r>
              <a:rPr lang="en-US" sz="1800">
                <a:solidFill>
                  <a:srgbClr val="000000"/>
                </a:solidFill>
                <a:latin typeface="Courier New" pitchFamily="49"/>
              </a:rPr>
              <a:t> *</a:t>
            </a:r>
            <a:r>
              <a:rPr lang="en-US" sz="1800">
                <a:solidFill>
                  <a:srgbClr val="000000"/>
                </a:solidFill>
                <a:latin typeface="Courier New" pitchFamily="49"/>
              </a:rPr>
              <a:t>rp</a:t>
            </a:r>
            <a:r>
              <a:rPr lang="en-US" sz="1800">
                <a:solidFill>
                  <a:srgbClr val="000000"/>
                </a:solidFill>
                <a:latin typeface="Courier New" pitchFamily="49"/>
              </a:rPr>
              <a:t>, </a:t>
            </a:r>
            <a:br>
              <a:rPr lang="en-US" sz="1800">
                <a:solidFill>
                  <a:srgbClr val="000000"/>
                </a:solidFill>
                <a:latin typeface="Courier New" pitchFamily="49"/>
              </a:rPr>
            </a:br>
            <a:r>
              <a:rPr lang="en-US" sz="1800">
                <a:solidFill>
                  <a:srgbClr val="000000"/>
                </a:solidFill>
                <a:latin typeface="Courier New" pitchFamily="49"/>
              </a:rPr>
              <a:t>              void *</a:t>
            </a:r>
            <a:r>
              <a:rPr lang="en-US" sz="1800">
                <a:solidFill>
                  <a:srgbClr val="000000"/>
                </a:solidFill>
                <a:latin typeface="Courier New" pitchFamily="49"/>
              </a:rPr>
              <a:t>usrbuf</a:t>
            </a:r>
            <a:r>
              <a:rPr lang="en-US" sz="1800">
                <a:solidFill>
                  <a:srgbClr val="000000"/>
                </a:solidFill>
                <a:latin typeface="Courier New" pitchFamily="49"/>
              </a:rPr>
              <a:t>, size t </a:t>
            </a:r>
            <a:r>
              <a:rPr lang="en-US" sz="1800">
                <a:solidFill>
                  <a:srgbClr val="000000"/>
                </a:solidFill>
                <a:latin typeface="Courier New" pitchFamily="49"/>
              </a:rPr>
              <a:t>maxlen</a:t>
            </a:r>
            <a:r>
              <a:rPr lang="en-US" sz="1800">
                <a:solidFill>
                  <a:srgbClr val="000000"/>
                </a:solidFill>
                <a:latin typeface="Courier New" pitchFamily="49"/>
              </a:rPr>
              <a:t>);</a:t>
            </a:r>
            <a:endParaRPr lang="en-US" sz="1800"/>
          </a:p>
          <a:p>
            <a:pPr marL="342900" lvl="0" indent="-342900">
              <a:lnSpc>
                <a:spcPct val="90000"/>
              </a:lnSpc>
              <a:spcBef>
                <a:spcPct val="20000"/>
              </a:spcBef>
              <a:buNone/>
            </a:pPr>
            <a:r>
              <a:rPr lang="en-US" sz="1800">
                <a:solidFill>
                  <a:srgbClr val="000000"/>
                </a:solidFill>
                <a:latin typeface="Courier New" pitchFamily="49"/>
              </a:rPr>
              <a:t>ssize_t</a:t>
            </a:r>
            <a:r>
              <a:rPr lang="en-US" sz="1800">
                <a:solidFill>
                  <a:srgbClr val="000000"/>
                </a:solidFill>
                <a:latin typeface="Courier New" pitchFamily="49"/>
              </a:rPr>
              <a:t> </a:t>
            </a:r>
            <a:r>
              <a:rPr lang="en-US" sz="2000">
                <a:solidFill>
                  <a:srgbClr val="000000"/>
                </a:solidFill>
                <a:latin typeface="Courier New" pitchFamily="49"/>
              </a:rPr>
              <a:t>rio_readnb</a:t>
            </a:r>
            <a:r>
              <a:rPr lang="en-US" sz="1800">
                <a:solidFill>
                  <a:srgbClr val="000000"/>
                </a:solidFill>
                <a:latin typeface="Courier New" pitchFamily="49"/>
              </a:rPr>
              <a:t>(</a:t>
            </a:r>
            <a:r>
              <a:rPr lang="en-US" sz="1800">
                <a:solidFill>
                  <a:srgbClr val="000000"/>
                </a:solidFill>
                <a:latin typeface="Courier New" pitchFamily="49"/>
              </a:rPr>
              <a:t>rio_t</a:t>
            </a:r>
            <a:r>
              <a:rPr lang="en-US" sz="1800">
                <a:solidFill>
                  <a:srgbClr val="000000"/>
                </a:solidFill>
                <a:latin typeface="Courier New" pitchFamily="49"/>
              </a:rPr>
              <a:t> *</a:t>
            </a:r>
            <a:r>
              <a:rPr lang="en-US" sz="1800">
                <a:solidFill>
                  <a:srgbClr val="000000"/>
                </a:solidFill>
                <a:latin typeface="Courier New" pitchFamily="49"/>
              </a:rPr>
              <a:t>rp</a:t>
            </a:r>
            <a:r>
              <a:rPr lang="en-US" sz="1800">
                <a:solidFill>
                  <a:srgbClr val="000000"/>
                </a:solidFill>
                <a:latin typeface="Courier New" pitchFamily="49"/>
              </a:rPr>
              <a:t>, </a:t>
            </a:r>
            <a:br>
              <a:rPr lang="en-US" sz="1800">
                <a:solidFill>
                  <a:srgbClr val="000000"/>
                </a:solidFill>
                <a:latin typeface="Courier New" pitchFamily="49"/>
              </a:rPr>
            </a:br>
            <a:r>
              <a:rPr lang="en-US" sz="1800">
                <a:solidFill>
                  <a:srgbClr val="000000"/>
                </a:solidFill>
                <a:latin typeface="Courier New" pitchFamily="49"/>
              </a:rPr>
              <a:t>              void *</a:t>
            </a:r>
            <a:r>
              <a:rPr lang="en-US" sz="1800">
                <a:solidFill>
                  <a:srgbClr val="000000"/>
                </a:solidFill>
                <a:latin typeface="Courier New" pitchFamily="49"/>
              </a:rPr>
              <a:t>usrbuf</a:t>
            </a:r>
            <a:r>
              <a:rPr lang="en-US" sz="1800">
                <a:solidFill>
                  <a:srgbClr val="000000"/>
                </a:solidFill>
                <a:latin typeface="Courier New" pitchFamily="49"/>
              </a:rPr>
              <a:t>, size t </a:t>
            </a:r>
            <a:r>
              <a:rPr lang="en-US" sz="1800">
                <a:solidFill>
                  <a:srgbClr val="000000"/>
                </a:solidFill>
                <a:latin typeface="Courier New" pitchFamily="49"/>
              </a:rPr>
              <a:t>maxlen</a:t>
            </a:r>
            <a:r>
              <a:rPr lang="en-US" sz="1800">
                <a:solidFill>
                  <a:srgbClr val="000000"/>
                </a:solidFill>
                <a:latin typeface="Courier New" pitchFamily="49"/>
              </a:rPr>
              <a:t>);</a:t>
            </a:r>
            <a:endParaRPr lang="en-US" sz="1800"/>
          </a:p>
          <a:p>
            <a:pPr marL="342900" lvl="0" indent="-342900" algn="r">
              <a:lnSpc>
                <a:spcPct val="90000"/>
              </a:lnSpc>
              <a:spcBef>
                <a:spcPct val="20000"/>
              </a:spcBef>
              <a:buNone/>
            </a:pPr>
            <a:r>
              <a:rPr lang="en-US" sz="1800">
                <a:solidFill>
                  <a:srgbClr val="FF0000"/>
                </a:solidFill>
                <a:latin typeface="Courier New" pitchFamily="49"/>
              </a:rPr>
              <a:t>returns: number of bytes read (0 if EOF), -1 on error</a:t>
            </a:r>
            <a:endParaRPr/>
          </a:p>
        </p:txBody>
      </p:sp>
    </p:spTree>
  </p:cSld>
  <p:clrMapOvr>
    <a:masterClrMapping/>
  </p:clrMapOvr>
  <p:transition/>
</p:sld>
</file>

<file path=ppt/slides/slide111.xml><?xml version="1.0" encoding="utf-8"?>
<p:sld xmlns:a="http://schemas.openxmlformats.org/drawingml/2006/main" xmlns:p="http://schemas.openxmlformats.org/presentationml/2006/main">
  <p:cSld>
    <p:spTree>
      <p:nvGrpSpPr>
        <p:cNvPr id="127" name=""/>
        <p:cNvGrpSpPr/>
        <p:nvPr/>
      </p:nvGrpSpPr>
      <p:grpSpPr>
        <a:xfrm>
          <a:off x="0" y="0"/>
          <a:ext cx="0" cy="0"/>
          <a:chOff x="0" y="0"/>
          <a:chExt cx="0" cy="0"/>
        </a:xfrm>
      </p:grpSpPr>
      <p:sp>
        <p:nvSpPr>
          <p:cNvPr id="12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2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Robust I/O</a:t>
            </a:r>
            <a:endParaRPr/>
          </a:p>
        </p:txBody>
      </p:sp>
      <p:sp>
        <p:nvSpPr>
          <p:cNvPr id="130" name="Rectangle 3"/>
          <p:cNvSpPr>
            <a:spLocks noGrp="true" noChangeShapeType="true"/>
          </p:cNvSpPr>
          <p:nvPr>
            <p:ph type="obj"/>
          </p:nvPr>
        </p:nvSpPr>
        <p:spPr>
          <a:xfrm>
            <a:off x="457200" y="1524000"/>
            <a:ext cx="8077200" cy="5181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ts val="0"/>
              </a:spcBef>
              <a:buNone/>
            </a:pPr>
            <a:r>
              <a:rPr lang="zh-CN" sz="2000" b="true" i="false" u="none">
                <a:latin typeface="Courier New" pitchFamily="49"/>
                <a:ea typeface="SimSun" pitchFamily="2" charset="-122"/>
              </a:rPr>
              <a:t>#</a:t>
            </a:r>
            <a:r>
              <a:rPr lang="en-US" sz="2000" b="true" i="false" u="none">
                <a:latin typeface="Courier New" pitchFamily="49"/>
                <a:ea typeface="SimSun" pitchFamily="2" charset="-122"/>
              </a:rPr>
              <a:t>define RIO_BUFSIZE 8192</a:t>
            </a:r>
            <a:endParaRPr/>
          </a:p>
          <a:p>
            <a:pPr marL="342900" lvl="0" indent="-342900">
              <a:spcBef>
                <a:spcPts val="0"/>
              </a:spcBef>
              <a:buNone/>
            </a:pPr>
            <a:r>
              <a:rPr lang="en-US" sz="2000" b="true" i="false" u="none">
                <a:latin typeface="Courier New" pitchFamily="49"/>
                <a:ea typeface="SimSun" pitchFamily="2" charset="-122"/>
              </a:rPr>
              <a:t>typedef struct {</a:t>
            </a:r>
            <a:endParaRPr/>
          </a:p>
          <a:p>
            <a:pPr marL="342900" lvl="0" indent="-342900">
              <a:spcBef>
                <a:spcPts val="0"/>
              </a:spcBef>
              <a:buNone/>
            </a:pPr>
            <a:r>
              <a:rPr lang="en-US" sz="2000" b="true" i="false" u="none">
                <a:latin typeface="Courier New" pitchFamily="49"/>
                <a:ea typeface="SimSun" pitchFamily="2" charset="-122"/>
              </a:rPr>
              <a:t>	int rio_fd;</a:t>
            </a:r>
            <a:endParaRPr/>
          </a:p>
          <a:p>
            <a:pPr marL="342900" lvl="0" indent="-342900">
              <a:spcBef>
                <a:spcPts val="0"/>
              </a:spcBef>
              <a:buNone/>
            </a:pPr>
            <a:r>
              <a:rPr lang="en-US" sz="2000" b="true" i="false" u="none">
                <a:latin typeface="Courier New" pitchFamily="49"/>
                <a:ea typeface="SimSun" pitchFamily="2" charset="-122"/>
              </a:rPr>
              <a:t>	int rio_cnt;</a:t>
            </a:r>
            <a:endParaRPr/>
          </a:p>
          <a:p>
            <a:pPr marL="342900" lvl="0" indent="-342900">
              <a:spcBef>
                <a:spcPts val="0"/>
              </a:spcBef>
              <a:buNone/>
            </a:pPr>
            <a:r>
              <a:rPr lang="en-US" sz="2000" b="true" i="false" u="none">
                <a:latin typeface="Courier New" pitchFamily="49"/>
                <a:ea typeface="SimSun" pitchFamily="2" charset="-122"/>
              </a:rPr>
              <a:t>	char *rio_bufptr;</a:t>
            </a:r>
            <a:endParaRPr/>
          </a:p>
          <a:p>
            <a:pPr marL="342900" lvl="0" indent="-342900">
              <a:spcBef>
                <a:spcPts val="0"/>
              </a:spcBef>
              <a:buNone/>
            </a:pPr>
            <a:r>
              <a:rPr lang="en-US" sz="2000" b="true" i="false" u="none">
                <a:latin typeface="Courier New" pitchFamily="49"/>
                <a:ea typeface="SimSun" pitchFamily="2" charset="-122"/>
              </a:rPr>
              <a:t>	char rio_buf[RIO_BUFSIZE];</a:t>
            </a:r>
            <a:endParaRPr/>
          </a:p>
          <a:p>
            <a:pPr marL="342900" lvl="0" indent="-342900">
              <a:spcBef>
                <a:spcPts val="0"/>
              </a:spcBef>
              <a:buNone/>
            </a:pPr>
            <a:r>
              <a:rPr lang="en-US" sz="2000" b="true" i="false" u="none">
                <a:latin typeface="Courier New" pitchFamily="49"/>
                <a:ea typeface="SimSun" pitchFamily="2" charset="-122"/>
              </a:rPr>
              <a:t>} rio_t ;</a:t>
            </a:r>
            <a:endParaRPr/>
          </a:p>
          <a:p>
            <a:pPr marL="342900" lvl="0" indent="-342900">
              <a:spcBef>
                <a:spcPts val="0"/>
              </a:spcBef>
              <a:buNone/>
            </a:pPr>
            <a:endParaRPr/>
          </a:p>
          <a:p>
            <a:pPr marL="342900" lvl="0" indent="-342900">
              <a:spcBef>
                <a:spcPts val="0"/>
              </a:spcBef>
              <a:buNone/>
            </a:pPr>
            <a:r>
              <a:rPr lang="en-US" sz="2000" b="true" i="false" u="none">
                <a:latin typeface="Courier New" pitchFamily="49"/>
                <a:ea typeface="SimSun" pitchFamily="2" charset="-122"/>
              </a:rPr>
              <a:t>void rio_readinitb(rio_t *rp, int fd)</a:t>
            </a:r>
            <a:endParaRPr/>
          </a:p>
          <a:p>
            <a:pPr marL="342900" lvl="0" indent="-342900">
              <a:spcBef>
                <a:spcPts val="0"/>
              </a:spcBef>
              <a:buNone/>
            </a:pPr>
            <a:r>
              <a:rPr lang="en-US" sz="2000" b="true" i="false" u="none">
                <a:latin typeface="Courier New" pitchFamily="49"/>
                <a:ea typeface="SimSun" pitchFamily="2" charset="-122"/>
              </a:rPr>
              <a:t>{</a:t>
            </a:r>
            <a:endParaRPr/>
          </a:p>
          <a:p>
            <a:pPr marL="342900" lvl="0" indent="-342900">
              <a:spcBef>
                <a:spcPts val="0"/>
              </a:spcBef>
              <a:buNone/>
            </a:pPr>
            <a:r>
              <a:rPr lang="en-US" sz="2000" b="true" i="false" u="none">
                <a:latin typeface="Courier New" pitchFamily="49"/>
                <a:ea typeface="SimSun" pitchFamily="2" charset="-122"/>
              </a:rPr>
              <a:t>	rp-&gt;rio_fd = fd ;</a:t>
            </a:r>
            <a:endParaRPr/>
          </a:p>
          <a:p>
            <a:pPr marL="342900" lvl="0" indent="-342900">
              <a:spcBef>
                <a:spcPts val="0"/>
              </a:spcBef>
              <a:buNone/>
            </a:pPr>
            <a:r>
              <a:rPr lang="en-US" sz="2000" b="true" i="false" u="none">
                <a:latin typeface="Courier New" pitchFamily="49"/>
                <a:ea typeface="SimSun" pitchFamily="2" charset="-122"/>
              </a:rPr>
              <a:t>	rp-&gt;rio_cnt = 0 ;</a:t>
            </a:r>
            <a:endParaRPr/>
          </a:p>
          <a:p>
            <a:pPr marL="342900" lvl="0" indent="-342900">
              <a:spcBef>
                <a:spcPts val="0"/>
              </a:spcBef>
              <a:buNone/>
            </a:pPr>
            <a:r>
              <a:rPr lang="en-US" sz="2000" b="true" i="false" u="none">
                <a:latin typeface="Courier New" pitchFamily="49"/>
                <a:ea typeface="SimSun" pitchFamily="2" charset="-122"/>
              </a:rPr>
              <a:t>	rp-&gt;rio_bufptr = rp-&gt;rio_buf ;</a:t>
            </a:r>
            <a:endParaRPr/>
          </a:p>
          <a:p>
            <a:pPr marL="342900" lvl="0" indent="-342900">
              <a:spcBef>
                <a:spcPts val="0"/>
              </a:spcBef>
              <a:buNone/>
            </a:pPr>
            <a:r>
              <a:rPr lang="en-US" sz="2000" b="true" i="false" u="none">
                <a:latin typeface="Courier New" pitchFamily="49"/>
                <a:ea typeface="SimSun" pitchFamily="2" charset="-122"/>
              </a:rPr>
              <a:t>}</a:t>
            </a:r>
            <a:endParaRPr/>
          </a:p>
        </p:txBody>
      </p:sp>
    </p:spTree>
  </p:cSld>
  <p:clrMapOvr>
    <a:masterClrMapping/>
  </p:clrMapOvr>
  <p:transition/>
</p:sld>
</file>

<file path=ppt/slides/slide112.xml><?xml version="1.0" encoding="utf-8"?>
<p:sld xmlns:a="http://schemas.openxmlformats.org/drawingml/2006/main" xmlns:p="http://schemas.openxmlformats.org/presentationml/2006/main">
  <p:cSld>
    <p:spTree>
      <p:nvGrpSpPr>
        <p:cNvPr id="131" name=""/>
        <p:cNvGrpSpPr/>
        <p:nvPr/>
      </p:nvGrpSpPr>
      <p:grpSpPr>
        <a:xfrm>
          <a:off x="0" y="0"/>
          <a:ext cx="0" cy="0"/>
          <a:chOff x="0" y="0"/>
          <a:chExt cx="0" cy="0"/>
        </a:xfrm>
      </p:grpSpPr>
      <p:sp>
        <p:nvSpPr>
          <p:cNvPr id="13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33"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Robust I/O</a:t>
            </a:r>
            <a:endParaRPr/>
          </a:p>
        </p:txBody>
      </p:sp>
      <p:sp>
        <p:nvSpPr>
          <p:cNvPr id="134" name="Rectangle 3"/>
          <p:cNvSpPr>
            <a:spLocks noGrp="true" noChangeShapeType="true"/>
          </p:cNvSpPr>
          <p:nvPr>
            <p:ph type="obj"/>
          </p:nvPr>
        </p:nvSpPr>
        <p:spPr>
          <a:xfrm>
            <a:off x="457200" y="1524000"/>
            <a:ext cx="8305800" cy="4648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ts val="0"/>
              </a:spcBef>
              <a:buNone/>
            </a:pPr>
            <a:r>
              <a:rPr lang="zh-CN" sz="2000" b="true" i="false" u="none">
                <a:latin typeface="Courier New" pitchFamily="49"/>
                <a:ea typeface="SimSun" pitchFamily="2" charset="-122"/>
              </a:rPr>
              <a:t>#</a:t>
            </a:r>
            <a:r>
              <a:rPr lang="en-US" sz="2000" b="true" i="false" u="none">
                <a:latin typeface="Courier New" pitchFamily="49"/>
                <a:ea typeface="SimSun" pitchFamily="2" charset="-122"/>
              </a:rPr>
              <a:t>include “csapp.h”</a:t>
            </a:r>
            <a:endParaRPr/>
          </a:p>
          <a:p>
            <a:pPr marL="342900" lvl="0" indent="-342900">
              <a:spcBef>
                <a:spcPts val="0"/>
              </a:spcBef>
              <a:buNone/>
            </a:pPr>
            <a:endParaRPr/>
          </a:p>
          <a:p>
            <a:pPr marL="342900" lvl="0" indent="-342900">
              <a:spcBef>
                <a:spcPts val="0"/>
              </a:spcBef>
              <a:buNone/>
            </a:pPr>
            <a:r>
              <a:rPr lang="en-US" sz="2000" b="true" i="false" u="none">
                <a:latin typeface="Courier New" pitchFamily="49"/>
                <a:ea typeface="SimSun" pitchFamily="2" charset="-122"/>
              </a:rPr>
              <a:t>int main(int argc, char **argv)</a:t>
            </a:r>
            <a:endParaRPr/>
          </a:p>
          <a:p>
            <a:pPr marL="342900" lvl="0" indent="-342900">
              <a:spcBef>
                <a:spcPts val="0"/>
              </a:spcBef>
              <a:buNone/>
            </a:pPr>
            <a:r>
              <a:rPr lang="en-US" sz="2000" b="true" i="false" u="none">
                <a:latin typeface="Courier New" pitchFamily="49"/>
                <a:ea typeface="SimSun" pitchFamily="2" charset="-122"/>
              </a:rPr>
              <a:t>{</a:t>
            </a:r>
            <a:endParaRPr/>
          </a:p>
          <a:p>
            <a:pPr marL="342900" lvl="0" indent="-342900">
              <a:spcBef>
                <a:spcPts val="0"/>
              </a:spcBef>
              <a:buNone/>
            </a:pPr>
            <a:r>
              <a:rPr lang="en-US" sz="2000" b="true" i="false" u="none">
                <a:latin typeface="Courier New" pitchFamily="49"/>
                <a:ea typeface="SimSun" pitchFamily="2" charset="-122"/>
              </a:rPr>
              <a:t>	int n;</a:t>
            </a:r>
            <a:endParaRPr/>
          </a:p>
          <a:p>
            <a:pPr marL="342900" lvl="0" indent="-342900">
              <a:spcBef>
                <a:spcPts val="0"/>
              </a:spcBef>
              <a:buNone/>
            </a:pPr>
            <a:r>
              <a:rPr lang="en-US" sz="2000" b="true" i="false" u="none">
                <a:latin typeface="Courier New" pitchFamily="49"/>
                <a:ea typeface="SimSun" pitchFamily="2" charset="-122"/>
              </a:rPr>
              <a:t>	rio_t rio;</a:t>
            </a:r>
            <a:endParaRPr/>
          </a:p>
          <a:p>
            <a:pPr marL="342900" lvl="0" indent="-342900">
              <a:spcBef>
                <a:spcPts val="0"/>
              </a:spcBef>
              <a:buNone/>
            </a:pPr>
            <a:r>
              <a:rPr lang="en-US" sz="2000" b="true" i="false" u="none">
                <a:latin typeface="Courier New" pitchFamily="49"/>
                <a:ea typeface="SimSun" pitchFamily="2" charset="-122"/>
              </a:rPr>
              <a:t>	char buf[MAXLINE];</a:t>
            </a:r>
            <a:endParaRPr/>
          </a:p>
          <a:p>
            <a:pPr marL="342900" lvl="0" indent="-342900">
              <a:spcBef>
                <a:spcPts val="0"/>
              </a:spcBef>
              <a:buNone/>
            </a:pPr>
            <a:r>
              <a:rPr lang="en-US" sz="2000" b="true" i="false" u="none">
                <a:latin typeface="Courier New" pitchFamily="49"/>
                <a:ea typeface="SimSun" pitchFamily="2" charset="-122"/>
              </a:rPr>
              <a:t>	</a:t>
            </a:r>
            <a:endParaRPr/>
          </a:p>
          <a:p>
            <a:pPr marL="342900" lvl="0" indent="-342900">
              <a:spcBef>
                <a:spcPts val="0"/>
              </a:spcBef>
              <a:buNone/>
            </a:pPr>
            <a:r>
              <a:rPr lang="en-US" sz="2000" b="true" i="false" u="none">
                <a:latin typeface="Courier New" pitchFamily="49"/>
                <a:ea typeface="SimSun" pitchFamily="2" charset="-122"/>
              </a:rPr>
              <a:t>	rio_readinitb(&amp;rio, STDIN_FILENO);</a:t>
            </a:r>
            <a:endParaRPr/>
          </a:p>
          <a:p>
            <a:pPr marL="342900" lvl="0" indent="-342900">
              <a:spcBef>
                <a:spcPts val="0"/>
              </a:spcBef>
              <a:buNone/>
            </a:pPr>
            <a:r>
              <a:rPr lang="en-US" sz="2000" b="true" i="false" u="none">
                <a:latin typeface="Courier New" pitchFamily="49"/>
                <a:ea typeface="SimSun" pitchFamily="2" charset="-122"/>
              </a:rPr>
              <a:t>	while ((n = </a:t>
            </a:r>
            <a:r>
              <a:rPr lang="en-US" sz="2000" b="true" i="false" u="none">
                <a:solidFill>
                  <a:srgbClr val="FF0000"/>
                </a:solidFill>
                <a:latin typeface="Courier New" pitchFamily="49"/>
                <a:ea typeface="SimSun" pitchFamily="2" charset="-122"/>
              </a:rPr>
              <a:t>rio_readlineb</a:t>
            </a:r>
            <a:r>
              <a:rPr lang="en-US" sz="2000" b="true" i="false" u="none">
                <a:latin typeface="Courier New" pitchFamily="49"/>
                <a:ea typeface="SimSun" pitchFamily="2" charset="-122"/>
              </a:rPr>
              <a:t>(&amp;rio, buf, MAXLINE))!=0)</a:t>
            </a:r>
            <a:endParaRPr/>
          </a:p>
          <a:p>
            <a:pPr marL="342900" lvl="0" indent="-342900">
              <a:spcBef>
                <a:spcPts val="0"/>
              </a:spcBef>
              <a:buNone/>
            </a:pPr>
            <a:r>
              <a:rPr lang="en-US" sz="2000" b="true" i="false" u="none">
                <a:latin typeface="Courier New" pitchFamily="49"/>
                <a:ea typeface="SimSun" pitchFamily="2" charset="-122"/>
              </a:rPr>
              <a:t>	    </a:t>
            </a:r>
            <a:r>
              <a:rPr lang="en-US" sz="2000" b="true" i="false" u="none">
                <a:solidFill>
                  <a:srgbClr val="FF0000"/>
                </a:solidFill>
                <a:latin typeface="Courier New" pitchFamily="49"/>
                <a:ea typeface="SimSun" pitchFamily="2" charset="-122"/>
              </a:rPr>
              <a:t>rio_writen</a:t>
            </a:r>
            <a:r>
              <a:rPr lang="en-US" sz="2000" b="true" i="false" u="none">
                <a:latin typeface="Courier New" pitchFamily="49"/>
                <a:ea typeface="SimSun" pitchFamily="2" charset="-122"/>
              </a:rPr>
              <a:t>(STDOUT_FILENO, buf, n);</a:t>
            </a:r>
            <a:endParaRPr/>
          </a:p>
          <a:p>
            <a:pPr marL="342900" lvl="0" indent="-342900">
              <a:spcBef>
                <a:spcPts val="0"/>
              </a:spcBef>
              <a:buNone/>
            </a:pPr>
            <a:r>
              <a:rPr lang="en-US" sz="2000" b="true" i="false" u="none">
                <a:latin typeface="Courier New" pitchFamily="49"/>
                <a:ea typeface="SimSun" pitchFamily="2" charset="-122"/>
              </a:rPr>
              <a:t>}</a:t>
            </a:r>
            <a:endParaRPr/>
          </a:p>
        </p:txBody>
      </p:sp>
    </p:spTree>
  </p:cSld>
  <p:clrMapOvr>
    <a:masterClrMapping/>
  </p:clrMapOvr>
  <p:transition/>
</p:sld>
</file>

<file path=ppt/slides/slide113.xml><?xml version="1.0" encoding="utf-8"?>
<p:sld xmlns:a="http://schemas.openxmlformats.org/drawingml/2006/main" xmlns:p="http://schemas.openxmlformats.org/presentationml/2006/main">
  <p:cSld>
    <p:spTree>
      <p:nvGrpSpPr>
        <p:cNvPr id="135" name=""/>
        <p:cNvGrpSpPr/>
        <p:nvPr/>
      </p:nvGrpSpPr>
      <p:grpSpPr>
        <a:xfrm>
          <a:off x="0" y="0"/>
          <a:ext cx="0" cy="0"/>
          <a:chOff x="0" y="0"/>
          <a:chExt cx="0" cy="0"/>
        </a:xfrm>
      </p:grpSpPr>
      <p:sp>
        <p:nvSpPr>
          <p:cNvPr id="136"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37" name="Rectangle 2"/>
          <p:cNvSpPr>
            <a:spLocks noGrp="true" noChangeShapeType="true"/>
          </p:cNvSpPr>
          <p:nvPr>
            <p:ph type="obj"/>
          </p:nvPr>
        </p:nvSpPr>
        <p:spPr>
          <a:xfrm>
            <a:off x="304800" y="228600"/>
            <a:ext cx="8763000" cy="61722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533400" lvl="0" indent="-533400">
              <a:spcBef>
                <a:spcPct val="20000"/>
              </a:spcBef>
              <a:buNone/>
            </a:pPr>
            <a:r>
              <a:rPr lang="zh-CN" sz="1800" b="true" i="false" u="none">
                <a:latin typeface="Courier New" pitchFamily="49"/>
                <a:ea typeface="SimSun" pitchFamily="2" charset="-122"/>
              </a:rPr>
              <a:t>1  </a:t>
            </a:r>
            <a:r>
              <a:rPr lang="en-US" sz="1800" b="true" i="false" u="none">
                <a:latin typeface="Courier New" pitchFamily="49"/>
                <a:ea typeface="SimSun" pitchFamily="2" charset="-122"/>
              </a:rPr>
              <a:t>static ssize_t </a:t>
            </a:r>
            <a:r>
              <a:rPr lang="en-US" sz="1800" b="true" i="false" u="none">
                <a:solidFill>
                  <a:srgbClr val="FF0000"/>
                </a:solidFill>
                <a:latin typeface="Courier New" pitchFamily="49"/>
                <a:ea typeface="SimSun" pitchFamily="2" charset="-122"/>
              </a:rPr>
              <a:t>rio_read</a:t>
            </a:r>
            <a:r>
              <a:rPr lang="en-US" sz="1800" b="true" i="false" u="none">
                <a:latin typeface="Courier New" pitchFamily="49"/>
                <a:ea typeface="SimSun" pitchFamily="2" charset="-122"/>
              </a:rPr>
              <a:t>(rio_t *rp, char *usrbuf, size_t n)</a:t>
            </a:r>
            <a:endParaRPr/>
          </a:p>
          <a:p>
            <a:pPr marL="533400" lvl="0" indent="-533400">
              <a:spcBef>
                <a:spcPct val="20000"/>
              </a:spcBef>
              <a:buNone/>
            </a:pPr>
            <a:r>
              <a:rPr lang="en-US" sz="1800" b="true" i="false" u="none">
                <a:latin typeface="Courier New" pitchFamily="49"/>
                <a:ea typeface="SimSun" pitchFamily="2" charset="-122"/>
              </a:rPr>
              <a:t>2  {</a:t>
            </a:r>
            <a:endParaRPr/>
          </a:p>
          <a:p>
            <a:pPr marL="533400" lvl="0" indent="-533400">
              <a:spcBef>
                <a:spcPct val="20000"/>
              </a:spcBef>
              <a:buNone/>
            </a:pPr>
            <a:r>
              <a:rPr lang="en-US" sz="1800" b="true" i="false" u="none">
                <a:latin typeface="Courier New" pitchFamily="49"/>
                <a:ea typeface="SimSun" pitchFamily="2" charset="-122"/>
              </a:rPr>
              <a:t>3    int cnt = 0;</a:t>
            </a:r>
            <a:endParaRPr/>
          </a:p>
          <a:p>
            <a:pPr marL="533400" lvl="0" indent="-533400">
              <a:spcBef>
                <a:spcPct val="20000"/>
              </a:spcBef>
              <a:buNone/>
            </a:pPr>
            <a:r>
              <a:rPr lang="en-US" sz="1800" b="true" i="false" u="none">
                <a:latin typeface="Courier New" pitchFamily="49"/>
                <a:ea typeface="SimSun" pitchFamily="2" charset="-122"/>
              </a:rPr>
              <a:t>4</a:t>
            </a:r>
            <a:endParaRPr/>
          </a:p>
          <a:p>
            <a:pPr marL="533400" lvl="0" indent="-533400">
              <a:spcBef>
                <a:spcPct val="20000"/>
              </a:spcBef>
              <a:buNone/>
            </a:pPr>
            <a:r>
              <a:rPr lang="en-US" sz="1800" b="true" i="false" u="none">
                <a:latin typeface="Courier New" pitchFamily="49"/>
                <a:ea typeface="SimSun" pitchFamily="2" charset="-122"/>
              </a:rPr>
              <a:t>5    while (rp-&gt;rio_cnt &lt;= 0) { </a:t>
            </a:r>
            <a:r>
              <a:rPr lang="en-US" sz="1800" b="true" i="false" u="none">
                <a:solidFill>
                  <a:srgbClr val="00B050"/>
                </a:solidFill>
                <a:latin typeface="Courier New" pitchFamily="49"/>
                <a:ea typeface="SimSun" pitchFamily="2" charset="-122"/>
              </a:rPr>
              <a:t>/* refill if buf is empty */</a:t>
            </a:r>
            <a:endParaRPr/>
          </a:p>
          <a:p>
            <a:pPr marL="533400" lvl="0" indent="-533400">
              <a:spcBef>
                <a:spcPct val="20000"/>
              </a:spcBef>
              <a:buSzPct val="100000"/>
              <a:buChar char="•"/>
            </a:pPr>
            <a:r>
              <a:rPr lang="en-US" sz="1800" b="true" i="false" u="none">
                <a:latin typeface="Courier New" pitchFamily="49"/>
                <a:ea typeface="SimSun" pitchFamily="2" charset="-122"/>
              </a:rPr>
              <a:t>   rp-&gt;rio_cnt = </a:t>
            </a:r>
            <a:r>
              <a:rPr lang="en-US" sz="1800" b="true" i="false" u="none">
                <a:solidFill>
                  <a:srgbClr val="FF0000"/>
                </a:solidFill>
                <a:latin typeface="Courier New" pitchFamily="49"/>
                <a:ea typeface="SimSun" pitchFamily="2" charset="-122"/>
              </a:rPr>
              <a:t>read</a:t>
            </a:r>
            <a:r>
              <a:rPr lang="en-US" sz="1800" b="true" i="false" u="none">
                <a:latin typeface="Courier New" pitchFamily="49"/>
                <a:ea typeface="SimSun" pitchFamily="2" charset="-122"/>
              </a:rPr>
              <a:t>(rp-&gt;rio_fd, rp-&gt;rio_buf, 	               </a:t>
            </a:r>
            <a:endParaRPr/>
          </a:p>
          <a:p>
            <a:pPr marL="533400" lvl="0" indent="-533400">
              <a:spcBef>
                <a:spcPct val="20000"/>
              </a:spcBef>
              <a:buSzPct val="100000"/>
              <a:buChar char="•"/>
            </a:pPr>
            <a:r>
              <a:rPr lang="en-US" sz="1800" b="true" i="false" u="none">
                <a:latin typeface="Courier New" pitchFamily="49"/>
                <a:ea typeface="SimSun" pitchFamily="2" charset="-122"/>
              </a:rPr>
              <a:t>    			    sizeof(rp-&gt;rio_buf)); </a:t>
            </a:r>
            <a:endParaRPr/>
          </a:p>
          <a:p>
            <a:pPr marL="533400" lvl="0" indent="-533400">
              <a:spcBef>
                <a:spcPct val="20000"/>
              </a:spcBef>
              <a:buNone/>
            </a:pPr>
            <a:r>
              <a:rPr lang="en-US" sz="1800" b="true" i="false" u="none">
                <a:latin typeface="Courier New" pitchFamily="49"/>
                <a:ea typeface="SimSun" pitchFamily="2" charset="-122"/>
              </a:rPr>
              <a:t>8 	   if (rp-&gt;rio_cnt &lt; 0) {</a:t>
            </a:r>
            <a:endParaRPr/>
          </a:p>
          <a:p>
            <a:pPr marL="533400" lvl="0" indent="-533400">
              <a:spcBef>
                <a:spcPct val="20000"/>
              </a:spcBef>
              <a:buNone/>
            </a:pPr>
            <a:r>
              <a:rPr lang="en-US" sz="1800" b="true" i="false" u="none">
                <a:latin typeface="Courier New" pitchFamily="49"/>
                <a:ea typeface="SimSun" pitchFamily="2" charset="-122"/>
              </a:rPr>
              <a:t>9 	       if (errno != EINTR)</a:t>
            </a:r>
            <a:endParaRPr/>
          </a:p>
          <a:p>
            <a:pPr marL="533400" lvl="0" indent="-533400">
              <a:spcBef>
                <a:spcPct val="20000"/>
              </a:spcBef>
              <a:buNone/>
            </a:pPr>
            <a:r>
              <a:rPr lang="en-US" sz="1800" b="true" i="false" u="none">
                <a:latin typeface="Courier New" pitchFamily="49"/>
                <a:ea typeface="SimSun" pitchFamily="2" charset="-122"/>
              </a:rPr>
              <a:t>10 	           return –1 ;</a:t>
            </a:r>
            <a:endParaRPr/>
          </a:p>
          <a:p>
            <a:pPr marL="533400" lvl="0" indent="-533400">
              <a:spcBef>
                <a:spcPct val="20000"/>
              </a:spcBef>
              <a:buNone/>
            </a:pPr>
            <a:r>
              <a:rPr lang="en-US" sz="1800" b="true" i="false" u="none">
                <a:latin typeface="Courier New" pitchFamily="49"/>
                <a:ea typeface="SimSun" pitchFamily="2" charset="-122"/>
              </a:rPr>
              <a:t>11 	   }</a:t>
            </a:r>
            <a:endParaRPr/>
          </a:p>
          <a:p>
            <a:pPr marL="533400" lvl="0" indent="-533400">
              <a:spcBef>
                <a:spcPct val="20000"/>
              </a:spcBef>
              <a:buNone/>
            </a:pPr>
            <a:r>
              <a:rPr lang="en-US" sz="1800" b="true" i="false" u="none">
                <a:latin typeface="Courier New" pitchFamily="49"/>
                <a:ea typeface="SimSun" pitchFamily="2" charset="-122"/>
              </a:rPr>
              <a:t>12 	   else if (rp-&gt;rio_cnt  ==  0) </a:t>
            </a:r>
            <a:r>
              <a:rPr lang="en-US" sz="1800" b="true" i="false" u="none">
                <a:solidFill>
                  <a:srgbClr val="00B050"/>
                </a:solidFill>
                <a:latin typeface="Courier New" pitchFamily="49"/>
                <a:ea typeface="SimSun" pitchFamily="2" charset="-122"/>
              </a:rPr>
              <a:t>/* EOF */</a:t>
            </a:r>
            <a:endParaRPr/>
          </a:p>
          <a:p>
            <a:pPr marL="533400" lvl="0" indent="-533400">
              <a:spcBef>
                <a:spcPct val="20000"/>
              </a:spcBef>
              <a:buNone/>
            </a:pPr>
            <a:r>
              <a:rPr lang="en-US" sz="1800" b="true" i="false" u="none">
                <a:latin typeface="Courier New" pitchFamily="49"/>
                <a:ea typeface="SimSun" pitchFamily="2" charset="-122"/>
              </a:rPr>
              <a:t>13	       return 0;</a:t>
            </a:r>
            <a:endParaRPr/>
          </a:p>
          <a:p>
            <a:pPr marL="533400" lvl="0" indent="-533400">
              <a:spcBef>
                <a:spcPct val="20000"/>
              </a:spcBef>
              <a:buNone/>
            </a:pPr>
            <a:r>
              <a:rPr lang="en-US" sz="1800" b="true" i="false" u="none">
                <a:latin typeface="Courier New" pitchFamily="49"/>
                <a:ea typeface="SimSun" pitchFamily="2" charset="-122"/>
              </a:rPr>
              <a:t>14	   else</a:t>
            </a:r>
            <a:endParaRPr/>
          </a:p>
          <a:p>
            <a:pPr marL="533400" lvl="0" indent="-533400">
              <a:spcBef>
                <a:spcPct val="20000"/>
              </a:spcBef>
              <a:buNone/>
            </a:pPr>
            <a:r>
              <a:rPr lang="en-US" sz="1800" b="true" i="false" u="none">
                <a:latin typeface="Courier New" pitchFamily="49"/>
                <a:ea typeface="SimSun" pitchFamily="2" charset="-122"/>
              </a:rPr>
              <a:t>15 	       rp-&gt;rio_bufptr = rp-&gt;rio_buf;</a:t>
            </a:r>
            <a:r>
              <a:rPr lang="en-US" sz="1800" b="true" i="false" u="none">
                <a:solidFill>
                  <a:srgbClr val="00B050"/>
                </a:solidFill>
                <a:latin typeface="Courier New" pitchFamily="49"/>
                <a:ea typeface="SimSun" pitchFamily="2" charset="-122"/>
              </a:rPr>
              <a:t>/* reset buffer ptr */</a:t>
            </a:r>
            <a:endParaRPr/>
          </a:p>
          <a:p>
            <a:pPr marL="533400" lvl="0" indent="-533400">
              <a:spcBef>
                <a:spcPct val="20000"/>
              </a:spcBef>
              <a:buNone/>
            </a:pPr>
            <a:r>
              <a:rPr lang="en-US" sz="1800" b="true" i="false" u="none">
                <a:latin typeface="Courier New" pitchFamily="49"/>
                <a:ea typeface="SimSun" pitchFamily="2" charset="-122"/>
              </a:rPr>
              <a:t>16   }</a:t>
            </a:r>
            <a:endParaRPr/>
          </a:p>
          <a:p>
            <a:pPr marL="533400" lvl="0" indent="-533400">
              <a:spcBef>
                <a:spcPct val="20000"/>
              </a:spcBef>
              <a:buNone/>
            </a:pPr>
            <a:r>
              <a:rPr lang="en-US" sz="1800" b="true" i="false" u="none">
                <a:latin typeface="Courier New" pitchFamily="49"/>
                <a:ea typeface="SimSun" pitchFamily="2" charset="-122"/>
              </a:rPr>
              <a:t>17 </a:t>
            </a:r>
            <a:endParaRPr/>
          </a:p>
        </p:txBody>
      </p:sp>
    </p:spTree>
  </p:cSld>
  <p:clrMapOvr>
    <a:masterClrMapping/>
  </p:clrMapOvr>
  <p:transition/>
</p:sld>
</file>

<file path=ppt/slides/slide114.xml><?xml version="1.0" encoding="utf-8"?>
<p:sld xmlns:a="http://schemas.openxmlformats.org/drawingml/2006/main" xmlns:p="http://schemas.openxmlformats.org/presentationml/2006/main">
  <p:cSld>
    <p:spTree>
      <p:nvGrpSpPr>
        <p:cNvPr id="138" name=""/>
        <p:cNvGrpSpPr/>
        <p:nvPr/>
      </p:nvGrpSpPr>
      <p:grpSpPr>
        <a:xfrm>
          <a:off x="0" y="0"/>
          <a:ext cx="0" cy="0"/>
          <a:chOff x="0" y="0"/>
          <a:chExt cx="0" cy="0"/>
        </a:xfrm>
      </p:grpSpPr>
      <p:sp>
        <p:nvSpPr>
          <p:cNvPr id="139"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40" name="Rectangle 2"/>
          <p:cNvSpPr>
            <a:spLocks noGrp="true" noChangeShapeType="true"/>
          </p:cNvSpPr>
          <p:nvPr>
            <p:ph type="obj"/>
          </p:nvPr>
        </p:nvSpPr>
        <p:spPr>
          <a:xfrm>
            <a:off x="304800" y="228600"/>
            <a:ext cx="8534400" cy="61722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18 	  </a:t>
            </a:r>
            <a:r>
              <a:rPr lang="en-US" sz="1800" b="true" i="false" u="none" baseline="0">
                <a:solidFill>
                  <a:srgbClr val="00B050"/>
                </a:solidFill>
                <a:latin typeface="Courier New" pitchFamily="49"/>
                <a:ea typeface="SimSun" pitchFamily="2" charset="-122"/>
              </a:rPr>
              <a:t>/* Copy min(n, </a:t>
            </a:r>
            <a:r>
              <a:rPr lang="en-US" sz="1800" b="true" i="false" u="none" baseline="0">
                <a:solidFill>
                  <a:srgbClr val="00B050"/>
                </a:solidFill>
                <a:latin typeface="Courier New" pitchFamily="49"/>
                <a:ea typeface="SimSun" pitchFamily="2" charset="-122"/>
              </a:rPr>
              <a:t>rp</a:t>
            </a:r>
            <a:r>
              <a:rPr lang="en-US" sz="1800" b="true" i="false" u="none" baseline="0">
                <a:solidFill>
                  <a:srgbClr val="00B050"/>
                </a:solidFill>
                <a:latin typeface="Courier New" pitchFamily="49"/>
                <a:ea typeface="SimSun" pitchFamily="2" charset="-122"/>
              </a:rPr>
              <a:t>-&gt;</a:t>
            </a:r>
            <a:r>
              <a:rPr lang="en-US" sz="1800" b="true" i="false" u="none" baseline="0">
                <a:solidFill>
                  <a:srgbClr val="00B050"/>
                </a:solidFill>
                <a:latin typeface="Courier New" pitchFamily="49"/>
                <a:ea typeface="SimSun" pitchFamily="2" charset="-122"/>
              </a:rPr>
              <a:t>rio_cnt</a:t>
            </a:r>
            <a:r>
              <a:rPr lang="en-US" sz="1800" b="true" i="false" u="none" baseline="0">
                <a:solidFill>
                  <a:srgbClr val="00B050"/>
                </a:solidFill>
                <a:latin typeface="Courier New" pitchFamily="49"/>
                <a:ea typeface="SimSun" pitchFamily="2" charset="-122"/>
              </a:rPr>
              <a:t>) bytes </a:t>
            </a:r>
            <a:br>
              <a:rPr lang="en-US" sz="1800" b="true" i="false" u="none" baseline="0">
                <a:solidFill>
                  <a:srgbClr val="00B050"/>
                </a:solidFill>
                <a:latin typeface="Courier New" pitchFamily="49"/>
                <a:ea typeface="SimSun" pitchFamily="2" charset="-122"/>
              </a:rPr>
            </a:br>
            <a:r>
              <a:rPr lang="en-US" sz="1800" b="true" i="false" u="none" baseline="0">
                <a:solidFill>
                  <a:srgbClr val="00B050"/>
                </a:solidFill>
                <a:latin typeface="Courier New" pitchFamily="49"/>
                <a:ea typeface="SimSun" pitchFamily="2" charset="-122"/>
              </a:rPr>
              <a:t>      from internal </a:t>
            </a:r>
            <a:r>
              <a:rPr lang="en-US" sz="1800" b="true" i="false" u="none" baseline="0">
                <a:solidFill>
                  <a:srgbClr val="00B050"/>
                </a:solidFill>
                <a:latin typeface="Courier New" pitchFamily="49"/>
                <a:ea typeface="SimSun" pitchFamily="2" charset="-122"/>
              </a:rPr>
              <a:t>buf</a:t>
            </a:r>
            <a:r>
              <a:rPr lang="en-US" sz="1800" b="true" i="false" u="none" baseline="0">
                <a:solidFill>
                  <a:srgbClr val="00B050"/>
                </a:solidFill>
                <a:latin typeface="Courier New" pitchFamily="49"/>
                <a:ea typeface="SimSun" pitchFamily="2" charset="-122"/>
              </a:rPr>
              <a:t> to user </a:t>
            </a:r>
            <a:r>
              <a:rPr lang="en-US" sz="1800" b="true" i="false" u="none" baseline="0">
                <a:solidFill>
                  <a:srgbClr val="00B050"/>
                </a:solidFill>
                <a:latin typeface="Courier New" pitchFamily="49"/>
                <a:ea typeface="SimSun" pitchFamily="2" charset="-122"/>
              </a:rPr>
              <a:t>buf</a:t>
            </a:r>
            <a:r>
              <a:rPr lang="en-US" sz="1800" b="true" i="false" u="none" baseline="0">
                <a:solidFill>
                  <a:srgbClr val="00B050"/>
                </a:solidFill>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19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 n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20    if ( </a:t>
            </a:r>
            <a:r>
              <a:rPr lang="en-US" sz="1800" b="true" i="false" u="none" baseline="0">
                <a:latin typeface="Courier New" pitchFamily="49"/>
                <a:ea typeface="SimSun" pitchFamily="2" charset="-122"/>
              </a:rPr>
              <a:t>rp</a:t>
            </a:r>
            <a:r>
              <a:rPr lang="en-US" sz="1800" b="true" i="false" u="none" baseline="0">
                <a:latin typeface="Courier New" pitchFamily="49"/>
                <a:ea typeface="SimSun" pitchFamily="2" charset="-122"/>
              </a:rPr>
              <a:t>-&gt;</a:t>
            </a:r>
            <a:r>
              <a:rPr lang="en-US" sz="1800" b="true" i="false" u="none" baseline="0">
                <a:latin typeface="Courier New" pitchFamily="49"/>
                <a:ea typeface="SimSun" pitchFamily="2" charset="-122"/>
              </a:rPr>
              <a:t>rio_cnt</a:t>
            </a:r>
            <a:r>
              <a:rPr lang="en-US" sz="1800" b="true" i="false" u="none" baseline="0">
                <a:latin typeface="Courier New" pitchFamily="49"/>
                <a:ea typeface="SimSun" pitchFamily="2" charset="-122"/>
              </a:rPr>
              <a:t> &lt; n)</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21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 </a:t>
            </a:r>
            <a:r>
              <a:rPr lang="en-US" sz="1800" b="true" i="false" u="none" baseline="0">
                <a:latin typeface="Courier New" pitchFamily="49"/>
                <a:ea typeface="SimSun" pitchFamily="2" charset="-122"/>
              </a:rPr>
              <a:t>rp</a:t>
            </a:r>
            <a:r>
              <a:rPr lang="en-US" sz="1800" b="true" i="false" u="none" baseline="0">
                <a:latin typeface="Courier New" pitchFamily="49"/>
                <a:ea typeface="SimSun" pitchFamily="2" charset="-122"/>
              </a:rPr>
              <a:t>-&gt;</a:t>
            </a:r>
            <a:r>
              <a:rPr lang="en-US" sz="1800" b="true" i="false" u="none" baseline="0">
                <a:latin typeface="Courier New" pitchFamily="49"/>
                <a:ea typeface="SimSun" pitchFamily="2" charset="-122"/>
              </a:rPr>
              <a:t>rio_cnt</a:t>
            </a:r>
            <a:r>
              <a:rPr lang="en-US" sz="1800" b="true" i="false" u="none" baseline="0">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22    </a:t>
            </a:r>
            <a:r>
              <a:rPr lang="en-US" sz="1800" b="true" i="false" u="none" baseline="0">
                <a:latin typeface="Courier New" pitchFamily="49"/>
                <a:ea typeface="SimSun" pitchFamily="2" charset="-122"/>
              </a:rPr>
              <a:t>memcpy</a:t>
            </a:r>
            <a:r>
              <a:rPr lang="en-US" sz="1800" b="true" i="false" u="none" baseline="0">
                <a:latin typeface="Courier New" pitchFamily="49"/>
                <a:ea typeface="SimSun" pitchFamily="2" charset="-122"/>
              </a:rPr>
              <a:t>(</a:t>
            </a:r>
            <a:r>
              <a:rPr lang="en-US" sz="1800" b="true" i="false" u="none" baseline="0">
                <a:latin typeface="Courier New" pitchFamily="49"/>
                <a:ea typeface="SimSun" pitchFamily="2" charset="-122"/>
              </a:rPr>
              <a:t>usrbuf</a:t>
            </a:r>
            <a:r>
              <a:rPr lang="en-US" sz="1800" b="true" i="false" u="none" baseline="0">
                <a:latin typeface="Courier New" pitchFamily="49"/>
                <a:ea typeface="SimSun" pitchFamily="2" charset="-122"/>
              </a:rPr>
              <a:t>, </a:t>
            </a:r>
            <a:r>
              <a:rPr lang="en-US" sz="1800" b="true" i="false" u="none" baseline="0">
                <a:latin typeface="Courier New" pitchFamily="49"/>
                <a:ea typeface="SimSun" pitchFamily="2" charset="-122"/>
              </a:rPr>
              <a:t>rp</a:t>
            </a:r>
            <a:r>
              <a:rPr lang="en-US" sz="1800" b="true" i="false" u="none" baseline="0">
                <a:latin typeface="Courier New" pitchFamily="49"/>
                <a:ea typeface="SimSun" pitchFamily="2" charset="-122"/>
              </a:rPr>
              <a:t>-&gt;</a:t>
            </a:r>
            <a:r>
              <a:rPr lang="en-US" sz="1800" b="true" i="false" u="none" baseline="0">
                <a:latin typeface="Courier New" pitchFamily="49"/>
                <a:ea typeface="SimSun" pitchFamily="2" charset="-122"/>
              </a:rPr>
              <a:t>rio_bufptr</a:t>
            </a:r>
            <a:r>
              <a:rPr lang="en-US" sz="1800" b="true" i="false" u="none" baseline="0">
                <a:latin typeface="Courier New" pitchFamily="49"/>
                <a:ea typeface="SimSun" pitchFamily="2" charset="-122"/>
              </a:rPr>
              <a:t>,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23    </a:t>
            </a:r>
            <a:r>
              <a:rPr lang="en-US" sz="1800" b="true" i="false" u="none" baseline="0">
                <a:latin typeface="Courier New" pitchFamily="49"/>
                <a:ea typeface="SimSun" pitchFamily="2" charset="-122"/>
              </a:rPr>
              <a:t>rp</a:t>
            </a:r>
            <a:r>
              <a:rPr lang="en-US" sz="1800" b="true" i="false" u="none" baseline="0">
                <a:latin typeface="Courier New" pitchFamily="49"/>
                <a:ea typeface="SimSun" pitchFamily="2" charset="-122"/>
              </a:rPr>
              <a:t>-&gt;</a:t>
            </a:r>
            <a:r>
              <a:rPr lang="en-US" sz="1800" b="true" i="false" u="none" baseline="0">
                <a:latin typeface="Courier New" pitchFamily="49"/>
                <a:ea typeface="SimSun" pitchFamily="2" charset="-122"/>
              </a:rPr>
              <a:t>rio_buffer</a:t>
            </a:r>
            <a:r>
              <a:rPr lang="en-US" sz="1800" b="true" i="false" u="none" baseline="0">
                <a:latin typeface="Courier New" pitchFamily="49"/>
                <a:ea typeface="SimSun" pitchFamily="2" charset="-122"/>
              </a:rPr>
              <a:t> +=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24    </a:t>
            </a:r>
            <a:r>
              <a:rPr lang="en-US" sz="1800" b="true" i="false" u="none" baseline="0">
                <a:latin typeface="Courier New" pitchFamily="49"/>
                <a:ea typeface="SimSun" pitchFamily="2" charset="-122"/>
              </a:rPr>
              <a:t>rp</a:t>
            </a:r>
            <a:r>
              <a:rPr lang="en-US" sz="1800" b="true" i="false" u="none" baseline="0">
                <a:latin typeface="Courier New" pitchFamily="49"/>
                <a:ea typeface="SimSun" pitchFamily="2" charset="-122"/>
              </a:rPr>
              <a:t>-&gt;</a:t>
            </a:r>
            <a:r>
              <a:rPr lang="en-US" sz="1800" b="true" i="false" u="none" baseline="0">
                <a:latin typeface="Courier New" pitchFamily="49"/>
                <a:ea typeface="SimSun" pitchFamily="2" charset="-122"/>
              </a:rPr>
              <a:t>rio_cnt</a:t>
            </a:r>
            <a:r>
              <a:rPr lang="en-US" sz="1800" b="true" i="false" u="none" baseline="0">
                <a:latin typeface="Courier New" pitchFamily="49"/>
                <a:ea typeface="SimSun" pitchFamily="2" charset="-122"/>
              </a:rPr>
              <a:t> -=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25    return </a:t>
            </a:r>
            <a:r>
              <a:rPr lang="en-US" sz="1800" b="true" i="false" u="none" baseline="0">
                <a:latin typeface="Courier New" pitchFamily="49"/>
                <a:ea typeface="SimSun" pitchFamily="2" charset="-122"/>
              </a:rPr>
              <a:t>cnt</a:t>
            </a:r>
            <a:r>
              <a:rPr lang="en-US" sz="1800" b="true" i="false" u="none" baseline="0">
                <a:latin typeface="Courier New" pitchFamily="49"/>
                <a:ea typeface="SimSun" pitchFamily="2" charset="-122"/>
              </a:rPr>
              <a:t> ;</a:t>
            </a:r>
            <a:endParaRPr lang="en-US" sz="1800"/>
          </a:p>
          <a:p>
            <a:pPr marL="533400" lvl="0" indent="-533400" defTabSz="914400" hangingPunct="true">
              <a:lnSpc>
                <a:spcPct val="100000"/>
              </a:lnSpc>
              <a:spcBef>
                <a:spcPct val="20000"/>
              </a:spcBef>
              <a:buNone/>
            </a:pPr>
            <a:r>
              <a:rPr lang="en-US" sz="1800" b="true" i="false" u="none" baseline="0">
                <a:latin typeface="Courier New" pitchFamily="49"/>
                <a:ea typeface="SimSun" pitchFamily="2" charset="-122"/>
              </a:rPr>
              <a:t>26 }</a:t>
            </a:r>
            <a:endParaRPr/>
          </a:p>
        </p:txBody>
      </p:sp>
    </p:spTree>
  </p:cSld>
  <p:clrMapOvr>
    <a:masterClrMapping/>
  </p:clrMapOvr>
  <p:transition/>
</p:sld>
</file>

<file path=ppt/slides/slide115.xml><?xml version="1.0" encoding="utf-8"?>
<p:sld xmlns:a="http://schemas.openxmlformats.org/drawingml/2006/main" xmlns:p="http://schemas.openxmlformats.org/presentationml/2006/main">
  <p:cSld>
    <p:spTree>
      <p:nvGrpSpPr>
        <p:cNvPr id="141" name=""/>
        <p:cNvGrpSpPr/>
        <p:nvPr/>
      </p:nvGrpSpPr>
      <p:grpSpPr>
        <a:xfrm>
          <a:off x="0" y="0"/>
          <a:ext cx="0" cy="0"/>
          <a:chOff x="0" y="0"/>
          <a:chExt cx="0" cy="0"/>
        </a:xfrm>
      </p:grpSpPr>
      <p:sp>
        <p:nvSpPr>
          <p:cNvPr id="142"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43" name="Rectangle 2"/>
          <p:cNvSpPr>
            <a:spLocks noGrp="true" noChangeShapeType="true"/>
          </p:cNvSpPr>
          <p:nvPr>
            <p:ph type="obj"/>
          </p:nvPr>
        </p:nvSpPr>
        <p:spPr>
          <a:xfrm>
            <a:off x="304800" y="228600"/>
            <a:ext cx="8534400" cy="58674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spcBef>
                <a:spcPct val="20000"/>
              </a:spcBef>
              <a:buNone/>
            </a:pPr>
            <a:r>
              <a:rPr lang="en-US" sz="1800" b="true" i="false" u="none">
                <a:latin typeface="Courier New" pitchFamily="49"/>
                <a:ea typeface="SimSun" pitchFamily="2" charset="-122"/>
              </a:rPr>
              <a:t>1</a:t>
            </a:r>
            <a:r>
              <a:rPr lang="zh-CN" sz="1800" b="true" i="false" u="none">
                <a:latin typeface="Courier New" pitchFamily="49"/>
                <a:ea typeface="SimSun" pitchFamily="2" charset="-122"/>
              </a:rPr>
              <a:t>  </a:t>
            </a:r>
            <a:r>
              <a:rPr lang="en-US" sz="1800" b="true" i="false" u="none">
                <a:latin typeface="Courier New" pitchFamily="49"/>
                <a:ea typeface="SimSun" pitchFamily="2" charset="-122"/>
              </a:rPr>
              <a:t>ssize_t </a:t>
            </a:r>
            <a:r>
              <a:rPr lang="en-US" sz="1800" b="true" i="false" u="none">
                <a:solidFill>
                  <a:srgbClr val="FF0000"/>
                </a:solidFill>
                <a:latin typeface="Courier New" pitchFamily="49"/>
                <a:ea typeface="SimSun" pitchFamily="2" charset="-122"/>
              </a:rPr>
              <a:t>rio_readnb</a:t>
            </a:r>
            <a:r>
              <a:rPr lang="en-US" sz="1800" b="true" i="false" u="none">
                <a:latin typeface="Courier New" pitchFamily="49"/>
                <a:ea typeface="SimSun" pitchFamily="2" charset="-122"/>
              </a:rPr>
              <a:t>(rio_t *rp, void *usrbuf, size_t n)</a:t>
            </a:r>
            <a:endParaRPr/>
          </a:p>
          <a:p>
            <a:pPr marL="0" lvl="0" indent="0">
              <a:spcBef>
                <a:spcPct val="20000"/>
              </a:spcBef>
              <a:buNone/>
            </a:pPr>
            <a:r>
              <a:rPr lang="en-US" sz="1800" b="true" i="false" u="none">
                <a:latin typeface="Courier New" pitchFamily="49"/>
                <a:ea typeface="SimSun" pitchFamily="2" charset="-122"/>
              </a:rPr>
              <a:t>2  {</a:t>
            </a:r>
            <a:endParaRPr/>
          </a:p>
          <a:p>
            <a:pPr marL="0" lvl="0" indent="0">
              <a:spcBef>
                <a:spcPct val="20000"/>
              </a:spcBef>
              <a:buNone/>
            </a:pPr>
            <a:r>
              <a:rPr lang="en-US" sz="1800" b="true" i="false" u="none">
                <a:latin typeface="Courier New" pitchFamily="49"/>
                <a:ea typeface="SimSun" pitchFamily="2" charset="-122"/>
              </a:rPr>
              <a:t>3      size_t nleft = n;   ssize_t nread ;</a:t>
            </a:r>
            <a:endParaRPr/>
          </a:p>
          <a:p>
            <a:pPr marL="0" lvl="0" indent="0">
              <a:spcBef>
                <a:spcPct val="20000"/>
              </a:spcBef>
              <a:buNone/>
            </a:pPr>
            <a:r>
              <a:rPr lang="en-US" sz="1800" b="true" i="false" u="none">
                <a:latin typeface="Courier New" pitchFamily="49"/>
                <a:ea typeface="SimSun" pitchFamily="2" charset="-122"/>
              </a:rPr>
              <a:t>4      char *bufp = usrbuf; 	</a:t>
            </a:r>
            <a:endParaRPr/>
          </a:p>
          <a:p>
            <a:pPr marL="0" lvl="0" indent="0">
              <a:spcBef>
                <a:spcPct val="20000"/>
              </a:spcBef>
              <a:buNone/>
            </a:pPr>
            <a:r>
              <a:rPr lang="en-US" sz="1800" b="true" i="false" u="none">
                <a:latin typeface="Courier New" pitchFamily="49"/>
                <a:ea typeface="SimSun" pitchFamily="2" charset="-122"/>
              </a:rPr>
              <a:t>5      while (nleft &gt; 0) {</a:t>
            </a:r>
            <a:endParaRPr/>
          </a:p>
          <a:p>
            <a:pPr marL="0" lvl="0" indent="0">
              <a:spcBef>
                <a:spcPct val="20000"/>
              </a:spcBef>
              <a:buNone/>
            </a:pPr>
            <a:r>
              <a:rPr lang="en-US" sz="1800" b="true" i="false" u="none">
                <a:latin typeface="Courier New" pitchFamily="49"/>
                <a:ea typeface="SimSun" pitchFamily="2" charset="-122"/>
              </a:rPr>
              <a:t>6          if ((nread = </a:t>
            </a:r>
            <a:r>
              <a:rPr lang="en-US" sz="1800" b="true" i="false" u="none">
                <a:solidFill>
                  <a:srgbClr val="FF0000"/>
                </a:solidFill>
                <a:latin typeface="Courier New" pitchFamily="49"/>
                <a:ea typeface="SimSun" pitchFamily="2" charset="-122"/>
              </a:rPr>
              <a:t>rio_read</a:t>
            </a:r>
            <a:r>
              <a:rPr lang="en-US" sz="1800" b="true" i="false" u="none">
                <a:latin typeface="Courier New" pitchFamily="49"/>
                <a:ea typeface="SimSun" pitchFamily="2" charset="-122"/>
              </a:rPr>
              <a:t>(rp, bufp, nleft)) &lt; 0) {</a:t>
            </a:r>
            <a:endParaRPr/>
          </a:p>
          <a:p>
            <a:pPr marL="0" lvl="0" indent="0">
              <a:spcBef>
                <a:spcPct val="20000"/>
              </a:spcBef>
              <a:buNone/>
            </a:pPr>
            <a:r>
              <a:rPr lang="en-US" sz="1800" b="true" i="false" u="none">
                <a:latin typeface="Courier New" pitchFamily="49"/>
                <a:ea typeface="SimSun" pitchFamily="2" charset="-122"/>
              </a:rPr>
              <a:t>7             if ( errno = EINTR) </a:t>
            </a:r>
            <a:endParaRPr/>
          </a:p>
          <a:p>
            <a:pPr marL="0" lvl="0" indent="0">
              <a:spcBef>
                <a:spcPct val="20000"/>
              </a:spcBef>
              <a:buNone/>
            </a:pPr>
            <a:r>
              <a:rPr lang="en-US" sz="1800" b="true" i="false" u="none">
                <a:latin typeface="Courier New" pitchFamily="49"/>
                <a:ea typeface="SimSun" pitchFamily="2" charset="-122"/>
              </a:rPr>
              <a:t>8                 </a:t>
            </a:r>
            <a:r>
              <a:rPr lang="en-US" sz="1800" b="true" i="false" u="none">
                <a:solidFill>
                  <a:srgbClr val="00B050"/>
                </a:solidFill>
                <a:latin typeface="Courier New" pitchFamily="49"/>
                <a:ea typeface="SimSun" pitchFamily="2" charset="-122"/>
              </a:rPr>
              <a:t>/* interrupted by sig handler return */</a:t>
            </a:r>
            <a:endParaRPr/>
          </a:p>
          <a:p>
            <a:pPr marL="0" lvl="0" indent="0">
              <a:spcBef>
                <a:spcPct val="20000"/>
              </a:spcBef>
              <a:buNone/>
            </a:pPr>
            <a:r>
              <a:rPr lang="en-US" sz="1800" b="true" i="false" u="none">
                <a:latin typeface="Courier New" pitchFamily="49"/>
                <a:ea typeface="SimSun" pitchFamily="2" charset="-122"/>
              </a:rPr>
              <a:t>9                 nread = 0;	</a:t>
            </a:r>
            <a:endParaRPr/>
          </a:p>
          <a:p>
            <a:pPr marL="0" lvl="0" indent="0">
              <a:spcBef>
                <a:spcPct val="20000"/>
              </a:spcBef>
              <a:buNone/>
            </a:pPr>
            <a:r>
              <a:rPr lang="en-US" sz="1800" b="true" i="false" u="none">
                <a:latin typeface="Courier New" pitchFamily="49"/>
                <a:ea typeface="SimSun" pitchFamily="2" charset="-122"/>
              </a:rPr>
              <a:t>10            else</a:t>
            </a:r>
            <a:endParaRPr/>
          </a:p>
          <a:p>
            <a:pPr marL="0" lvl="0" indent="0">
              <a:spcBef>
                <a:spcPct val="20000"/>
              </a:spcBef>
              <a:buNone/>
            </a:pPr>
            <a:r>
              <a:rPr lang="en-US" sz="1800" b="true" i="false" u="none">
                <a:latin typeface="Courier New" pitchFamily="49"/>
                <a:ea typeface="SimSun" pitchFamily="2" charset="-122"/>
              </a:rPr>
              <a:t>11                return –1;</a:t>
            </a:r>
            <a:endParaRPr/>
          </a:p>
          <a:p>
            <a:pPr marL="0" lvl="0" indent="0">
              <a:spcBef>
                <a:spcPct val="20000"/>
              </a:spcBef>
              <a:buNone/>
            </a:pPr>
            <a:r>
              <a:rPr lang="en-US" sz="1800" b="true" i="false" u="none">
                <a:latin typeface="Courier New" pitchFamily="49"/>
                <a:ea typeface="SimSun" pitchFamily="2" charset="-122"/>
              </a:rPr>
              <a:t>12         }</a:t>
            </a:r>
            <a:endParaRPr/>
          </a:p>
          <a:p>
            <a:pPr marL="0" lvl="0" indent="0">
              <a:spcBef>
                <a:spcPct val="20000"/>
              </a:spcBef>
              <a:buNone/>
            </a:pPr>
            <a:r>
              <a:rPr lang="en-US" sz="1800" b="true" i="false" u="none">
                <a:latin typeface="Courier New" pitchFamily="49"/>
                <a:ea typeface="SimSun" pitchFamily="2" charset="-122"/>
              </a:rPr>
              <a:t>13         else if (nread == 0)</a:t>
            </a:r>
            <a:endParaRPr/>
          </a:p>
          <a:p>
            <a:pPr marL="0" lvl="0" indent="0">
              <a:spcBef>
                <a:spcPct val="20000"/>
              </a:spcBef>
              <a:buNone/>
            </a:pPr>
            <a:r>
              <a:rPr lang="en-US" sz="1800" b="true" i="false" u="none">
                <a:latin typeface="Courier New" pitchFamily="49"/>
                <a:ea typeface="SimSun" pitchFamily="2" charset="-122"/>
              </a:rPr>
              <a:t>14             break;</a:t>
            </a:r>
            <a:endParaRPr/>
          </a:p>
          <a:p>
            <a:pPr marL="0" lvl="0" indent="0">
              <a:spcBef>
                <a:spcPct val="20000"/>
              </a:spcBef>
              <a:buNone/>
            </a:pPr>
            <a:r>
              <a:rPr lang="en-US" sz="1800" b="true" i="false" u="none">
                <a:latin typeface="Courier New" pitchFamily="49"/>
                <a:ea typeface="SimSun" pitchFamily="2" charset="-122"/>
              </a:rPr>
              <a:t>15         nleft -= nread;</a:t>
            </a:r>
            <a:endParaRPr/>
          </a:p>
          <a:p>
            <a:pPr marL="0" lvl="0" indent="0">
              <a:spcBef>
                <a:spcPct val="20000"/>
              </a:spcBef>
              <a:buNone/>
            </a:pPr>
            <a:r>
              <a:rPr lang="en-US" sz="1800" b="true" i="false" u="none">
                <a:latin typeface="Courier New" pitchFamily="49"/>
                <a:ea typeface="SimSun" pitchFamily="2" charset="-122"/>
              </a:rPr>
              <a:t>16         bufp += nread;</a:t>
            </a:r>
            <a:endParaRPr/>
          </a:p>
          <a:p>
            <a:pPr marL="0" lvl="0" indent="0">
              <a:spcBef>
                <a:spcPct val="20000"/>
              </a:spcBef>
              <a:buNone/>
            </a:pPr>
            <a:r>
              <a:rPr lang="en-US" sz="1800" b="true" i="false" u="none">
                <a:latin typeface="Courier New" pitchFamily="49"/>
                <a:ea typeface="SimSun" pitchFamily="2" charset="-122"/>
              </a:rPr>
              <a:t>17     }</a:t>
            </a:r>
            <a:endParaRPr/>
          </a:p>
          <a:p>
            <a:pPr marL="0" lvl="0" indent="0">
              <a:spcBef>
                <a:spcPct val="20000"/>
              </a:spcBef>
              <a:buNone/>
            </a:pPr>
            <a:r>
              <a:rPr lang="en-US" sz="1800" b="true" i="false" u="none">
                <a:latin typeface="Courier New" pitchFamily="49"/>
                <a:ea typeface="SimSun" pitchFamily="2" charset="-122"/>
              </a:rPr>
              <a:t>18     return (n – nleft);</a:t>
            </a:r>
            <a:endParaRPr/>
          </a:p>
          <a:p>
            <a:pPr marL="0" lvl="0" indent="0">
              <a:spcBef>
                <a:spcPct val="20000"/>
              </a:spcBef>
              <a:buNone/>
            </a:pPr>
            <a:r>
              <a:rPr lang="en-US" sz="1800" b="true" i="false" u="none">
                <a:latin typeface="Courier New" pitchFamily="49"/>
                <a:ea typeface="SimSun" pitchFamily="2" charset="-122"/>
              </a:rPr>
              <a:t>19 }</a:t>
            </a:r>
            <a:endParaRPr/>
          </a:p>
          <a:p>
            <a:pPr marL="0" lvl="0" indent="0">
              <a:spcBef>
                <a:spcPct val="20000"/>
              </a:spcBef>
              <a:buNone/>
            </a:pPr>
            <a:endParaRPr/>
          </a:p>
        </p:txBody>
      </p:sp>
    </p:spTree>
  </p:cSld>
  <p:clrMapOvr>
    <a:masterClrMapping/>
  </p:clrMapOvr>
  <p:transition/>
</p:sld>
</file>

<file path=ppt/slides/slide116.xml><?xml version="1.0" encoding="utf-8"?>
<p:sld xmlns:a="http://schemas.openxmlformats.org/drawingml/2006/main" xmlns:p="http://schemas.openxmlformats.org/presentationml/2006/main">
  <p:cSld>
    <p:spTree>
      <p:nvGrpSpPr>
        <p:cNvPr id="144" name=""/>
        <p:cNvGrpSpPr/>
        <p:nvPr/>
      </p:nvGrpSpPr>
      <p:grpSpPr>
        <a:xfrm>
          <a:off x="0" y="0"/>
          <a:ext cx="0" cy="0"/>
          <a:chOff x="0" y="0"/>
          <a:chExt cx="0" cy="0"/>
        </a:xfrm>
      </p:grpSpPr>
      <p:sp>
        <p:nvSpPr>
          <p:cNvPr id="145"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46" name="Rectangle 2"/>
          <p:cNvSpPr>
            <a:spLocks noGrp="true" noChangeShapeType="true"/>
          </p:cNvSpPr>
          <p:nvPr>
            <p:ph type="obj"/>
          </p:nvPr>
        </p:nvSpPr>
        <p:spPr>
          <a:xfrm>
            <a:off x="304800" y="228600"/>
            <a:ext cx="8534400" cy="5867400"/>
          </a:xfrm>
          <a:prstGeom prst="rect">
            <a:avLst/>
          </a:prstGeom>
          <a:solidFill>
            <a:schemeClr val="lt1"/>
          </a:solidFill>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0" lvl="0" indent="0">
              <a:spcBef>
                <a:spcPct val="20000"/>
              </a:spcBef>
              <a:buNone/>
            </a:pPr>
            <a:r>
              <a:rPr lang="en-US" sz="1800" b="true" i="false" u="none">
                <a:latin typeface="Courier New" pitchFamily="49"/>
                <a:ea typeface="SimSun" pitchFamily="2" charset="-122"/>
              </a:rPr>
              <a:t>1  ssize_t rio_readlineb (rio_t *rp, </a:t>
            </a:r>
            <a:br>
              <a:rPr lang="en-US" sz="1800" b="true" i="false" u="none">
                <a:latin typeface="Courier New" pitchFamily="49"/>
                <a:ea typeface="SimSun" pitchFamily="2" charset="-122"/>
              </a:rPr>
            </a:br>
            <a:r>
              <a:rPr lang="en-US" sz="1800" b="true" i="false" u="none">
                <a:latin typeface="Courier New" pitchFamily="49"/>
                <a:ea typeface="SimSun" pitchFamily="2" charset="-122"/>
              </a:rPr>
              <a:t>               void *usrbuf, size_t maxlen)</a:t>
            </a:r>
            <a:endParaRPr/>
          </a:p>
          <a:p>
            <a:pPr marL="0" lvl="0" indent="0">
              <a:spcBef>
                <a:spcPct val="20000"/>
              </a:spcBef>
              <a:buNone/>
            </a:pPr>
            <a:r>
              <a:rPr lang="en-US" sz="1800" b="true" i="false" u="none">
                <a:latin typeface="Courier New" pitchFamily="49"/>
                <a:ea typeface="SimSun" pitchFamily="2" charset="-122"/>
              </a:rPr>
              <a:t>2  {</a:t>
            </a:r>
            <a:endParaRPr/>
          </a:p>
          <a:p>
            <a:pPr marL="0" lvl="0" indent="0">
              <a:spcBef>
                <a:spcPct val="20000"/>
              </a:spcBef>
              <a:buNone/>
            </a:pPr>
            <a:r>
              <a:rPr lang="en-US" sz="1800" b="true" i="false" u="none">
                <a:latin typeface="Courier New" pitchFamily="49"/>
                <a:ea typeface="SimSun" pitchFamily="2" charset="-122"/>
              </a:rPr>
              <a:t>3      int n, rc;</a:t>
            </a:r>
            <a:endParaRPr/>
          </a:p>
          <a:p>
            <a:pPr marL="0" lvl="0" indent="0">
              <a:spcBef>
                <a:spcPct val="20000"/>
              </a:spcBef>
              <a:buNone/>
            </a:pPr>
            <a:r>
              <a:rPr lang="en-US" sz="1800" b="true" i="false" u="none">
                <a:latin typeface="Courier New" pitchFamily="49"/>
                <a:ea typeface="SimSun" pitchFamily="2" charset="-122"/>
              </a:rPr>
              <a:t>4      char c, *bufp = usrbuf;</a:t>
            </a:r>
            <a:endParaRPr/>
          </a:p>
          <a:p>
            <a:pPr marL="0" lvl="0" indent="0">
              <a:spcBef>
                <a:spcPct val="20000"/>
              </a:spcBef>
              <a:buNone/>
            </a:pPr>
            <a:r>
              <a:rPr lang="en-US" sz="1800" b="true" i="false" u="none">
                <a:latin typeface="Courier New" pitchFamily="49"/>
                <a:ea typeface="SimSun" pitchFamily="2" charset="-122"/>
              </a:rPr>
              <a:t>5      for (n=1; n &lt; maxlen; n++) {</a:t>
            </a:r>
            <a:endParaRPr/>
          </a:p>
          <a:p>
            <a:pPr marL="0" lvl="0" indent="0">
              <a:spcBef>
                <a:spcPts val="0"/>
              </a:spcBef>
              <a:buNone/>
            </a:pPr>
            <a:r>
              <a:rPr lang="en-US" sz="1800" b="true" i="false" u="none">
                <a:latin typeface="Courier New" pitchFamily="49"/>
                <a:ea typeface="SimSun" pitchFamily="2" charset="-122"/>
              </a:rPr>
              <a:t>6          if ((rc = </a:t>
            </a:r>
            <a:r>
              <a:rPr lang="en-US" sz="1800" b="true" i="false" u="none">
                <a:solidFill>
                  <a:srgbClr val="FF0000"/>
                </a:solidFill>
                <a:latin typeface="Courier New" pitchFamily="49"/>
                <a:ea typeface="SimSun" pitchFamily="2" charset="-122"/>
              </a:rPr>
              <a:t>rio_read</a:t>
            </a:r>
            <a:r>
              <a:rPr lang="en-US" sz="1800" b="true" i="false" u="none">
                <a:latin typeface="Courier New" pitchFamily="49"/>
                <a:ea typeface="SimSun" pitchFamily="2" charset="-122"/>
              </a:rPr>
              <a:t>(rp, &amp;c, 1)) == 1) {</a:t>
            </a:r>
            <a:endParaRPr/>
          </a:p>
          <a:p>
            <a:pPr marL="0" lvl="0" indent="0">
              <a:spcBef>
                <a:spcPts val="0"/>
              </a:spcBef>
              <a:buNone/>
            </a:pPr>
            <a:r>
              <a:rPr lang="en-US" sz="1800" b="true" i="false" u="none">
                <a:latin typeface="Courier New" pitchFamily="49"/>
                <a:ea typeface="SimSun" pitchFamily="2" charset="-122"/>
              </a:rPr>
              <a:t>7              *bufp++ = c;</a:t>
            </a:r>
            <a:endParaRPr/>
          </a:p>
          <a:p>
            <a:pPr marL="0" lvl="0" indent="0">
              <a:spcBef>
                <a:spcPts val="0"/>
              </a:spcBef>
              <a:buNone/>
            </a:pPr>
            <a:r>
              <a:rPr lang="en-US" sz="1800" b="true" i="false" u="none">
                <a:latin typeface="Courier New" pitchFamily="49"/>
                <a:ea typeface="SimSun" pitchFamily="2" charset="-122"/>
              </a:rPr>
              <a:t>8              if (c == ‘\n’) </a:t>
            </a:r>
            <a:endParaRPr/>
          </a:p>
          <a:p>
            <a:pPr marL="0" lvl="0" indent="0">
              <a:spcBef>
                <a:spcPts val="0"/>
              </a:spcBef>
              <a:buNone/>
            </a:pPr>
            <a:r>
              <a:rPr lang="en-US" sz="1800" b="true" i="false" u="none">
                <a:latin typeface="Courier New" pitchFamily="49"/>
                <a:ea typeface="SimSun" pitchFamily="2" charset="-122"/>
              </a:rPr>
              <a:t>9                  break;</a:t>
            </a:r>
            <a:endParaRPr/>
          </a:p>
          <a:p>
            <a:pPr marL="0" lvl="0" indent="0">
              <a:spcBef>
                <a:spcPts val="0"/>
              </a:spcBef>
              <a:buNone/>
            </a:pPr>
            <a:r>
              <a:rPr lang="en-US" sz="1800" b="true" i="false" u="none">
                <a:latin typeface="Courier New" pitchFamily="49"/>
                <a:ea typeface="SimSun" pitchFamily="2" charset="-122"/>
              </a:rPr>
              <a:t>10         } else if (rc == 0) {</a:t>
            </a:r>
            <a:endParaRPr/>
          </a:p>
          <a:p>
            <a:pPr marL="0" lvl="0" indent="0">
              <a:spcBef>
                <a:spcPts val="0"/>
              </a:spcBef>
              <a:buNone/>
            </a:pPr>
            <a:r>
              <a:rPr lang="en-US" sz="1800" b="true" i="false" u="none">
                <a:latin typeface="Courier New" pitchFamily="49"/>
                <a:ea typeface="SimSun" pitchFamily="2" charset="-122"/>
              </a:rPr>
              <a:t>11             if (n== 1) </a:t>
            </a:r>
            <a:endParaRPr/>
          </a:p>
          <a:p>
            <a:pPr marL="0" lvl="0" indent="0">
              <a:spcBef>
                <a:spcPts val="0"/>
              </a:spcBef>
              <a:buNone/>
            </a:pPr>
            <a:r>
              <a:rPr lang="en-US" sz="1800" b="true" i="false" u="none">
                <a:latin typeface="Courier New" pitchFamily="49"/>
                <a:ea typeface="SimSun" pitchFamily="2" charset="-122"/>
              </a:rPr>
              <a:t>12                 return 0; </a:t>
            </a:r>
            <a:r>
              <a:rPr lang="en-US" sz="1800" b="true" i="false" u="none">
                <a:solidFill>
                  <a:srgbClr val="00B050"/>
                </a:solidFill>
                <a:latin typeface="Courier New" pitchFamily="49"/>
                <a:ea typeface="SimSun" pitchFamily="2" charset="-122"/>
              </a:rPr>
              <a:t>/* EOF, no data read */</a:t>
            </a:r>
            <a:endParaRPr/>
          </a:p>
          <a:p>
            <a:pPr marL="0" lvl="0" indent="0">
              <a:spcBef>
                <a:spcPts val="0"/>
              </a:spcBef>
              <a:buNone/>
            </a:pPr>
            <a:r>
              <a:rPr lang="en-US" sz="1800" b="true" i="false" u="none">
                <a:latin typeface="Courier New" pitchFamily="49"/>
                <a:ea typeface="SimSun" pitchFamily="2" charset="-122"/>
              </a:rPr>
              <a:t>13             else </a:t>
            </a:r>
            <a:endParaRPr/>
          </a:p>
          <a:p>
            <a:pPr marL="0" lvl="0" indent="0">
              <a:spcBef>
                <a:spcPts val="0"/>
              </a:spcBef>
              <a:buNone/>
            </a:pPr>
            <a:r>
              <a:rPr lang="en-US" sz="1800" b="true" i="false" u="none">
                <a:latin typeface="Courier New" pitchFamily="49"/>
                <a:ea typeface="SimSun" pitchFamily="2" charset="-122"/>
              </a:rPr>
              <a:t>14                 break;</a:t>
            </a:r>
            <a:endParaRPr/>
          </a:p>
          <a:p>
            <a:pPr marL="0" lvl="0" indent="0">
              <a:spcBef>
                <a:spcPts val="0"/>
              </a:spcBef>
              <a:buNone/>
            </a:pPr>
            <a:r>
              <a:rPr lang="en-US" sz="1800" b="true" i="false" u="none">
                <a:latin typeface="Courier New" pitchFamily="49"/>
                <a:ea typeface="SimSun" pitchFamily="2" charset="-122"/>
              </a:rPr>
              <a:t>15         } else </a:t>
            </a:r>
            <a:endParaRPr/>
          </a:p>
          <a:p>
            <a:pPr marL="0" lvl="0" indent="0">
              <a:spcBef>
                <a:spcPts val="0"/>
              </a:spcBef>
              <a:buNone/>
            </a:pPr>
            <a:r>
              <a:rPr lang="en-US" sz="1800" b="true" i="false" u="none">
                <a:latin typeface="Courier New" pitchFamily="49"/>
                <a:ea typeface="SimSun" pitchFamily="2" charset="-122"/>
              </a:rPr>
              <a:t>16             return –1; </a:t>
            </a:r>
            <a:r>
              <a:rPr lang="en-US" sz="1800" b="true" i="false" u="none">
                <a:solidFill>
                  <a:srgbClr val="00B050"/>
                </a:solidFill>
                <a:latin typeface="Courier New" pitchFamily="49"/>
                <a:ea typeface="SimSun" pitchFamily="2" charset="-122"/>
              </a:rPr>
              <a:t>/* error */</a:t>
            </a:r>
            <a:endParaRPr/>
          </a:p>
          <a:p>
            <a:pPr marL="0" lvl="0" indent="0">
              <a:spcBef>
                <a:spcPts val="0"/>
              </a:spcBef>
              <a:buNone/>
            </a:pPr>
            <a:r>
              <a:rPr lang="en-US" sz="1800" b="true" i="false" u="none">
                <a:latin typeface="Courier New" pitchFamily="49"/>
                <a:ea typeface="SimSun" pitchFamily="2" charset="-122"/>
              </a:rPr>
              <a:t>17     }</a:t>
            </a:r>
            <a:endParaRPr/>
          </a:p>
          <a:p>
            <a:pPr marL="0" lvl="0" indent="0">
              <a:spcBef>
                <a:spcPts val="0"/>
              </a:spcBef>
              <a:buNone/>
            </a:pPr>
            <a:r>
              <a:rPr lang="en-US" sz="1800" b="true" i="false" u="none">
                <a:latin typeface="Courier New" pitchFamily="49"/>
                <a:ea typeface="SimSun" pitchFamily="2" charset="-122"/>
              </a:rPr>
              <a:t>18     *bufp = 0 ;</a:t>
            </a:r>
            <a:endParaRPr/>
          </a:p>
          <a:p>
            <a:pPr marL="0" lvl="0" indent="0">
              <a:spcBef>
                <a:spcPts val="0"/>
              </a:spcBef>
              <a:buNone/>
            </a:pPr>
            <a:r>
              <a:rPr lang="en-US" sz="1800" b="true" i="false" u="none">
                <a:latin typeface="Courier New" pitchFamily="49"/>
                <a:ea typeface="SimSun" pitchFamily="2" charset="-122"/>
              </a:rPr>
              <a:t>19     return n ;</a:t>
            </a:r>
            <a:endParaRPr/>
          </a:p>
          <a:p>
            <a:pPr marL="0" lvl="0" indent="0">
              <a:spcBef>
                <a:spcPts val="0"/>
              </a:spcBef>
              <a:buNone/>
            </a:pPr>
            <a:r>
              <a:rPr lang="en-US" sz="1800" b="true" i="false" u="none">
                <a:latin typeface="Courier New" pitchFamily="49"/>
                <a:ea typeface="SimSun" pitchFamily="2" charset="-122"/>
              </a:rPr>
              <a:t>20 }</a:t>
            </a:r>
            <a:endParaRPr/>
          </a:p>
          <a:p>
            <a:pPr marL="0" lvl="0" indent="0">
              <a:spcBef>
                <a:spcPct val="20000"/>
              </a:spcBef>
              <a:buNone/>
            </a:pPr>
            <a:endParaRPr/>
          </a:p>
        </p:txBody>
      </p:sp>
    </p:spTree>
  </p:cSld>
  <p:clrMapOvr>
    <a:masterClrMapping/>
  </p:clrMapOvr>
  <p:transition/>
</p:sld>
</file>

<file path=ppt/slides/slide117.xml><?xml version="1.0" encoding="utf-8"?>
<p:sld xmlns:a="http://schemas.openxmlformats.org/drawingml/2006/main" xmlns:p="http://schemas.openxmlformats.org/presentationml/2006/main">
  <p:cSld>
    <p:spTree>
      <p:nvGrpSpPr>
        <p:cNvPr id="147" name=""/>
        <p:cNvGrpSpPr/>
        <p:nvPr/>
      </p:nvGrpSpPr>
      <p:grpSpPr>
        <a:xfrm>
          <a:off x="0" y="0"/>
          <a:ext cx="0" cy="0"/>
          <a:chOff x="0" y="0"/>
          <a:chExt cx="0" cy="0"/>
        </a:xfrm>
      </p:grpSpPr>
      <p:sp>
        <p:nvSpPr>
          <p:cNvPr id="148"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49"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150"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I/O Devices</a:t>
            </a:r>
            <a:endParaRPr/>
          </a:p>
          <a:p>
            <a:pPr marL="342900" lvl="0" indent="-342900">
              <a:spcBef>
                <a:spcPct val="20000"/>
              </a:spcBef>
              <a:buSzPct val="100000"/>
              <a:buChar char="•"/>
            </a:pPr>
            <a:r>
              <a:rPr lang="en-US">
                <a:ea typeface="SimSun" pitchFamily="2" charset="-122"/>
              </a:rPr>
              <a:t>Unix I/O</a:t>
            </a:r>
            <a:endParaRPr/>
          </a:p>
          <a:p>
            <a:pPr marL="342900" lvl="0" indent="-342900">
              <a:spcBef>
                <a:spcPct val="20000"/>
              </a:spcBef>
              <a:buSzPct val="100000"/>
              <a:buChar char="•"/>
            </a:pPr>
            <a:r>
              <a:rPr lang="en-US">
                <a:ea typeface="SimSun" pitchFamily="2" charset="-122"/>
              </a:rPr>
              <a:t>Reading File Metadata</a:t>
            </a:r>
            <a:endParaRPr/>
          </a:p>
          <a:p>
            <a:pPr marL="342900" lvl="0" indent="-342900">
              <a:spcBef>
                <a:spcPct val="20000"/>
              </a:spcBef>
              <a:buSzPct val="100000"/>
              <a:buChar char="•"/>
            </a:pPr>
            <a:r>
              <a:rPr lang="en-US">
                <a:ea typeface="SimSun" pitchFamily="2" charset="-122"/>
              </a:rPr>
              <a:t>Sharing Files &amp; I/O redirection</a:t>
            </a:r>
            <a:endParaRPr/>
          </a:p>
          <a:p>
            <a:pPr marL="342900" lvl="0" indent="-342900">
              <a:spcBef>
                <a:spcPct val="20000"/>
              </a:spcBef>
              <a:buSzPct val="100000"/>
              <a:buChar char="•"/>
            </a:pPr>
            <a:r>
              <a:rPr lang="en-US">
                <a:ea typeface="SimSun" pitchFamily="2" charset="-122"/>
              </a:rPr>
              <a:t>Robust I/O</a:t>
            </a:r>
            <a:endParaRPr/>
          </a:p>
          <a:p>
            <a:pPr marL="342900" lvl="0" indent="-342900">
              <a:spcBef>
                <a:spcPct val="20000"/>
              </a:spcBef>
              <a:buSzPct val="100000"/>
              <a:buChar char="•"/>
            </a:pPr>
            <a:r>
              <a:rPr lang="en-US" b="true" i="false" u="none">
                <a:solidFill>
                  <a:srgbClr val="0070C0"/>
                </a:solidFill>
                <a:ea typeface="SimSun" pitchFamily="2" charset="-122"/>
              </a:rPr>
              <a:t>Standard I/O</a:t>
            </a:r>
            <a:endParaRPr/>
          </a:p>
          <a:p>
            <a:pPr marL="342900" lvl="0" indent="-342900">
              <a:spcBef>
                <a:spcPct val="20000"/>
              </a:spcBef>
              <a:buSzPct val="100000"/>
              <a:buChar char="•"/>
            </a:pPr>
            <a:r>
              <a:rPr lang="en-US">
                <a:ea typeface="SimSun" pitchFamily="2" charset="-122"/>
              </a:rPr>
              <a:t>Fast I/O</a:t>
            </a:r>
            <a:endParaRPr/>
          </a:p>
        </p:txBody>
      </p:sp>
    </p:spTree>
  </p:cSld>
  <p:clrMapOvr>
    <a:masterClrMapping/>
  </p:clrMapOvr>
  <p:transition/>
</p:sld>
</file>

<file path=ppt/slides/slide118.xml><?xml version="1.0" encoding="utf-8"?>
<p:sld xmlns:a="http://schemas.openxmlformats.org/drawingml/2006/main" xmlns:p="http://schemas.openxmlformats.org/presentationml/2006/main">
  <p:cSld>
    <p:spTree>
      <p:nvGrpSpPr>
        <p:cNvPr id="151" name=""/>
        <p:cNvGrpSpPr/>
        <p:nvPr/>
      </p:nvGrpSpPr>
      <p:grpSpPr>
        <a:xfrm>
          <a:off x="0" y="0"/>
          <a:ext cx="0" cy="0"/>
          <a:chOff x="0" y="0"/>
          <a:chExt cx="0" cy="0"/>
        </a:xfrm>
      </p:grpSpPr>
      <p:sp>
        <p:nvSpPr>
          <p:cNvPr id="152" name="Rectangle 3"/>
          <p:cNvSpPr>
            <a:spLocks noGrp="true" noChangeShapeType="true"/>
          </p:cNvSpPr>
          <p:nvPr>
            <p:ph type="obj"/>
          </p:nvPr>
        </p:nvSpPr>
        <p:spPr>
          <a:xfrm>
            <a:off x="381000" y="1743075"/>
            <a:ext cx="8686800" cy="4733925"/>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The C standard library (</a:t>
            </a:r>
            <a:r>
              <a:rPr lang="en-US" b="true" i="false" u="none" baseline="0">
                <a:latin typeface="Courier New" pitchFamily="49"/>
                <a:ea typeface="SimSun" pitchFamily="2" charset="-122"/>
              </a:rPr>
              <a:t>libc.so</a:t>
            </a:r>
            <a:r>
              <a:rPr lang="en-US" baseline="0">
                <a:ea typeface="SimSun" pitchFamily="2" charset="-122"/>
              </a:rPr>
              <a:t>) contains </a:t>
            </a:r>
            <a:br>
              <a:rPr lang="en-US" baseline="0">
                <a:ea typeface="SimSun" pitchFamily="2" charset="-122"/>
              </a:rPr>
            </a:br>
            <a:r>
              <a:rPr lang="en-US" baseline="0">
                <a:ea typeface="SimSun" pitchFamily="2" charset="-122"/>
              </a:rPr>
              <a:t>a collection of </a:t>
            </a:r>
            <a:r>
              <a:rPr lang="en-US" b="false" i="false" u="none" baseline="0">
                <a:ea typeface="SimSun" pitchFamily="2" charset="-122"/>
              </a:rPr>
              <a:t>higher-level</a:t>
            </a:r>
            <a:r>
              <a:rPr lang="en-US" baseline="0">
                <a:ea typeface="SimSun" pitchFamily="2" charset="-122"/>
              </a:rPr>
              <a:t> </a:t>
            </a:r>
            <a:r>
              <a:rPr lang="en-US" b="false" i="false" u="none" baseline="0">
                <a:ea typeface="SimSun" pitchFamily="2" charset="-122"/>
              </a:rPr>
              <a:t>standard I/O </a:t>
            </a:r>
            <a:r>
              <a:rPr lang="en-US" baseline="0">
                <a:ea typeface="SimSun" pitchFamily="2" charset="-122"/>
              </a:rPr>
              <a:t>functions</a:t>
            </a:r>
            <a:endParaRPr lang="en-US"/>
          </a:p>
          <a:p>
            <a:pPr marL="342900" lvl="0" indent="-342900" defTabSz="914400" hangingPunct="true">
              <a:lnSpc>
                <a:spcPct val="100000"/>
              </a:lnSpc>
              <a:spcBef>
                <a:spcPct val="20000"/>
              </a:spcBef>
              <a:buNone/>
            </a:pPr>
            <a:endParaRPr/>
          </a:p>
          <a:p>
            <a:pPr marL="342900" lvl="0" indent="-342900" defTabSz="914400" hangingPunct="true">
              <a:lnSpc>
                <a:spcPct val="100000"/>
              </a:lnSpc>
              <a:spcBef>
                <a:spcPct val="20000"/>
              </a:spcBef>
              <a:buSzPct val="100000"/>
              <a:buChar char="•"/>
            </a:pPr>
            <a:r>
              <a:rPr lang="en-US" baseline="0">
                <a:ea typeface="SimSun" pitchFamily="2" charset="-122"/>
              </a:rPr>
              <a:t>Examples of standard I/O functions:</a:t>
            </a:r>
            <a:endParaRPr lang="en-US"/>
          </a:p>
          <a:p>
            <a:pPr marL="742950" lvl="1" indent="-285750" defTabSz="914400" hangingPunct="true">
              <a:lnSpc>
                <a:spcPct val="100000"/>
              </a:lnSpc>
              <a:spcBef>
                <a:spcPct val="20000"/>
              </a:spcBef>
              <a:buSzPct val="100000"/>
              <a:buChar char="–"/>
            </a:pPr>
            <a:r>
              <a:rPr lang="en-US" baseline="0">
                <a:ea typeface="SimSun" pitchFamily="2" charset="-122"/>
              </a:rPr>
              <a:t>Opening and closing files (</a:t>
            </a:r>
            <a:r>
              <a:rPr lang="en-US" b="true" i="false" u="none" baseline="0">
                <a:latin typeface="Courier New" pitchFamily="49"/>
                <a:ea typeface="SimSun" pitchFamily="2" charset="-122"/>
              </a:rPr>
              <a:t>fopen</a:t>
            </a:r>
            <a:r>
              <a:rPr lang="en-US" baseline="0">
                <a:ea typeface="SimSun" pitchFamily="2" charset="-122"/>
              </a:rPr>
              <a:t> and </a:t>
            </a:r>
            <a:r>
              <a:rPr lang="en-US" b="true" i="false" u="none" baseline="0">
                <a:latin typeface="Courier New" pitchFamily="49"/>
                <a:ea typeface="SimSun" pitchFamily="2" charset="-122"/>
              </a:rPr>
              <a:t>fclose</a:t>
            </a:r>
            <a:r>
              <a:rPr lang="en-US" baseline="0">
                <a:ea typeface="SimSun" pitchFamily="2" charset="-122"/>
              </a:rPr>
              <a:t>)</a:t>
            </a:r>
            <a:endParaRPr lang="en-US"/>
          </a:p>
          <a:p>
            <a:pPr marL="742950" lvl="1" indent="-285750" defTabSz="914400" hangingPunct="true">
              <a:lnSpc>
                <a:spcPct val="100000"/>
              </a:lnSpc>
              <a:spcBef>
                <a:spcPct val="20000"/>
              </a:spcBef>
              <a:buSzPct val="100000"/>
              <a:buChar char="–"/>
            </a:pPr>
            <a:r>
              <a:rPr lang="en-US" baseline="0">
                <a:ea typeface="SimSun" pitchFamily="2" charset="-122"/>
              </a:rPr>
              <a:t>Reading and writing bytes (</a:t>
            </a:r>
            <a:r>
              <a:rPr lang="en-US" b="true" i="false" u="none" baseline="0">
                <a:latin typeface="Courier New" pitchFamily="49"/>
                <a:ea typeface="SimSun" pitchFamily="2" charset="-122"/>
              </a:rPr>
              <a:t>fread</a:t>
            </a:r>
            <a:r>
              <a:rPr lang="en-US" baseline="0">
                <a:ea typeface="SimSun" pitchFamily="2" charset="-122"/>
              </a:rPr>
              <a:t> and </a:t>
            </a:r>
            <a:r>
              <a:rPr lang="en-US" b="true" i="false" u="none" baseline="0">
                <a:latin typeface="Courier New" pitchFamily="49"/>
                <a:ea typeface="SimSun" pitchFamily="2" charset="-122"/>
              </a:rPr>
              <a:t>fwrite</a:t>
            </a:r>
            <a:r>
              <a:rPr lang="en-US" baseline="0">
                <a:ea typeface="SimSun" pitchFamily="2" charset="-122"/>
              </a:rPr>
              <a:t>)</a:t>
            </a:r>
            <a:endParaRPr lang="en-US"/>
          </a:p>
          <a:p>
            <a:pPr marL="742950" lvl="1" indent="-285750" defTabSz="914400" hangingPunct="true">
              <a:lnSpc>
                <a:spcPct val="100000"/>
              </a:lnSpc>
              <a:spcBef>
                <a:spcPct val="20000"/>
              </a:spcBef>
              <a:buSzPct val="100000"/>
              <a:buChar char="–"/>
            </a:pPr>
            <a:r>
              <a:rPr lang="en-US" baseline="0">
                <a:ea typeface="SimSun" pitchFamily="2" charset="-122"/>
              </a:rPr>
              <a:t>Reading and writing text lines (</a:t>
            </a:r>
            <a:r>
              <a:rPr lang="en-US" b="true" i="false" u="none" baseline="0">
                <a:latin typeface="Courier New" pitchFamily="49"/>
                <a:ea typeface="SimSun" pitchFamily="2" charset="-122"/>
              </a:rPr>
              <a:t>fgets</a:t>
            </a:r>
            <a:r>
              <a:rPr lang="en-US" baseline="0">
                <a:ea typeface="SimSun" pitchFamily="2" charset="-122"/>
              </a:rPr>
              <a:t> and </a:t>
            </a:r>
            <a:r>
              <a:rPr lang="en-US" b="true" i="false" u="none" baseline="0">
                <a:latin typeface="Courier New" pitchFamily="49"/>
                <a:ea typeface="SimSun" pitchFamily="2" charset="-122"/>
              </a:rPr>
              <a:t>fputs</a:t>
            </a:r>
            <a:r>
              <a:rPr lang="en-US" baseline="0">
                <a:ea typeface="SimSun" pitchFamily="2" charset="-122"/>
              </a:rPr>
              <a:t>)</a:t>
            </a:r>
            <a:endParaRPr lang="en-US"/>
          </a:p>
          <a:p>
            <a:pPr marL="742950" lvl="1" indent="-285750" defTabSz="914400" hangingPunct="true">
              <a:lnSpc>
                <a:spcPct val="100000"/>
              </a:lnSpc>
              <a:spcBef>
                <a:spcPct val="20000"/>
              </a:spcBef>
              <a:buSzPct val="100000"/>
              <a:buChar char="–"/>
            </a:pPr>
            <a:r>
              <a:rPr lang="en-US" baseline="0">
                <a:ea typeface="SimSun" pitchFamily="2" charset="-122"/>
              </a:rPr>
              <a:t>Formatted reading and writing (</a:t>
            </a:r>
            <a:r>
              <a:rPr lang="en-US" b="true" i="false" u="none" baseline="0">
                <a:latin typeface="Courier New" pitchFamily="49"/>
                <a:ea typeface="SimSun" pitchFamily="2" charset="-122"/>
              </a:rPr>
              <a:t>fscanf</a:t>
            </a:r>
            <a:r>
              <a:rPr lang="en-US" baseline="0">
                <a:ea typeface="SimSun" pitchFamily="2" charset="-122"/>
              </a:rPr>
              <a:t> and </a:t>
            </a:r>
            <a:r>
              <a:rPr lang="en-US" b="true" i="false" u="none" baseline="0">
                <a:latin typeface="Courier New" pitchFamily="49"/>
                <a:ea typeface="SimSun" pitchFamily="2" charset="-122"/>
              </a:rPr>
              <a:t>fprintf</a:t>
            </a:r>
            <a:r>
              <a:rPr lang="en-US" baseline="0">
                <a:ea typeface="SimSun" pitchFamily="2" charset="-122"/>
              </a:rPr>
              <a:t>)</a:t>
            </a:r>
            <a:endParaRPr/>
          </a:p>
        </p:txBody>
      </p:sp>
      <p:sp>
        <p:nvSpPr>
          <p:cNvPr id="153"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b="false" i="false" u="none">
                <a:ea typeface="SimSun" pitchFamily="2" charset="-122"/>
              </a:rPr>
              <a:t>Standard I/O</a:t>
            </a:r>
            <a:endParaRPr/>
          </a:p>
        </p:txBody>
      </p:sp>
    </p:spTree>
  </p:cSld>
  <p:clrMapOvr>
    <a:masterClrMapping/>
  </p:clrMapOvr>
  <p:transition/>
</p:sld>
</file>

<file path=ppt/slides/slide119.xml><?xml version="1.0" encoding="utf-8"?>
<p:sld xmlns:a="http://schemas.openxmlformats.org/drawingml/2006/main" xmlns:p="http://schemas.openxmlformats.org/presentationml/2006/main">
  <p:cSld>
    <p:spTree>
      <p:nvGrpSpPr>
        <p:cNvPr id="159" name=""/>
        <p:cNvGrpSpPr/>
        <p:nvPr/>
      </p:nvGrpSpPr>
      <p:grpSpPr>
        <a:xfrm>
          <a:off x="0" y="0"/>
          <a:ext cx="0" cy="0"/>
          <a:chOff x="0" y="0"/>
          <a:chExt cx="0" cy="0"/>
        </a:xfrm>
      </p:grpSpPr>
      <p:sp>
        <p:nvSpPr>
          <p:cNvPr id="160"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b="false" i="false" u="none">
                <a:ea typeface="SimSun" pitchFamily="2" charset="-122"/>
              </a:rPr>
              <a:t>Standard I/O</a:t>
            </a:r>
            <a:endParaRPr/>
          </a:p>
        </p:txBody>
      </p:sp>
      <p:sp>
        <p:nvSpPr>
          <p:cNvPr id="161" name="Rectangle 3"/>
          <p:cNvSpPr>
            <a:spLocks noGrp="true" noChangeShapeType="true"/>
          </p:cNvSpPr>
          <p:nvPr>
            <p:ph type="obj"/>
          </p:nvPr>
        </p:nvSpPr>
        <p:spPr>
          <a:xfrm>
            <a:off x="381000" y="1676400"/>
            <a:ext cx="8307387" cy="45720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Standard I/O models open files as </a:t>
            </a:r>
            <a:r>
              <a:rPr lang="en-US">
                <a:solidFill>
                  <a:srgbClr val="FF0000"/>
                </a:solidFill>
                <a:ea typeface="SimSun" pitchFamily="2" charset="-122"/>
              </a:rPr>
              <a:t>streams</a:t>
            </a:r>
            <a:endParaRPr/>
          </a:p>
          <a:p>
            <a:pPr marL="742950" lvl="1" indent="-285750">
              <a:spcBef>
                <a:spcPct val="20000"/>
              </a:spcBef>
              <a:buSzPct val="100000"/>
              <a:buChar char="–"/>
            </a:pPr>
            <a:r>
              <a:rPr lang="en-US">
                <a:ea typeface="SimSun" pitchFamily="2" charset="-122"/>
              </a:rPr>
              <a:t>Abstraction for a </a:t>
            </a:r>
            <a:r>
              <a:rPr lang="en-US">
                <a:solidFill>
                  <a:srgbClr val="FF0000"/>
                </a:solidFill>
                <a:ea typeface="SimSun" pitchFamily="2" charset="-122"/>
              </a:rPr>
              <a:t>file descriptor </a:t>
            </a:r>
            <a:r>
              <a:rPr lang="en-US">
                <a:ea typeface="SimSun" pitchFamily="2" charset="-122"/>
              </a:rPr>
              <a:t>and a </a:t>
            </a:r>
            <a:r>
              <a:rPr lang="en-US">
                <a:solidFill>
                  <a:srgbClr val="FF0000"/>
                </a:solidFill>
                <a:ea typeface="SimSun" pitchFamily="2" charset="-122"/>
              </a:rPr>
              <a:t>buffer</a:t>
            </a:r>
            <a:r>
              <a:rPr lang="en-US">
                <a:ea typeface="SimSun" pitchFamily="2" charset="-122"/>
              </a:rPr>
              <a:t> in memory.</a:t>
            </a:r>
            <a:endParaRPr/>
          </a:p>
          <a:p>
            <a:pPr marL="742950" lvl="1" indent="-285750">
              <a:spcBef>
                <a:spcPct val="20000"/>
              </a:spcBef>
              <a:buSzPct val="100000"/>
              <a:buChar char="–"/>
            </a:pPr>
            <a:r>
              <a:rPr lang="en-US">
                <a:ea typeface="SimSun" pitchFamily="2" charset="-122"/>
              </a:rPr>
              <a:t>Similar to buffered RIO </a:t>
            </a:r>
            <a:endParaRPr/>
          </a:p>
          <a:p>
            <a:pPr marL="342900" lvl="0" indent="-342900">
              <a:spcBef>
                <a:spcPct val="20000"/>
              </a:spcBef>
              <a:buSzPct val="100000"/>
              <a:buChar char="•"/>
            </a:pPr>
            <a:r>
              <a:rPr lang="en-US">
                <a:ea typeface="SimSun" pitchFamily="2" charset="-122"/>
              </a:rPr>
              <a:t>C programs begin life with three open streams </a:t>
            </a:r>
            <a:br>
              <a:rPr lang="en-US">
                <a:ea typeface="SimSun" pitchFamily="2" charset="-122"/>
              </a:rPr>
            </a:br>
            <a:r>
              <a:rPr lang="en-US">
                <a:ea typeface="SimSun" pitchFamily="2" charset="-122"/>
              </a:rPr>
              <a:t>(defined in </a:t>
            </a:r>
            <a:r>
              <a:rPr lang="en-US" b="true" i="false" u="none">
                <a:latin typeface="Courier New" pitchFamily="49"/>
                <a:ea typeface="SimSun" pitchFamily="2" charset="-122"/>
              </a:rPr>
              <a:t>stdio.h</a:t>
            </a:r>
            <a:r>
              <a:rPr lang="en-US">
                <a:ea typeface="SimSun" pitchFamily="2" charset="-122"/>
              </a:rPr>
              <a:t>)</a:t>
            </a:r>
            <a:endParaRPr/>
          </a:p>
          <a:p>
            <a:pPr marL="742950" lvl="1" indent="-285750">
              <a:spcBef>
                <a:spcPct val="20000"/>
              </a:spcBef>
              <a:buSzPct val="100000"/>
              <a:buChar char="–"/>
            </a:pPr>
            <a:r>
              <a:rPr lang="en-US" b="true" i="false" u="none">
                <a:latin typeface="Courier New" pitchFamily="49"/>
                <a:ea typeface="SimSun" pitchFamily="2" charset="-122"/>
              </a:rPr>
              <a:t>stdin</a:t>
            </a:r>
            <a:r>
              <a:rPr lang="en-US">
                <a:ea typeface="SimSun" pitchFamily="2" charset="-122"/>
              </a:rPr>
              <a:t>  (standard input </a:t>
            </a:r>
            <a:r>
              <a:rPr lang="en-US" b="true" i="false" u="none">
                <a:latin typeface="Courier New" pitchFamily="49"/>
                <a:ea typeface="SimSun" pitchFamily="2" charset="-122"/>
              </a:rPr>
              <a:t>fd=0</a:t>
            </a:r>
            <a:r>
              <a:rPr lang="en-US">
                <a:ea typeface="SimSun" pitchFamily="2" charset="-122"/>
              </a:rPr>
              <a:t>) </a:t>
            </a:r>
            <a:endParaRPr/>
          </a:p>
          <a:p>
            <a:pPr marL="742950" lvl="1" indent="-285750">
              <a:spcBef>
                <a:spcPct val="20000"/>
              </a:spcBef>
              <a:buSzPct val="100000"/>
              <a:buChar char="–"/>
            </a:pPr>
            <a:r>
              <a:rPr lang="en-US" b="true" i="false" u="none">
                <a:latin typeface="Courier New" pitchFamily="49"/>
                <a:ea typeface="SimSun" pitchFamily="2" charset="-122"/>
              </a:rPr>
              <a:t>stdout</a:t>
            </a:r>
            <a:r>
              <a:rPr lang="en-US">
                <a:ea typeface="SimSun" pitchFamily="2" charset="-122"/>
              </a:rPr>
              <a:t> (standard output </a:t>
            </a:r>
            <a:r>
              <a:rPr lang="en-US" b="true" i="false" u="none">
                <a:latin typeface="Courier New" pitchFamily="49"/>
                <a:ea typeface="SimSun" pitchFamily="2" charset="-122"/>
              </a:rPr>
              <a:t>fd=1</a:t>
            </a:r>
            <a:r>
              <a:rPr lang="en-US">
                <a:ea typeface="SimSun" pitchFamily="2" charset="-122"/>
              </a:rPr>
              <a:t>)</a:t>
            </a:r>
            <a:endParaRPr/>
          </a:p>
          <a:p>
            <a:pPr marL="742950" lvl="1" indent="-285750">
              <a:spcBef>
                <a:spcPct val="20000"/>
              </a:spcBef>
              <a:buSzPct val="100000"/>
              <a:buChar char="–"/>
            </a:pPr>
            <a:r>
              <a:rPr lang="en-US" b="true" i="false" u="none">
                <a:latin typeface="Courier New" pitchFamily="49"/>
                <a:ea typeface="SimSun" pitchFamily="2" charset="-122"/>
              </a:rPr>
              <a:t>stderr</a:t>
            </a:r>
            <a:r>
              <a:rPr lang="en-US">
                <a:ea typeface="SimSun" pitchFamily="2" charset="-122"/>
              </a:rPr>
              <a:t> (standard error </a:t>
            </a:r>
            <a:r>
              <a:rPr lang="en-US" b="true" i="false" u="none">
                <a:latin typeface="Courier New" pitchFamily="49"/>
                <a:ea typeface="SimSun" pitchFamily="2" charset="-122"/>
              </a:rPr>
              <a:t>fd=2</a:t>
            </a:r>
            <a:r>
              <a:rPr lang="en-US">
                <a:ea typeface="SimSun" pitchFamily="2" charset="-122"/>
              </a:rPr>
              <a:t>)</a:t>
            </a:r>
            <a:endParaRPr/>
          </a:p>
        </p:txBody>
      </p:sp>
    </p:spTree>
  </p:cSld>
  <p:clrMapOvr>
    <a:masterClrMapping/>
  </p:clrMapOvr>
  <p:transition/>
</p:sld>
</file>

<file path=ppt/slides/slide120.xml><?xml version="1.0" encoding="utf-8"?>
<p:sld xmlns:a="http://schemas.openxmlformats.org/drawingml/2006/main" xmlns:p="http://schemas.openxmlformats.org/presentationml/2006/main">
  <p:cSld>
    <p:spTree>
      <p:nvGrpSpPr>
        <p:cNvPr id="162" name=""/>
        <p:cNvGrpSpPr/>
        <p:nvPr/>
      </p:nvGrpSpPr>
      <p:grpSpPr>
        <a:xfrm>
          <a:off x="0" y="0"/>
          <a:ext cx="0" cy="0"/>
          <a:chOff x="0" y="0"/>
          <a:chExt cx="0" cy="0"/>
        </a:xfrm>
      </p:grpSpPr>
      <p:sp>
        <p:nvSpPr>
          <p:cNvPr id="163" name="Rectangle 29"/>
          <p:cNvSpPr>
            <a:spLocks noGrp="true" noChangeShapeType="true"/>
          </p:cNvSpPr>
          <p:nvPr>
            <p:ph type="title"/>
          </p:nvPr>
        </p:nvSpPr>
        <p:spPr>
          <a:xfrm>
            <a:off x="381000" y="434975"/>
            <a:ext cx="7591425" cy="762000"/>
          </a:xfrm>
          <a:prstGeom prst="rect">
            <a:avLst/>
          </a:prstGeom>
          <a:noFill/>
        </p:spPr>
        <p:txBody>
          <a:bodyPr lIns="91440" tIns="45720" rIns="91440" bIns="45720" anchor="ctr" anchorCtr="false"/>
          <a:lstStyle/>
          <a:p>
            <a:pPr lvl="0"/>
            <a:r>
              <a:rPr lang="en-US">
                <a:ea typeface="SimSun" pitchFamily="2" charset="-122"/>
              </a:rPr>
              <a:t>Buffering in Standard I/O</a:t>
            </a:r>
            <a:endParaRPr/>
          </a:p>
        </p:txBody>
      </p:sp>
      <p:sp>
        <p:nvSpPr>
          <p:cNvPr id="164" name="Rectangle 30"/>
          <p:cNvSpPr>
            <a:spLocks noGrp="true" noChangeShapeType="true"/>
          </p:cNvSpPr>
          <p:nvPr>
            <p:ph type="obj"/>
          </p:nvPr>
        </p:nvSpPr>
        <p:spPr>
          <a:xfrm>
            <a:off x="457200" y="1600200"/>
            <a:ext cx="8686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Standard I/O functions use buffered I/O</a:t>
            </a: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None/>
            </a:pPr>
            <a:endParaRPr/>
          </a:p>
          <a:p>
            <a:pPr marL="342900" lvl="0" indent="-342900">
              <a:spcBef>
                <a:spcPct val="20000"/>
              </a:spcBef>
              <a:buNone/>
            </a:pPr>
            <a:endParaRPr/>
          </a:p>
          <a:p>
            <a:pPr marL="342900" lvl="0" indent="-342900">
              <a:spcBef>
                <a:spcPct val="20000"/>
              </a:spcBef>
              <a:buSzPct val="100000"/>
              <a:buChar char="•"/>
            </a:pPr>
            <a:r>
              <a:rPr lang="en-US" sz="2400">
                <a:ea typeface="SimSun" pitchFamily="2" charset="-122"/>
              </a:rPr>
              <a:t>Buffer flushed to output fd on “\n” or </a:t>
            </a:r>
            <a:r>
              <a:rPr lang="en-US" sz="2400" b="true" i="false" u="none">
                <a:latin typeface="Courier New" pitchFamily="49"/>
                <a:ea typeface="SimSun" pitchFamily="2" charset="-122"/>
              </a:rPr>
              <a:t>fflush()</a:t>
            </a:r>
            <a:r>
              <a:rPr lang="en-US" sz="2400">
                <a:ea typeface="SimSun" pitchFamily="2" charset="-122"/>
              </a:rPr>
              <a:t> call</a:t>
            </a:r>
            <a:endParaRPr/>
          </a:p>
        </p:txBody>
      </p:sp>
      <p:sp>
        <p:nvSpPr>
          <p:cNvPr id="165" name="Text Box 4"/>
          <p:cNvSpPr txBox="true">
            <a:spLocks noGrp="true" noChangeShapeType="true"/>
          </p:cNvSpPr>
          <p:nvPr/>
        </p:nvSpPr>
        <p:spPr>
          <a:xfrm>
            <a:off x="3230562" y="2209800"/>
            <a:ext cx="1651000"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printf("h");</a:t>
            </a:r>
            <a:endParaRPr/>
          </a:p>
        </p:txBody>
      </p:sp>
      <p:sp>
        <p:nvSpPr>
          <p:cNvPr id="166" name="Rectangle 5"/>
          <p:cNvSpPr>
            <a:spLocks noGrp="true" noChangeShapeType="true"/>
          </p:cNvSpPr>
          <p:nvPr/>
        </p:nvSpPr>
        <p:spPr>
          <a:xfrm>
            <a:off x="33067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h</a:t>
            </a:r>
            <a:endParaRPr/>
          </a:p>
        </p:txBody>
      </p:sp>
      <p:sp>
        <p:nvSpPr>
          <p:cNvPr id="167" name="Rectangle 6"/>
          <p:cNvSpPr>
            <a:spLocks noGrp="true" noChangeShapeType="true"/>
          </p:cNvSpPr>
          <p:nvPr/>
        </p:nvSpPr>
        <p:spPr>
          <a:xfrm>
            <a:off x="37639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e</a:t>
            </a:r>
            <a:endParaRPr/>
          </a:p>
        </p:txBody>
      </p:sp>
      <p:sp>
        <p:nvSpPr>
          <p:cNvPr id="168" name="Rectangle 7"/>
          <p:cNvSpPr>
            <a:spLocks noGrp="true" noChangeShapeType="true"/>
          </p:cNvSpPr>
          <p:nvPr/>
        </p:nvSpPr>
        <p:spPr>
          <a:xfrm>
            <a:off x="41449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l</a:t>
            </a:r>
            <a:endParaRPr/>
          </a:p>
        </p:txBody>
      </p:sp>
      <p:sp>
        <p:nvSpPr>
          <p:cNvPr id="169" name="Rectangle 8"/>
          <p:cNvSpPr>
            <a:spLocks noGrp="true" noChangeShapeType="true"/>
          </p:cNvSpPr>
          <p:nvPr/>
        </p:nvSpPr>
        <p:spPr>
          <a:xfrm>
            <a:off x="46021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l</a:t>
            </a:r>
            <a:endParaRPr/>
          </a:p>
        </p:txBody>
      </p:sp>
      <p:sp>
        <p:nvSpPr>
          <p:cNvPr id="170" name="Rectangle 9"/>
          <p:cNvSpPr>
            <a:spLocks noGrp="true" noChangeShapeType="true"/>
          </p:cNvSpPr>
          <p:nvPr/>
        </p:nvSpPr>
        <p:spPr>
          <a:xfrm>
            <a:off x="50593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o</a:t>
            </a:r>
            <a:endParaRPr/>
          </a:p>
        </p:txBody>
      </p:sp>
      <p:sp>
        <p:nvSpPr>
          <p:cNvPr id="171" name="Rectangle 10"/>
          <p:cNvSpPr>
            <a:spLocks noGrp="true" noChangeShapeType="true"/>
          </p:cNvSpPr>
          <p:nvPr/>
        </p:nvSpPr>
        <p:spPr>
          <a:xfrm>
            <a:off x="55165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\n</a:t>
            </a:r>
            <a:endParaRPr/>
          </a:p>
        </p:txBody>
      </p:sp>
      <p:sp>
        <p:nvSpPr>
          <p:cNvPr id="172" name="Rectangle 11"/>
          <p:cNvSpPr>
            <a:spLocks noGrp="true" noChangeShapeType="true"/>
          </p:cNvSpPr>
          <p:nvPr/>
        </p:nvSpPr>
        <p:spPr>
          <a:xfrm>
            <a:off x="59737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a:t>
            </a:r>
            <a:endParaRPr/>
          </a:p>
        </p:txBody>
      </p:sp>
      <p:sp>
        <p:nvSpPr>
          <p:cNvPr id="173" name="Rectangle 12"/>
          <p:cNvSpPr>
            <a:spLocks noGrp="true" noChangeShapeType="true"/>
          </p:cNvSpPr>
          <p:nvPr/>
        </p:nvSpPr>
        <p:spPr>
          <a:xfrm>
            <a:off x="6430962" y="4300537"/>
            <a:ext cx="457200" cy="228600"/>
          </a:xfrm>
          <a:prstGeom prst="rect">
            <a:avLst/>
          </a:prstGeom>
          <a:solidFill>
            <a:srgbClr val="D6D6F5"/>
          </a:solidFill>
          <a:ln w="25400">
            <a:solidFill>
              <a:schemeClr val="dk1"/>
            </a:solidFill>
            <a:miter/>
            <a:headEnd/>
            <a:tailEnd/>
          </a:ln>
        </p:spPr>
        <p:txBody>
          <a:bodyPr wrap="none" anchor="ctr" anchorCtr="false"/>
          <a:lstStyle/>
          <a:p>
            <a:pPr lvl="0" algn="ctr">
              <a:lnSpc>
                <a:spcPct val="90000"/>
              </a:lnSpc>
              <a:spcBef>
                <a:spcPct val="20000"/>
              </a:spcBef>
              <a:buNone/>
            </a:pPr>
            <a:r>
              <a:rPr lang="en-US" sz="2000">
                <a:latin typeface="Calibri" pitchFamily="34"/>
              </a:rPr>
              <a:t>.</a:t>
            </a:r>
            <a:endParaRPr/>
          </a:p>
        </p:txBody>
      </p:sp>
      <p:sp>
        <p:nvSpPr>
          <p:cNvPr id="174" name="Line 13"/>
          <p:cNvSpPr>
            <a:spLocks noGrp="true" noChangeShapeType="true"/>
          </p:cNvSpPr>
          <p:nvPr/>
        </p:nvSpPr>
        <p:spPr>
          <a:xfrm>
            <a:off x="3535362" y="2624137"/>
            <a:ext cx="0" cy="16764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75" name="Text Box 14"/>
          <p:cNvSpPr txBox="true">
            <a:spLocks noGrp="true" noChangeShapeType="true"/>
          </p:cNvSpPr>
          <p:nvPr/>
        </p:nvSpPr>
        <p:spPr>
          <a:xfrm>
            <a:off x="3687762" y="2438400"/>
            <a:ext cx="1651000"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printf("e");</a:t>
            </a:r>
            <a:endParaRPr/>
          </a:p>
        </p:txBody>
      </p:sp>
      <p:sp>
        <p:nvSpPr>
          <p:cNvPr id="176" name="Line 15"/>
          <p:cNvSpPr>
            <a:spLocks noGrp="true" noChangeShapeType="true"/>
          </p:cNvSpPr>
          <p:nvPr/>
        </p:nvSpPr>
        <p:spPr>
          <a:xfrm>
            <a:off x="3992562" y="2776537"/>
            <a:ext cx="0" cy="15240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77" name="Text Box 16"/>
          <p:cNvSpPr txBox="true">
            <a:spLocks noGrp="true" noChangeShapeType="true"/>
          </p:cNvSpPr>
          <p:nvPr/>
        </p:nvSpPr>
        <p:spPr>
          <a:xfrm>
            <a:off x="4068762" y="2668587"/>
            <a:ext cx="1651000"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printf("l");</a:t>
            </a:r>
            <a:endParaRPr/>
          </a:p>
        </p:txBody>
      </p:sp>
      <p:sp>
        <p:nvSpPr>
          <p:cNvPr id="178" name="Line 17"/>
          <p:cNvSpPr>
            <a:spLocks noGrp="true" noChangeShapeType="true"/>
          </p:cNvSpPr>
          <p:nvPr/>
        </p:nvSpPr>
        <p:spPr>
          <a:xfrm>
            <a:off x="5745162" y="3767137"/>
            <a:ext cx="0" cy="5334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79" name="Text Box 18"/>
          <p:cNvSpPr txBox="true">
            <a:spLocks noGrp="true" noChangeShapeType="true"/>
          </p:cNvSpPr>
          <p:nvPr/>
        </p:nvSpPr>
        <p:spPr>
          <a:xfrm>
            <a:off x="4445000" y="2928937"/>
            <a:ext cx="1651000"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printf("l");</a:t>
            </a:r>
            <a:endParaRPr/>
          </a:p>
        </p:txBody>
      </p:sp>
      <p:sp>
        <p:nvSpPr>
          <p:cNvPr id="180" name="Line 19"/>
          <p:cNvSpPr>
            <a:spLocks noGrp="true" noChangeShapeType="true"/>
          </p:cNvSpPr>
          <p:nvPr/>
        </p:nvSpPr>
        <p:spPr>
          <a:xfrm>
            <a:off x="5211762" y="3538537"/>
            <a:ext cx="0" cy="7620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81" name="Text Box 20"/>
          <p:cNvSpPr txBox="true">
            <a:spLocks noGrp="true" noChangeShapeType="true"/>
          </p:cNvSpPr>
          <p:nvPr/>
        </p:nvSpPr>
        <p:spPr>
          <a:xfrm>
            <a:off x="4826000" y="3201987"/>
            <a:ext cx="1651000"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printf("o");</a:t>
            </a:r>
            <a:endParaRPr/>
          </a:p>
        </p:txBody>
      </p:sp>
      <p:sp>
        <p:nvSpPr>
          <p:cNvPr id="182" name="Text Box 21"/>
          <p:cNvSpPr txBox="true">
            <a:spLocks noGrp="true" noChangeShapeType="true"/>
          </p:cNvSpPr>
          <p:nvPr/>
        </p:nvSpPr>
        <p:spPr>
          <a:xfrm>
            <a:off x="5313362" y="3462337"/>
            <a:ext cx="1773237" cy="336550"/>
          </a:xfrm>
          <a:prstGeom prst="rect">
            <a:avLst/>
          </a:prstGeom>
          <a:noFill/>
        </p:spPr>
        <p:txBody>
          <a:bodyPr wrap="none" anchor="t">
            <a:spAutoFit/>
          </a:bodyPr>
          <a:lstStyle/>
          <a:p>
            <a:pPr lvl="0">
              <a:lnSpc>
                <a:spcPct val="90000"/>
              </a:lnSpc>
              <a:spcBef>
                <a:spcPct val="20000"/>
              </a:spcBef>
            </a:pPr>
            <a:r>
              <a:rPr lang="en-US">
                <a:latin typeface="Courier New" pitchFamily="49"/>
              </a:rPr>
              <a:t>printf("\n");</a:t>
            </a:r>
            <a:endParaRPr/>
          </a:p>
        </p:txBody>
      </p:sp>
      <p:sp>
        <p:nvSpPr>
          <p:cNvPr id="183" name="Line 22"/>
          <p:cNvSpPr>
            <a:spLocks noGrp="true" noChangeShapeType="true"/>
          </p:cNvSpPr>
          <p:nvPr/>
        </p:nvSpPr>
        <p:spPr>
          <a:xfrm>
            <a:off x="4373562" y="3005137"/>
            <a:ext cx="0" cy="12954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84" name="Line 23"/>
          <p:cNvSpPr>
            <a:spLocks noGrp="true" noChangeShapeType="true"/>
          </p:cNvSpPr>
          <p:nvPr/>
        </p:nvSpPr>
        <p:spPr>
          <a:xfrm>
            <a:off x="4830762" y="3233737"/>
            <a:ext cx="0" cy="1066800"/>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85" name="Line 24"/>
          <p:cNvSpPr>
            <a:spLocks noGrp="true" noChangeShapeType="true"/>
          </p:cNvSpPr>
          <p:nvPr/>
        </p:nvSpPr>
        <p:spPr>
          <a:xfrm>
            <a:off x="4602162" y="4605337"/>
            <a:ext cx="0" cy="822325"/>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86" name="Text Box 25"/>
          <p:cNvSpPr txBox="true">
            <a:spLocks noGrp="true" noChangeShapeType="true"/>
          </p:cNvSpPr>
          <p:nvPr/>
        </p:nvSpPr>
        <p:spPr>
          <a:xfrm>
            <a:off x="4678362" y="4814887"/>
            <a:ext cx="2232025" cy="366712"/>
          </a:xfrm>
          <a:prstGeom prst="rect">
            <a:avLst/>
          </a:prstGeom>
          <a:noFill/>
        </p:spPr>
        <p:txBody>
          <a:bodyPr wrap="none" anchor="t">
            <a:spAutoFit/>
          </a:bodyPr>
          <a:lstStyle/>
          <a:p>
            <a:pPr lvl="0">
              <a:lnSpc>
                <a:spcPct val="90000"/>
              </a:lnSpc>
              <a:spcBef>
                <a:spcPct val="20000"/>
              </a:spcBef>
            </a:pPr>
            <a:r>
              <a:rPr lang="en-US" sz="1800">
                <a:latin typeface="Courier New" pitchFamily="49"/>
              </a:rPr>
              <a:t>fflush(stdout);</a:t>
            </a:r>
            <a:endParaRPr/>
          </a:p>
        </p:txBody>
      </p:sp>
      <p:sp>
        <p:nvSpPr>
          <p:cNvPr id="187" name="Text Box 26"/>
          <p:cNvSpPr txBox="true">
            <a:spLocks noGrp="true" noChangeShapeType="true"/>
          </p:cNvSpPr>
          <p:nvPr/>
        </p:nvSpPr>
        <p:spPr>
          <a:xfrm>
            <a:off x="2316162" y="3381375"/>
            <a:ext cx="593725" cy="366712"/>
          </a:xfrm>
          <a:prstGeom prst="rect">
            <a:avLst/>
          </a:prstGeom>
          <a:noFill/>
        </p:spPr>
        <p:txBody>
          <a:bodyPr wrap="none" anchor="t">
            <a:spAutoFit/>
          </a:bodyPr>
          <a:lstStyle/>
          <a:p>
            <a:pPr lvl="0">
              <a:lnSpc>
                <a:spcPct val="90000"/>
              </a:lnSpc>
              <a:spcBef>
                <a:spcPct val="20000"/>
              </a:spcBef>
            </a:pPr>
            <a:r>
              <a:rPr lang="en-US" sz="1800">
                <a:latin typeface="Courier New" pitchFamily="49"/>
              </a:rPr>
              <a:t>buf</a:t>
            </a:r>
            <a:endParaRPr/>
          </a:p>
        </p:txBody>
      </p:sp>
      <p:sp>
        <p:nvSpPr>
          <p:cNvPr id="188" name="Line 27"/>
          <p:cNvSpPr>
            <a:spLocks noGrp="true" noChangeShapeType="true"/>
          </p:cNvSpPr>
          <p:nvPr/>
        </p:nvSpPr>
        <p:spPr>
          <a:xfrm>
            <a:off x="2620962" y="3698875"/>
            <a:ext cx="685800" cy="601662"/>
          </a:xfrm>
          <a:prstGeom prst="line">
            <a:avLst/>
          </a:prstGeom>
          <a:noFill/>
          <a:ln w="25400">
            <a:solidFill>
              <a:schemeClr val="dk1"/>
            </a:solidFill>
            <a:round/>
            <a:headEnd/>
            <a:tailEnd type="triangle" w="med" len="med"/>
          </a:ln>
        </p:spPr>
        <p:txBody>
          <a:bodyPr lIns="91440" tIns="45720" rIns="91440" bIns="45720"/>
          <a:lstStyle/>
          <a:p>
            <a:pPr/>
            <a:endParaRPr sz="1400" dirty="false"/>
          </a:p>
        </p:txBody>
      </p:sp>
      <p:sp>
        <p:nvSpPr>
          <p:cNvPr id="189" name="Text Box 28"/>
          <p:cNvSpPr txBox="true">
            <a:spLocks noGrp="true" noChangeShapeType="true"/>
          </p:cNvSpPr>
          <p:nvPr/>
        </p:nvSpPr>
        <p:spPr>
          <a:xfrm>
            <a:off x="3344862" y="5337175"/>
            <a:ext cx="2528887" cy="368300"/>
          </a:xfrm>
          <a:prstGeom prst="rect">
            <a:avLst/>
          </a:prstGeom>
          <a:noFill/>
        </p:spPr>
        <p:txBody>
          <a:bodyPr wrap="none" anchor="t">
            <a:spAutoFit/>
          </a:bodyPr>
          <a:lstStyle/>
          <a:p>
            <a:pPr lvl="0" algn="ctr">
              <a:lnSpc>
                <a:spcPct val="90000"/>
              </a:lnSpc>
              <a:spcBef>
                <a:spcPct val="20000"/>
              </a:spcBef>
            </a:pPr>
            <a:r>
              <a:rPr lang="en-US" sz="1800">
                <a:latin typeface="Courier New" pitchFamily="49"/>
              </a:rPr>
              <a:t>write(1, buf, 6);</a:t>
            </a:r>
            <a:endParaRPr/>
          </a:p>
        </p:txBody>
      </p:sp>
    </p:spTree>
  </p:cSld>
  <p:clrMapOvr>
    <a:masterClrMapping/>
  </p:clrMapOvr>
  <p:transition/>
</p:sld>
</file>

<file path=ppt/slides/slide121.xml><?xml version="1.0" encoding="utf-8"?>
<p:sld xmlns:a="http://schemas.openxmlformats.org/drawingml/2006/main" xmlns:p="http://schemas.openxmlformats.org/presentationml/2006/main">
  <p:cSld>
    <p:spTree>
      <p:nvGrpSpPr>
        <p:cNvPr id="190" name=""/>
        <p:cNvGrpSpPr/>
        <p:nvPr/>
      </p:nvGrpSpPr>
      <p:grpSpPr>
        <a:xfrm>
          <a:off x="0" y="0"/>
          <a:ext cx="0" cy="0"/>
          <a:chOff x="0" y="0"/>
          <a:chExt cx="0" cy="0"/>
        </a:xfrm>
      </p:grpSpPr>
      <p:sp>
        <p:nvSpPr>
          <p:cNvPr id="191"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192"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lvl1pPr marL="0" indent="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1pPr>
            <a:lvl2pPr marL="457200" indent="4572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2pPr>
            <a:lvl3pPr marL="914400" indent="9144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3pPr>
            <a:lvl4pPr marL="1371600" indent="13716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4pPr>
            <a:lvl5pPr marL="1828800" indent="1828800" algn="l" defTabSz="914400" rtl="false" fontAlgn="base" hangingPunct="true">
              <a:lnSpc>
                <a:spcPct val="100000"/>
              </a:lnSpc>
              <a:spcBef>
                <a:spcPts val="0"/>
              </a:spcBef>
              <a:spcAft>
                <a:spcPts val="0"/>
              </a:spcAft>
              <a:buNone/>
              <a:defRPr lang="en-US" sz="1600" b="true" i="false">
                <a:solidFill>
                  <a:schemeClr val="dk1"/>
                </a:solidFill>
                <a:latin typeface="Comic Sans MS"/>
                <a:ea typeface="SimSun"/>
              </a:defRPr>
            </a:lvl5pPr>
            <a:lvl6pPr defTabSz="914400">
              <a:defRPr lang="en-US" sz="1800"/>
            </a:lvl6pPr>
            <a:lvl7pPr defTabSz="914400">
              <a:defRPr lang="en-US" sz="1800"/>
            </a:lvl7pPr>
            <a:lvl8pPr defTabSz="914400">
              <a:defRPr lang="en-US" sz="1800"/>
            </a:lvl8pPr>
            <a:lvl9pPr defTabSz="914400">
              <a:defRPr lang="en-US" sz="1800"/>
            </a:lvl9pPr>
          </a:lstStyle>
          <a:p>
            <a:pPr marL="0" lvl="0" indent="0" defTabSz="914400" hangingPunct="true">
              <a:lnSpc>
                <a:spcPct val="100000"/>
              </a:lnSpc>
              <a:buNone/>
            </a:pPr>
            <a:r>
              <a:rPr lang="en-US" b="false" i="false" u="none" baseline="0">
                <a:latin typeface="Comic Sans MS" pitchFamily="66"/>
              </a:rPr>
              <a:t>Unix I/O, Standard I/O, and Robust I/O</a:t>
            </a:r>
            <a:endParaRPr/>
          </a:p>
        </p:txBody>
      </p:sp>
      <p:sp>
        <p:nvSpPr>
          <p:cNvPr id="193" name="Rectangle 4"/>
          <p:cNvSpPr>
            <a:spLocks noGrp="true" noChangeShapeType="true"/>
          </p:cNvSpPr>
          <p:nvPr/>
        </p:nvSpPr>
        <p:spPr>
          <a:xfrm>
            <a:off x="2740025" y="3141662"/>
            <a:ext cx="4041775" cy="1577975"/>
          </a:xfrm>
          <a:prstGeom prst="rect">
            <a:avLst/>
          </a:prstGeom>
          <a:solidFill>
            <a:srgbClr val="F6F5BD"/>
          </a:solidFill>
          <a:ln w="12700">
            <a:solidFill>
              <a:srgbClr val="000000"/>
            </a:solidFill>
            <a:miter/>
            <a:headEnd/>
            <a:tailEnd/>
          </a:ln>
        </p:spPr>
        <p:txBody>
          <a:bodyPr wrap="none" anchor="ctr" anchorCtr="false"/>
          <a:lstStyle/>
          <a:p>
            <a:pPr/>
            <a:endParaRPr sz="1400" dirty="false"/>
          </a:p>
        </p:txBody>
      </p:sp>
      <p:sp>
        <p:nvSpPr>
          <p:cNvPr id="194" name="Rectangle 5"/>
          <p:cNvSpPr>
            <a:spLocks noGrp="true" noChangeShapeType="true"/>
          </p:cNvSpPr>
          <p:nvPr/>
        </p:nvSpPr>
        <p:spPr>
          <a:xfrm>
            <a:off x="2740025" y="4719637"/>
            <a:ext cx="4041775" cy="685800"/>
          </a:xfrm>
          <a:prstGeom prst="rect">
            <a:avLst/>
          </a:prstGeom>
          <a:solidFill>
            <a:srgbClr val="E6E6E6"/>
          </a:solidFill>
          <a:ln w="12700">
            <a:solidFill>
              <a:srgbClr val="000000"/>
            </a:solidFill>
            <a:miter/>
            <a:headEnd/>
            <a:tailEnd/>
          </a:ln>
        </p:spPr>
        <p:txBody>
          <a:bodyPr wrap="none" anchor="ctr" anchorCtr="false"/>
          <a:lstStyle/>
          <a:p>
            <a:pPr lvl="0" fontAlgn="base">
              <a:lnSpc>
                <a:spcPct val="90000"/>
              </a:lnSpc>
              <a:spcBef>
                <a:spcPts val="0"/>
              </a:spcBef>
              <a:spcAft>
                <a:spcPts val="0"/>
              </a:spcAft>
              <a:buNone/>
            </a:pPr>
            <a:r>
              <a:rPr lang="en-US" sz="2000" b="false" i="false" u="none">
                <a:solidFill>
                  <a:srgbClr val="000000"/>
                </a:solidFill>
                <a:latin typeface="Calibri" pitchFamily="34"/>
              </a:rPr>
              <a:t>Unix I/O functions </a:t>
            </a:r>
            <a:endParaRPr lang="en-US" sz="2000"/>
          </a:p>
          <a:p>
            <a:pPr lvl="0" fontAlgn="base">
              <a:lnSpc>
                <a:spcPct val="90000"/>
              </a:lnSpc>
              <a:spcBef>
                <a:spcPts val="0"/>
              </a:spcBef>
              <a:spcAft>
                <a:spcPts val="0"/>
              </a:spcAft>
              <a:buNone/>
            </a:pPr>
            <a:r>
              <a:rPr lang="en-US" sz="2000" b="false" i="false" u="none">
                <a:solidFill>
                  <a:srgbClr val="000000"/>
                </a:solidFill>
                <a:latin typeface="Calibri" pitchFamily="34"/>
              </a:rPr>
              <a:t>(accessed via system calls)</a:t>
            </a:r>
            <a:endParaRPr/>
          </a:p>
        </p:txBody>
      </p:sp>
      <p:sp>
        <p:nvSpPr>
          <p:cNvPr id="195" name="Rectangle 6"/>
          <p:cNvSpPr>
            <a:spLocks noGrp="true" noChangeShapeType="true"/>
          </p:cNvSpPr>
          <p:nvPr/>
        </p:nvSpPr>
        <p:spPr>
          <a:xfrm>
            <a:off x="2741612" y="4033837"/>
            <a:ext cx="1447800" cy="685800"/>
          </a:xfrm>
          <a:prstGeom prst="rect">
            <a:avLst/>
          </a:prstGeom>
          <a:solidFill>
            <a:srgbClr val="D5F1CF"/>
          </a:solidFill>
          <a:ln w="12700">
            <a:solidFill>
              <a:srgbClr val="000000"/>
            </a:solidFill>
            <a:miter/>
            <a:headEnd/>
            <a:tailEnd/>
          </a:ln>
        </p:spPr>
        <p:txBody>
          <a:bodyPr wrap="none" anchor="ctr" anchorCtr="false"/>
          <a:lstStyle/>
          <a:p>
            <a:pPr lvl="0" algn="ctr" fontAlgn="base">
              <a:lnSpc>
                <a:spcPct val="90000"/>
              </a:lnSpc>
              <a:spcBef>
                <a:spcPts val="0"/>
              </a:spcBef>
              <a:spcAft>
                <a:spcPts val="0"/>
              </a:spcAft>
              <a:buNone/>
            </a:pPr>
            <a:r>
              <a:rPr lang="en-US" sz="1800" b="false" i="false" u="none">
                <a:solidFill>
                  <a:srgbClr val="000000"/>
                </a:solidFill>
                <a:latin typeface="Calibri" pitchFamily="34"/>
              </a:rPr>
              <a:t> Standard I/O </a:t>
            </a:r>
            <a:endParaRPr lang="en-US" sz="1800"/>
          </a:p>
          <a:p>
            <a:pPr lvl="0" algn="ctr" fontAlgn="base">
              <a:lnSpc>
                <a:spcPct val="90000"/>
              </a:lnSpc>
              <a:spcBef>
                <a:spcPts val="0"/>
              </a:spcBef>
              <a:spcAft>
                <a:spcPts val="0"/>
              </a:spcAft>
              <a:buNone/>
            </a:pPr>
            <a:r>
              <a:rPr lang="en-US" sz="1800" b="false" i="false" u="none">
                <a:solidFill>
                  <a:srgbClr val="000000"/>
                </a:solidFill>
                <a:latin typeface="Calibri" pitchFamily="34"/>
              </a:rPr>
              <a:t>functions</a:t>
            </a:r>
            <a:endParaRPr/>
          </a:p>
        </p:txBody>
      </p:sp>
      <p:sp>
        <p:nvSpPr>
          <p:cNvPr id="196" name="Text Box 7"/>
          <p:cNvSpPr txBox="true">
            <a:spLocks noGrp="true" noChangeShapeType="true"/>
          </p:cNvSpPr>
          <p:nvPr/>
        </p:nvSpPr>
        <p:spPr>
          <a:xfrm>
            <a:off x="3487737" y="3352800"/>
            <a:ext cx="2527300" cy="400050"/>
          </a:xfrm>
          <a:prstGeom prst="rect">
            <a:avLst/>
          </a:prstGeom>
          <a:noFill/>
        </p:spPr>
        <p:txBody>
          <a:bodyPr wrap="none" anchor="t">
            <a:spAutoFit/>
          </a:bodyPr>
          <a:lstStyle/>
          <a:p>
            <a:pPr lvl="0" algn="ctr">
              <a:lnSpc>
                <a:spcPct val="90000"/>
              </a:lnSpc>
              <a:spcBef>
                <a:spcPct val="20000"/>
              </a:spcBef>
            </a:pPr>
            <a:r>
              <a:rPr lang="en-US" sz="2000">
                <a:latin typeface="Calibri" pitchFamily="34"/>
              </a:rPr>
              <a:t>C application program</a:t>
            </a:r>
            <a:endParaRPr/>
          </a:p>
        </p:txBody>
      </p:sp>
      <p:sp>
        <p:nvSpPr>
          <p:cNvPr id="197" name="Text Box 8"/>
          <p:cNvSpPr txBox="true">
            <a:spLocks noGrp="true" noChangeShapeType="true"/>
          </p:cNvSpPr>
          <p:nvPr/>
        </p:nvSpPr>
        <p:spPr>
          <a:xfrm>
            <a:off x="241300" y="2679700"/>
            <a:ext cx="1989137" cy="1816100"/>
          </a:xfrm>
          <a:prstGeom prst="rect">
            <a:avLst/>
          </a:prstGeom>
          <a:solidFill>
            <a:srgbClr val="F2F2F2"/>
          </a:solidFill>
          <a:ln w="6350">
            <a:solidFill>
              <a:srgbClr val="000000"/>
            </a:solidFill>
            <a:miter/>
            <a:headEnd/>
            <a:tailEnd/>
          </a:ln>
        </p:spPr>
        <p:txBody>
          <a:bodyPr lIns="91440" tIns="45720" rIns="91440" bIns="45720" anchor="t">
            <a:spAutoFit/>
          </a:bodyPr>
          <a:lstStyle/>
          <a:p>
            <a:pPr lvl="0">
              <a:lnSpc>
                <a:spcPct val="90000"/>
              </a:lnSpc>
              <a:buNone/>
            </a:pPr>
            <a:r>
              <a:rPr lang="en-US" b="false" i="false" u="none">
                <a:solidFill>
                  <a:srgbClr val="000000"/>
                </a:solidFill>
                <a:latin typeface="Courier New" pitchFamily="49"/>
              </a:rPr>
              <a:t>fopen</a:t>
            </a:r>
            <a:r>
              <a:rPr lang="en-US" b="false" i="false" u="none">
                <a:solidFill>
                  <a:srgbClr val="000000"/>
                </a:solidFill>
                <a:latin typeface="Courier New" pitchFamily="49"/>
              </a:rPr>
              <a:t>  </a:t>
            </a:r>
            <a:r>
              <a:rPr lang="en-US" b="false" i="false" u="none">
                <a:solidFill>
                  <a:srgbClr val="000000"/>
                </a:solidFill>
                <a:latin typeface="Courier New" pitchFamily="49"/>
              </a:rPr>
              <a:t>fdopen</a:t>
            </a:r>
            <a:endParaRPr lang="en-US"/>
          </a:p>
          <a:p>
            <a:pPr lvl="0">
              <a:lnSpc>
                <a:spcPct val="90000"/>
              </a:lnSpc>
              <a:buNone/>
            </a:pPr>
            <a:r>
              <a:rPr lang="en-US" b="false" i="false" u="none">
                <a:solidFill>
                  <a:srgbClr val="000000"/>
                </a:solidFill>
                <a:latin typeface="Courier New" pitchFamily="49"/>
              </a:rPr>
              <a:t>fread</a:t>
            </a:r>
            <a:r>
              <a:rPr lang="en-US" b="false" i="false" u="none">
                <a:solidFill>
                  <a:srgbClr val="000000"/>
                </a:solidFill>
                <a:latin typeface="Courier New" pitchFamily="49"/>
              </a:rPr>
              <a:t>  </a:t>
            </a:r>
            <a:r>
              <a:rPr lang="en-US" b="false" i="false" u="none">
                <a:solidFill>
                  <a:srgbClr val="000000"/>
                </a:solidFill>
                <a:latin typeface="Courier New" pitchFamily="49"/>
              </a:rPr>
              <a:t>fwrite</a:t>
            </a:r>
            <a:r>
              <a:rPr lang="en-US" b="false" i="false" u="none">
                <a:solidFill>
                  <a:srgbClr val="000000"/>
                </a:solidFill>
                <a:latin typeface="Courier New" pitchFamily="49"/>
              </a:rPr>
              <a:t> </a:t>
            </a:r>
            <a:r>
              <a:rPr lang="en-US" b="false" i="false" u="none">
                <a:solidFill>
                  <a:srgbClr val="000000"/>
                </a:solidFill>
                <a:latin typeface="Courier New" pitchFamily="49"/>
              </a:rPr>
              <a:t>fscanf</a:t>
            </a:r>
            <a:r>
              <a:rPr lang="en-US" b="false" i="false" u="none">
                <a:solidFill>
                  <a:srgbClr val="000000"/>
                </a:solidFill>
                <a:latin typeface="Courier New" pitchFamily="49"/>
              </a:rPr>
              <a:t> </a:t>
            </a:r>
            <a:r>
              <a:rPr lang="en-US" b="false" i="false" u="none">
                <a:solidFill>
                  <a:srgbClr val="000000"/>
                </a:solidFill>
                <a:latin typeface="Courier New" pitchFamily="49"/>
              </a:rPr>
              <a:t>fprintf</a:t>
            </a:r>
            <a:r>
              <a:rPr lang="en-US" b="false" i="false" u="none">
                <a:solidFill>
                  <a:srgbClr val="000000"/>
                </a:solidFill>
                <a:latin typeface="Courier New" pitchFamily="49"/>
              </a:rPr>
              <a:t>  </a:t>
            </a:r>
            <a:r>
              <a:rPr lang="en-US" b="false" i="false" u="none">
                <a:solidFill>
                  <a:srgbClr val="000000"/>
                </a:solidFill>
                <a:latin typeface="Courier New" pitchFamily="49"/>
              </a:rPr>
              <a:t>sscanf</a:t>
            </a:r>
            <a:r>
              <a:rPr lang="en-US" b="false" i="false" u="none">
                <a:solidFill>
                  <a:srgbClr val="000000"/>
                </a:solidFill>
                <a:latin typeface="Courier New" pitchFamily="49"/>
              </a:rPr>
              <a:t> </a:t>
            </a:r>
            <a:r>
              <a:rPr lang="en-US" b="false" i="false" u="none">
                <a:solidFill>
                  <a:srgbClr val="000000"/>
                </a:solidFill>
                <a:latin typeface="Courier New" pitchFamily="49"/>
              </a:rPr>
              <a:t>sprintf</a:t>
            </a:r>
            <a:r>
              <a:rPr lang="en-US" b="false" i="false" u="none">
                <a:solidFill>
                  <a:srgbClr val="000000"/>
                </a:solidFill>
                <a:latin typeface="Courier New" pitchFamily="49"/>
              </a:rPr>
              <a:t> </a:t>
            </a:r>
            <a:r>
              <a:rPr lang="en-US" b="false" i="false" u="none">
                <a:solidFill>
                  <a:srgbClr val="000000"/>
                </a:solidFill>
                <a:latin typeface="Courier New" pitchFamily="49"/>
              </a:rPr>
              <a:t>fgets</a:t>
            </a:r>
            <a:r>
              <a:rPr lang="en-US" b="false" i="false" u="none">
                <a:solidFill>
                  <a:srgbClr val="000000"/>
                </a:solidFill>
                <a:latin typeface="Courier New" pitchFamily="49"/>
              </a:rPr>
              <a:t>  </a:t>
            </a:r>
            <a:r>
              <a:rPr lang="en-US" b="false" i="false" u="none">
                <a:solidFill>
                  <a:srgbClr val="000000"/>
                </a:solidFill>
                <a:latin typeface="Courier New" pitchFamily="49"/>
              </a:rPr>
              <a:t>fputs</a:t>
            </a:r>
            <a:r>
              <a:rPr lang="en-US" b="false" i="false" u="none">
                <a:solidFill>
                  <a:srgbClr val="000000"/>
                </a:solidFill>
                <a:latin typeface="Courier New" pitchFamily="49"/>
              </a:rPr>
              <a:t> </a:t>
            </a:r>
            <a:r>
              <a:rPr lang="en-US" b="false" i="false" u="none">
                <a:solidFill>
                  <a:srgbClr val="000000"/>
                </a:solidFill>
                <a:latin typeface="Courier New" pitchFamily="49"/>
              </a:rPr>
              <a:t>fflush</a:t>
            </a:r>
            <a:r>
              <a:rPr lang="en-US" b="false" i="false" u="none">
                <a:solidFill>
                  <a:srgbClr val="000000"/>
                </a:solidFill>
                <a:latin typeface="Courier New" pitchFamily="49"/>
              </a:rPr>
              <a:t> </a:t>
            </a:r>
            <a:r>
              <a:rPr lang="en-US" b="false" i="false" u="none">
                <a:solidFill>
                  <a:srgbClr val="000000"/>
                </a:solidFill>
                <a:latin typeface="Courier New" pitchFamily="49"/>
              </a:rPr>
              <a:t>fseek</a:t>
            </a:r>
            <a:endParaRPr lang="en-US"/>
          </a:p>
          <a:p>
            <a:pPr lvl="0">
              <a:lnSpc>
                <a:spcPct val="90000"/>
              </a:lnSpc>
              <a:buNone/>
            </a:pPr>
            <a:r>
              <a:rPr lang="en-US" b="false" i="false" u="none">
                <a:solidFill>
                  <a:srgbClr val="000000"/>
                </a:solidFill>
                <a:latin typeface="Courier New" pitchFamily="49"/>
              </a:rPr>
              <a:t>fclose</a:t>
            </a:r>
            <a:endParaRPr/>
          </a:p>
        </p:txBody>
      </p:sp>
      <p:sp>
        <p:nvSpPr>
          <p:cNvPr id="198" name="Text Box 9"/>
          <p:cNvSpPr txBox="true">
            <a:spLocks noGrp="true" noChangeShapeType="true"/>
          </p:cNvSpPr>
          <p:nvPr/>
        </p:nvSpPr>
        <p:spPr>
          <a:xfrm>
            <a:off x="530225" y="4648200"/>
            <a:ext cx="1663700" cy="838200"/>
          </a:xfrm>
          <a:prstGeom prst="rect">
            <a:avLst/>
          </a:prstGeom>
          <a:solidFill>
            <a:srgbClr val="F2F2F2"/>
          </a:solidFill>
          <a:ln w="6350">
            <a:solidFill>
              <a:srgbClr val="000000"/>
            </a:solidFill>
            <a:miter/>
            <a:headEnd/>
            <a:tailEnd/>
          </a:ln>
        </p:spPr>
        <p:txBody>
          <a:bodyPr wrap="none" anchor="t">
            <a:spAutoFit/>
          </a:bodyPr>
          <a:lstStyle/>
          <a:p>
            <a:pPr lvl="0">
              <a:lnSpc>
                <a:spcPct val="90000"/>
              </a:lnSpc>
              <a:buNone/>
            </a:pPr>
            <a:r>
              <a:rPr lang="en-US" b="false" i="false" u="none">
                <a:solidFill>
                  <a:srgbClr val="000000"/>
                </a:solidFill>
                <a:latin typeface="Courier New" pitchFamily="49"/>
              </a:rPr>
              <a:t>open   read</a:t>
            </a:r>
            <a:endParaRPr/>
          </a:p>
          <a:p>
            <a:pPr lvl="0">
              <a:lnSpc>
                <a:spcPct val="90000"/>
              </a:lnSpc>
              <a:buNone/>
            </a:pPr>
            <a:r>
              <a:rPr lang="en-US" b="false" i="false" u="none">
                <a:solidFill>
                  <a:srgbClr val="000000"/>
                </a:solidFill>
                <a:latin typeface="Courier New" pitchFamily="49"/>
              </a:rPr>
              <a:t>write  lseek</a:t>
            </a:r>
            <a:endParaRPr/>
          </a:p>
          <a:p>
            <a:pPr lvl="0">
              <a:lnSpc>
                <a:spcPct val="90000"/>
              </a:lnSpc>
              <a:buNone/>
            </a:pPr>
            <a:r>
              <a:rPr lang="en-US" b="false" i="false" u="none">
                <a:solidFill>
                  <a:srgbClr val="000000"/>
                </a:solidFill>
                <a:latin typeface="Courier New" pitchFamily="49"/>
              </a:rPr>
              <a:t>stat   close</a:t>
            </a:r>
            <a:endParaRPr/>
          </a:p>
        </p:txBody>
      </p:sp>
      <p:sp>
        <p:nvSpPr>
          <p:cNvPr id="199" name="Line 10"/>
          <p:cNvSpPr>
            <a:spLocks noGrp="true" noChangeShapeType="true"/>
          </p:cNvSpPr>
          <p:nvPr/>
        </p:nvSpPr>
        <p:spPr>
          <a:xfrm flipH="true" flipV="true">
            <a:off x="2230437" y="5068887"/>
            <a:ext cx="474662" cy="0"/>
          </a:xfrm>
          <a:prstGeom prst="line">
            <a:avLst/>
          </a:prstGeom>
          <a:noFill/>
          <a:ln w="12700">
            <a:solidFill>
              <a:srgbClr val="000000"/>
            </a:solidFill>
            <a:prstDash val="dash"/>
            <a:round/>
            <a:headEnd/>
            <a:tailEnd type="triangle" w="med" len="med"/>
          </a:ln>
        </p:spPr>
        <p:txBody>
          <a:bodyPr wrap="none" anchor="ctr" anchorCtr="false"/>
          <a:lstStyle/>
          <a:p>
            <a:pPr/>
            <a:endParaRPr sz="1400" dirty="false"/>
          </a:p>
        </p:txBody>
      </p:sp>
      <p:sp>
        <p:nvSpPr>
          <p:cNvPr id="200" name="Text Box 11"/>
          <p:cNvSpPr txBox="true">
            <a:spLocks noGrp="true" noChangeShapeType="true"/>
          </p:cNvSpPr>
          <p:nvPr/>
        </p:nvSpPr>
        <p:spPr>
          <a:xfrm>
            <a:off x="7150100" y="3719512"/>
            <a:ext cx="1841500" cy="1327150"/>
          </a:xfrm>
          <a:prstGeom prst="rect">
            <a:avLst/>
          </a:prstGeom>
          <a:solidFill>
            <a:srgbClr val="F2F2F2"/>
          </a:solidFill>
          <a:ln w="6350">
            <a:solidFill>
              <a:srgbClr val="000000"/>
            </a:solidFill>
            <a:miter/>
            <a:headEnd/>
            <a:tailEnd/>
          </a:ln>
        </p:spPr>
        <p:txBody>
          <a:bodyPr lIns="91440" tIns="45720" rIns="91440" bIns="45720" anchor="t">
            <a:spAutoFit/>
          </a:bodyPr>
          <a:lstStyle/>
          <a:p>
            <a:pPr lvl="0">
              <a:lnSpc>
                <a:spcPct val="90000"/>
              </a:lnSpc>
              <a:buNone/>
            </a:pPr>
            <a:r>
              <a:rPr lang="en-US" b="false" i="false" u="none">
                <a:solidFill>
                  <a:srgbClr val="000000"/>
                </a:solidFill>
                <a:latin typeface="Courier New" pitchFamily="49"/>
              </a:rPr>
              <a:t>rio_readn</a:t>
            </a:r>
            <a:endParaRPr/>
          </a:p>
          <a:p>
            <a:pPr lvl="0">
              <a:lnSpc>
                <a:spcPct val="90000"/>
              </a:lnSpc>
              <a:buNone/>
            </a:pPr>
            <a:r>
              <a:rPr lang="en-US" b="false" i="false" u="none">
                <a:solidFill>
                  <a:srgbClr val="000000"/>
                </a:solidFill>
                <a:latin typeface="Courier New" pitchFamily="49"/>
              </a:rPr>
              <a:t>rio_writen</a:t>
            </a:r>
            <a:endParaRPr/>
          </a:p>
          <a:p>
            <a:pPr lvl="0">
              <a:lnSpc>
                <a:spcPct val="90000"/>
              </a:lnSpc>
              <a:buNone/>
            </a:pPr>
            <a:r>
              <a:rPr lang="en-US" b="false" i="false" u="none">
                <a:solidFill>
                  <a:srgbClr val="000000"/>
                </a:solidFill>
                <a:latin typeface="Courier New" pitchFamily="49"/>
              </a:rPr>
              <a:t>rio_readinitb</a:t>
            </a:r>
            <a:endParaRPr/>
          </a:p>
          <a:p>
            <a:pPr lvl="0">
              <a:lnSpc>
                <a:spcPct val="90000"/>
              </a:lnSpc>
              <a:buNone/>
            </a:pPr>
            <a:r>
              <a:rPr lang="en-US" b="false" i="false" u="none">
                <a:solidFill>
                  <a:srgbClr val="000000"/>
                </a:solidFill>
                <a:latin typeface="Courier New" pitchFamily="49"/>
              </a:rPr>
              <a:t>rio_readlineb</a:t>
            </a:r>
            <a:endParaRPr/>
          </a:p>
          <a:p>
            <a:pPr lvl="0">
              <a:lnSpc>
                <a:spcPct val="90000"/>
              </a:lnSpc>
              <a:buNone/>
            </a:pPr>
            <a:r>
              <a:rPr lang="en-US" b="false" i="false" u="none">
                <a:solidFill>
                  <a:srgbClr val="000000"/>
                </a:solidFill>
                <a:latin typeface="Courier New" pitchFamily="49"/>
              </a:rPr>
              <a:t>rio_readnb</a:t>
            </a:r>
            <a:endParaRPr/>
          </a:p>
        </p:txBody>
      </p:sp>
      <p:sp>
        <p:nvSpPr>
          <p:cNvPr id="201" name="Rectangle 12"/>
          <p:cNvSpPr>
            <a:spLocks noGrp="true" noChangeShapeType="true"/>
          </p:cNvSpPr>
          <p:nvPr/>
        </p:nvSpPr>
        <p:spPr>
          <a:xfrm>
            <a:off x="5334000" y="4033837"/>
            <a:ext cx="1447800" cy="685800"/>
          </a:xfrm>
          <a:prstGeom prst="rect">
            <a:avLst/>
          </a:prstGeom>
          <a:solidFill>
            <a:srgbClr val="F1C7C7"/>
          </a:solidFill>
          <a:ln w="12700">
            <a:solidFill>
              <a:srgbClr val="000000"/>
            </a:solidFill>
            <a:miter/>
            <a:headEnd/>
            <a:tailEnd/>
          </a:ln>
        </p:spPr>
        <p:txBody>
          <a:bodyPr wrap="none" anchor="ctr" anchorCtr="false"/>
          <a:lstStyle/>
          <a:p>
            <a:pPr lvl="0" algn="ctr" fontAlgn="base">
              <a:lnSpc>
                <a:spcPct val="90000"/>
              </a:lnSpc>
              <a:spcBef>
                <a:spcPts val="0"/>
              </a:spcBef>
              <a:spcAft>
                <a:spcPts val="0"/>
              </a:spcAft>
              <a:buNone/>
            </a:pPr>
            <a:r>
              <a:rPr lang="en-US" sz="1800" b="false" i="false" u="none">
                <a:solidFill>
                  <a:srgbClr val="000000"/>
                </a:solidFill>
                <a:latin typeface="Calibri" pitchFamily="34"/>
              </a:rPr>
              <a:t> RIO</a:t>
            </a:r>
            <a:endParaRPr lang="en-US" sz="1800"/>
          </a:p>
          <a:p>
            <a:pPr lvl="0" algn="ctr" fontAlgn="base">
              <a:lnSpc>
                <a:spcPct val="90000"/>
              </a:lnSpc>
              <a:spcBef>
                <a:spcPts val="0"/>
              </a:spcBef>
              <a:spcAft>
                <a:spcPts val="0"/>
              </a:spcAft>
              <a:buNone/>
            </a:pPr>
            <a:r>
              <a:rPr lang="en-US" sz="1800" b="false" i="false" u="none">
                <a:solidFill>
                  <a:srgbClr val="000000"/>
                </a:solidFill>
                <a:latin typeface="Calibri" pitchFamily="34"/>
              </a:rPr>
              <a:t>functions</a:t>
            </a:r>
            <a:endParaRPr/>
          </a:p>
        </p:txBody>
      </p:sp>
      <p:sp>
        <p:nvSpPr>
          <p:cNvPr id="202" name="Line 13"/>
          <p:cNvSpPr>
            <a:spLocks noGrp="true" noChangeShapeType="true"/>
          </p:cNvSpPr>
          <p:nvPr/>
        </p:nvSpPr>
        <p:spPr>
          <a:xfrm flipH="true" flipV="true">
            <a:off x="2260600" y="3568700"/>
            <a:ext cx="482600" cy="749300"/>
          </a:xfrm>
          <a:prstGeom prst="line">
            <a:avLst/>
          </a:prstGeom>
          <a:noFill/>
          <a:ln w="12700">
            <a:solidFill>
              <a:srgbClr val="000000"/>
            </a:solidFill>
            <a:prstDash val="dash"/>
            <a:round/>
            <a:headEnd/>
            <a:tailEnd type="triangle" w="med" len="med"/>
          </a:ln>
        </p:spPr>
        <p:txBody>
          <a:bodyPr wrap="none" anchor="ctr" anchorCtr="false"/>
          <a:lstStyle/>
          <a:p>
            <a:pPr/>
            <a:endParaRPr sz="1400" dirty="false"/>
          </a:p>
        </p:txBody>
      </p:sp>
      <p:sp>
        <p:nvSpPr>
          <p:cNvPr id="203" name="Line 14"/>
          <p:cNvSpPr>
            <a:spLocks noGrp="true" noChangeShapeType="true"/>
          </p:cNvSpPr>
          <p:nvPr/>
        </p:nvSpPr>
        <p:spPr>
          <a:xfrm>
            <a:off x="6794500" y="4381500"/>
            <a:ext cx="368300" cy="0"/>
          </a:xfrm>
          <a:prstGeom prst="line">
            <a:avLst/>
          </a:prstGeom>
          <a:noFill/>
          <a:ln w="12700">
            <a:solidFill>
              <a:srgbClr val="000000"/>
            </a:solidFill>
            <a:prstDash val="dash"/>
            <a:round/>
            <a:headEnd/>
            <a:tailEnd type="triangle" w="med" len="med"/>
          </a:ln>
        </p:spPr>
        <p:txBody>
          <a:bodyPr wrap="none" anchor="ctr" anchorCtr="false"/>
          <a:lstStyle/>
          <a:p>
            <a:pPr/>
            <a:endParaRPr sz="1400" dirty="false"/>
          </a:p>
        </p:txBody>
      </p:sp>
      <p:sp>
        <p:nvSpPr>
          <p:cNvPr id="204" name="Rectangle 3"/>
          <p:cNvSpPr txBox="true">
            <a:spLocks noGrp="true" noChangeShapeType="true"/>
          </p:cNvSpPr>
          <p:nvPr/>
        </p:nvSpPr>
        <p:spPr>
          <a:xfrm>
            <a:off x="396875" y="1600200"/>
            <a:ext cx="8307387" cy="4494212"/>
          </a:xfrm>
          <a:prstGeom prst="rect">
            <a:avLst/>
          </a:prstGeom>
          <a:noFill/>
        </p:spPr>
        <p:txBody>
          <a:bodyPr lIns="91440" tIns="45720" rIns="91440" bIns="45720" anchor="t"/>
          <a:lstStyle/>
          <a:p>
            <a:pPr marL="342900" lvl="0" indent="-342900">
              <a:lnSpc>
                <a:spcPct val="90000"/>
              </a:lnSpc>
              <a:spcBef>
                <a:spcPct val="20000"/>
              </a:spcBef>
              <a:buChar char="•"/>
            </a:pPr>
            <a:r>
              <a:rPr lang="en-US" sz="2400" b="false" i="false" u="none"/>
              <a:t>Standard I/O and RIO are implemented using low-level Unix I/O</a:t>
            </a: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endParaRPr/>
          </a:p>
          <a:p>
            <a:pPr marL="342900" lvl="0" indent="-342900">
              <a:lnSpc>
                <a:spcPct val="90000"/>
              </a:lnSpc>
              <a:spcBef>
                <a:spcPct val="20000"/>
              </a:spcBef>
              <a:buChar char="•"/>
            </a:pPr>
            <a:r>
              <a:rPr lang="en-US" sz="2400" b="false" i="false" u="none"/>
              <a:t>Which ones should you use in your programs?</a:t>
            </a:r>
            <a:endParaRPr/>
          </a:p>
        </p:txBody>
      </p:sp>
    </p:spTree>
  </p:cSld>
  <p:clrMapOvr>
    <a:masterClrMapping/>
  </p:clrMapOvr>
  <p:transition/>
</p:sld>
</file>

<file path=ppt/slides/slide122.xml><?xml version="1.0" encoding="utf-8"?>
<p:sld xmlns:a="http://schemas.openxmlformats.org/drawingml/2006/main" xmlns:p="http://schemas.openxmlformats.org/presentationml/2006/main">
  <p:cSld>
    <p:spTree>
      <p:nvGrpSpPr>
        <p:cNvPr id="205" name=""/>
        <p:cNvGrpSpPr/>
        <p:nvPr/>
      </p:nvGrpSpPr>
      <p:grpSpPr>
        <a:xfrm>
          <a:off x="0" y="0"/>
          <a:ext cx="0" cy="0"/>
          <a:chOff x="0" y="0"/>
          <a:chExt cx="0" cy="0"/>
        </a:xfrm>
      </p:grpSpPr>
      <p:sp>
        <p:nvSpPr>
          <p:cNvPr id="206" name="Rectangle 1026"/>
          <p:cNvSpPr>
            <a:spLocks noGrp="true" noChangeShapeType="true"/>
          </p:cNvSpPr>
          <p:nvPr>
            <p:ph type="title"/>
          </p:nvPr>
        </p:nvSpPr>
        <p:spPr>
          <a:xfrm>
            <a:off x="390525" y="434975"/>
            <a:ext cx="7591425" cy="762000"/>
          </a:xfrm>
          <a:prstGeom prst="rect">
            <a:avLst/>
          </a:prstGeom>
          <a:noFill/>
        </p:spPr>
        <p:txBody>
          <a:bodyPr lIns="91440" tIns="45720" rIns="91440" bIns="45720" anchor="ctr" anchorCtr="false"/>
          <a:lstStyle/>
          <a:p>
            <a:pPr lvl="0"/>
            <a:r>
              <a:rPr lang="en-US">
                <a:ea typeface="SimSun" pitchFamily="2" charset="-122"/>
              </a:rPr>
              <a:t>Pros and Cons of Unix I/O</a:t>
            </a:r>
            <a:endParaRPr/>
          </a:p>
        </p:txBody>
      </p:sp>
      <p:sp>
        <p:nvSpPr>
          <p:cNvPr id="207" name="Rectangle 1027"/>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Pros</a:t>
            </a:r>
            <a:endParaRPr/>
          </a:p>
          <a:p>
            <a:pPr marL="742950" lvl="1" indent="-285750">
              <a:spcBef>
                <a:spcPct val="20000"/>
              </a:spcBef>
              <a:buSzPct val="100000"/>
              <a:buChar char="–"/>
            </a:pPr>
            <a:r>
              <a:rPr lang="en-US">
                <a:ea typeface="SimSun" pitchFamily="2" charset="-122"/>
              </a:rPr>
              <a:t>Unix I/O is the most general and lowest overhead form of I/O.</a:t>
            </a:r>
            <a:endParaRPr/>
          </a:p>
          <a:p>
            <a:pPr marL="1143000" lvl="2" indent="-228600">
              <a:spcBef>
                <a:spcPct val="20000"/>
              </a:spcBef>
              <a:buSzPct val="100000"/>
              <a:buChar char="•"/>
            </a:pPr>
            <a:r>
              <a:rPr lang="en-US">
                <a:ea typeface="SimSun" pitchFamily="2" charset="-122"/>
              </a:rPr>
              <a:t>All other I/O packages are implemented using Unix I/O functions.</a:t>
            </a:r>
            <a:endParaRPr/>
          </a:p>
          <a:p>
            <a:pPr marL="742950" lvl="1" indent="-285750">
              <a:spcBef>
                <a:spcPct val="20000"/>
              </a:spcBef>
              <a:buSzPct val="100000"/>
              <a:buChar char="–"/>
            </a:pPr>
            <a:r>
              <a:rPr lang="en-US">
                <a:ea typeface="SimSun" pitchFamily="2" charset="-122"/>
              </a:rPr>
              <a:t>Unix I/O provides functions for accessing file metadata.</a:t>
            </a:r>
            <a:r>
              <a:rPr lang="zh-CN">
                <a:ea typeface="SimSun" pitchFamily="2" charset="-122"/>
              </a:rPr>
              <a:t> </a:t>
            </a:r>
            <a:r>
              <a:rPr lang="en-US">
                <a:ea typeface="SimSun" pitchFamily="2" charset="-122"/>
              </a:rPr>
              <a:t>(Standard I/O</a:t>
            </a:r>
            <a:r>
              <a:rPr lang="zh-CN">
                <a:ea typeface="SimSun" pitchFamily="2" charset="-122"/>
              </a:rPr>
              <a:t>没有</a:t>
            </a:r>
            <a:r>
              <a:rPr lang="en-US">
                <a:ea typeface="SimSun" pitchFamily="2" charset="-122"/>
              </a:rPr>
              <a:t>stat</a:t>
            </a:r>
            <a:r>
              <a:rPr lang="zh-CN">
                <a:ea typeface="SimSun" pitchFamily="2" charset="-122"/>
              </a:rPr>
              <a:t>对应接口</a:t>
            </a:r>
            <a:r>
              <a:rPr lang="en-US">
                <a:ea typeface="SimSun" pitchFamily="2" charset="-122"/>
              </a:rPr>
              <a:t>)</a:t>
            </a:r>
            <a:endParaRPr/>
          </a:p>
          <a:p>
            <a:pPr marL="742950" lvl="1" indent="-285750">
              <a:spcBef>
                <a:spcPct val="20000"/>
              </a:spcBef>
              <a:buSzPct val="100000"/>
              <a:buChar char="–"/>
            </a:pPr>
            <a:r>
              <a:rPr lang="en-US">
                <a:ea typeface="SimSun" pitchFamily="2" charset="-122"/>
              </a:rPr>
              <a:t>Unix I/O functions are async-signal-safe and can be used safely in signal handlers. </a:t>
            </a:r>
            <a:endParaRPr/>
          </a:p>
        </p:txBody>
      </p:sp>
    </p:spTree>
  </p:cSld>
  <p:clrMapOvr>
    <a:masterClrMapping/>
  </p:clrMapOvr>
  <p:transition/>
</p:sld>
</file>

<file path=ppt/slides/slide123.xml><?xml version="1.0" encoding="utf-8"?>
<p:sld xmlns:a="http://schemas.openxmlformats.org/drawingml/2006/main" xmlns:p="http://schemas.openxmlformats.org/presentationml/2006/main">
  <p:cSld>
    <p:spTree>
      <p:nvGrpSpPr>
        <p:cNvPr id="208" name=""/>
        <p:cNvGrpSpPr/>
        <p:nvPr/>
      </p:nvGrpSpPr>
      <p:grpSpPr>
        <a:xfrm>
          <a:off x="0" y="0"/>
          <a:ext cx="0" cy="0"/>
          <a:chOff x="0" y="0"/>
          <a:chExt cx="0" cy="0"/>
        </a:xfrm>
      </p:grpSpPr>
      <p:sp>
        <p:nvSpPr>
          <p:cNvPr id="209" name="Rectangle 1026"/>
          <p:cNvSpPr>
            <a:spLocks noGrp="true" noChangeShapeType="true"/>
          </p:cNvSpPr>
          <p:nvPr>
            <p:ph type="title"/>
          </p:nvPr>
        </p:nvSpPr>
        <p:spPr>
          <a:xfrm>
            <a:off x="390525" y="434975"/>
            <a:ext cx="7591425" cy="762000"/>
          </a:xfrm>
          <a:prstGeom prst="rect">
            <a:avLst/>
          </a:prstGeom>
          <a:noFill/>
        </p:spPr>
        <p:txBody>
          <a:bodyPr lIns="91440" tIns="45720" rIns="91440" bIns="45720" anchor="ctr" anchorCtr="false"/>
          <a:lstStyle/>
          <a:p>
            <a:pPr lvl="0"/>
            <a:r>
              <a:rPr lang="en-US">
                <a:ea typeface="SimSun" pitchFamily="2" charset="-122"/>
              </a:rPr>
              <a:t>Pros and Cons of Unix I/O</a:t>
            </a:r>
            <a:endParaRPr/>
          </a:p>
        </p:txBody>
      </p:sp>
      <p:sp>
        <p:nvSpPr>
          <p:cNvPr id="210" name="Rectangle 1027"/>
          <p:cNvSpPr>
            <a:spLocks noGrp="true" noChangeShapeType="true"/>
          </p:cNvSpPr>
          <p:nvPr>
            <p:ph type="obj"/>
          </p:nvPr>
        </p:nvSpPr>
        <p:spPr>
          <a:xfrm>
            <a:off x="457200" y="1600200"/>
            <a:ext cx="83820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Cons</a:t>
            </a:r>
            <a:endParaRPr/>
          </a:p>
          <a:p>
            <a:pPr marL="742950" lvl="1" indent="-285750">
              <a:spcBef>
                <a:spcPct val="20000"/>
              </a:spcBef>
              <a:buSzPct val="100000"/>
              <a:buChar char="–"/>
            </a:pPr>
            <a:r>
              <a:rPr lang="en-US">
                <a:ea typeface="SimSun" pitchFamily="2" charset="-122"/>
              </a:rPr>
              <a:t>Dealing with </a:t>
            </a:r>
            <a:r>
              <a:rPr lang="en-US">
                <a:solidFill>
                  <a:srgbClr val="FF0000"/>
                </a:solidFill>
                <a:ea typeface="SimSun" pitchFamily="2" charset="-122"/>
              </a:rPr>
              <a:t>short counts </a:t>
            </a:r>
            <a:r>
              <a:rPr lang="en-US">
                <a:ea typeface="SimSun" pitchFamily="2" charset="-122"/>
              </a:rPr>
              <a:t>is tricky and error prone.</a:t>
            </a:r>
            <a:endParaRPr/>
          </a:p>
          <a:p>
            <a:pPr marL="742950" lvl="1" indent="-285750">
              <a:spcBef>
                <a:spcPct val="20000"/>
              </a:spcBef>
              <a:buSzPct val="100000"/>
              <a:buChar char="–"/>
            </a:pPr>
            <a:r>
              <a:rPr lang="en-US">
                <a:ea typeface="SimSun" pitchFamily="2" charset="-122"/>
              </a:rPr>
              <a:t>Efficient reading of text lines requires some form of </a:t>
            </a:r>
            <a:r>
              <a:rPr lang="en-US">
                <a:solidFill>
                  <a:srgbClr val="FF0000"/>
                </a:solidFill>
                <a:ea typeface="SimSun" pitchFamily="2" charset="-122"/>
              </a:rPr>
              <a:t>buffering</a:t>
            </a:r>
            <a:r>
              <a:rPr lang="en-US">
                <a:ea typeface="SimSun" pitchFamily="2" charset="-122"/>
              </a:rPr>
              <a:t>, also tricky and error prone.</a:t>
            </a:r>
            <a:endParaRPr/>
          </a:p>
          <a:p>
            <a:pPr marL="742950" lvl="1" indent="-285750">
              <a:spcBef>
                <a:spcPct val="20000"/>
              </a:spcBef>
              <a:buSzPct val="100000"/>
              <a:buChar char="–"/>
            </a:pPr>
            <a:r>
              <a:rPr lang="en-US">
                <a:ea typeface="SimSun" pitchFamily="2" charset="-122"/>
              </a:rPr>
              <a:t>Both of these issues are addressed by the standard I/O and RIO packages.</a:t>
            </a:r>
            <a:endParaRPr/>
          </a:p>
        </p:txBody>
      </p:sp>
    </p:spTree>
  </p:cSld>
  <p:clrMapOvr>
    <a:masterClrMapping/>
  </p:clrMapOvr>
  <p:transition/>
</p:sld>
</file>

<file path=ppt/slides/slide124.xml><?xml version="1.0" encoding="utf-8"?>
<p:sld xmlns:a="http://schemas.openxmlformats.org/drawingml/2006/main" xmlns:p="http://schemas.openxmlformats.org/presentationml/2006/main">
  <p:cSld>
    <p:spTree>
      <p:nvGrpSpPr>
        <p:cNvPr id="211" name=""/>
        <p:cNvGrpSpPr/>
        <p:nvPr/>
      </p:nvGrpSpPr>
      <p:grpSpPr>
        <a:xfrm>
          <a:off x="0" y="0"/>
          <a:ext cx="0" cy="0"/>
          <a:chOff x="0" y="0"/>
          <a:chExt cx="0" cy="0"/>
        </a:xfrm>
      </p:grpSpPr>
      <p:sp>
        <p:nvSpPr>
          <p:cNvPr id="212" name="Rectangle 2"/>
          <p:cNvSpPr>
            <a:spLocks noGrp="true" noChangeShapeType="true"/>
          </p:cNvSpPr>
          <p:nvPr>
            <p:ph type="title"/>
          </p:nvPr>
        </p:nvSpPr>
        <p:spPr>
          <a:xfrm>
            <a:off x="376237" y="434975"/>
            <a:ext cx="7591425" cy="762000"/>
          </a:xfrm>
          <a:prstGeom prst="rect">
            <a:avLst/>
          </a:prstGeom>
          <a:noFill/>
        </p:spPr>
        <p:txBody>
          <a:bodyPr lIns="91440" tIns="45720" rIns="91440" bIns="45720" anchor="ctr" anchorCtr="false"/>
          <a:lstStyle/>
          <a:p>
            <a:pPr lvl="0"/>
            <a:r>
              <a:rPr lang="en-US">
                <a:ea typeface="SimSun" pitchFamily="2" charset="-122"/>
              </a:rPr>
              <a:t>Pros and Cons of Standard I/O</a:t>
            </a:r>
            <a:endParaRPr/>
          </a:p>
        </p:txBody>
      </p:sp>
      <p:sp>
        <p:nvSpPr>
          <p:cNvPr id="213"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Pros:</a:t>
            </a:r>
            <a:endParaRPr/>
          </a:p>
          <a:p>
            <a:pPr marL="742950" lvl="1" indent="-285750">
              <a:spcBef>
                <a:spcPct val="20000"/>
              </a:spcBef>
              <a:buSzPct val="100000"/>
              <a:buChar char="–"/>
            </a:pPr>
            <a:r>
              <a:rPr lang="en-US">
                <a:ea typeface="SimSun" pitchFamily="2" charset="-122"/>
              </a:rPr>
              <a:t>Buffering increases efficiency by decreasing the number of </a:t>
            </a:r>
            <a:r>
              <a:rPr lang="en-US" b="true" i="false" u="none">
                <a:latin typeface="Courier New" pitchFamily="49"/>
                <a:ea typeface="SimSun" pitchFamily="2" charset="-122"/>
              </a:rPr>
              <a:t>read</a:t>
            </a:r>
            <a:r>
              <a:rPr lang="en-US">
                <a:ea typeface="SimSun" pitchFamily="2" charset="-122"/>
              </a:rPr>
              <a:t> and </a:t>
            </a:r>
            <a:r>
              <a:rPr lang="en-US" b="true" i="false" u="none">
                <a:latin typeface="Courier New" pitchFamily="49"/>
                <a:ea typeface="SimSun" pitchFamily="2" charset="-122"/>
              </a:rPr>
              <a:t>write</a:t>
            </a:r>
            <a:r>
              <a:rPr lang="en-US">
                <a:ea typeface="SimSun" pitchFamily="2" charset="-122"/>
              </a:rPr>
              <a:t> system calls</a:t>
            </a:r>
            <a:endParaRPr/>
          </a:p>
          <a:p>
            <a:pPr marL="742950" lvl="1" indent="-285750">
              <a:spcBef>
                <a:spcPct val="20000"/>
              </a:spcBef>
              <a:buSzPct val="100000"/>
              <a:buChar char="–"/>
            </a:pPr>
            <a:r>
              <a:rPr lang="en-US">
                <a:ea typeface="SimSun" pitchFamily="2" charset="-122"/>
              </a:rPr>
              <a:t>Short counts are handled automatically</a:t>
            </a:r>
            <a:endParaRPr/>
          </a:p>
        </p:txBody>
      </p:sp>
    </p:spTree>
  </p:cSld>
  <p:clrMapOvr>
    <a:masterClrMapping/>
  </p:clrMapOvr>
  <p:transition/>
</p:sld>
</file>

<file path=ppt/slides/slide125.xml><?xml version="1.0" encoding="utf-8"?>
<p:sld xmlns:a="http://schemas.openxmlformats.org/drawingml/2006/main" xmlns:p="http://schemas.openxmlformats.org/presentationml/2006/main">
  <p:cSld>
    <p:spTree>
      <p:nvGrpSpPr>
        <p:cNvPr id="214" name=""/>
        <p:cNvGrpSpPr/>
        <p:nvPr/>
      </p:nvGrpSpPr>
      <p:grpSpPr>
        <a:xfrm>
          <a:off x="0" y="0"/>
          <a:ext cx="0" cy="0"/>
          <a:chOff x="0" y="0"/>
          <a:chExt cx="0" cy="0"/>
        </a:xfrm>
      </p:grpSpPr>
      <p:sp>
        <p:nvSpPr>
          <p:cNvPr id="215" name="Rectangle 2"/>
          <p:cNvSpPr>
            <a:spLocks noGrp="true" noChangeShapeType="true"/>
          </p:cNvSpPr>
          <p:nvPr>
            <p:ph type="title"/>
          </p:nvPr>
        </p:nvSpPr>
        <p:spPr>
          <a:xfrm>
            <a:off x="376237" y="434975"/>
            <a:ext cx="7591425" cy="762000"/>
          </a:xfrm>
          <a:prstGeom prst="rect">
            <a:avLst/>
          </a:prstGeom>
          <a:noFill/>
        </p:spPr>
        <p:txBody>
          <a:bodyPr lIns="91440" tIns="45720" rIns="91440" bIns="45720" anchor="ctr" anchorCtr="false"/>
          <a:lstStyle/>
          <a:p>
            <a:pPr lvl="0"/>
            <a:r>
              <a:rPr lang="en-US">
                <a:ea typeface="SimSun" pitchFamily="2" charset="-122"/>
              </a:rPr>
              <a:t>Pros and Cons of Standard I/O</a:t>
            </a:r>
            <a:endParaRPr/>
          </a:p>
        </p:txBody>
      </p:sp>
      <p:sp>
        <p:nvSpPr>
          <p:cNvPr id="216"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Cons:</a:t>
            </a:r>
            <a:endParaRPr/>
          </a:p>
          <a:p>
            <a:pPr marL="742950" lvl="1" indent="-285750">
              <a:spcBef>
                <a:spcPct val="20000"/>
              </a:spcBef>
              <a:buSzPct val="100000"/>
              <a:buChar char="–"/>
            </a:pPr>
            <a:r>
              <a:rPr lang="en-US">
                <a:ea typeface="SimSun" pitchFamily="2" charset="-122"/>
              </a:rPr>
              <a:t>Provides no function for accessing file </a:t>
            </a:r>
            <a:r>
              <a:rPr lang="en-US">
                <a:solidFill>
                  <a:srgbClr val="FF0000"/>
                </a:solidFill>
                <a:ea typeface="SimSun" pitchFamily="2" charset="-122"/>
              </a:rPr>
              <a:t>metadata</a:t>
            </a:r>
            <a:endParaRPr/>
          </a:p>
          <a:p>
            <a:pPr marL="742950" lvl="1" indent="-285750">
              <a:spcBef>
                <a:spcPct val="20000"/>
              </a:spcBef>
              <a:buSzPct val="100000"/>
              <a:buChar char="–"/>
            </a:pPr>
            <a:r>
              <a:rPr lang="en-US">
                <a:ea typeface="SimSun" pitchFamily="2" charset="-122"/>
              </a:rPr>
              <a:t>Standard I/O functions are </a:t>
            </a:r>
            <a:r>
              <a:rPr lang="en-US">
                <a:solidFill>
                  <a:srgbClr val="FF0000"/>
                </a:solidFill>
                <a:ea typeface="SimSun" pitchFamily="2" charset="-122"/>
              </a:rPr>
              <a:t>not async-signal-safe</a:t>
            </a:r>
            <a:r>
              <a:rPr lang="en-US">
                <a:ea typeface="SimSun" pitchFamily="2" charset="-122"/>
              </a:rPr>
              <a:t>, and not appropriate for signal handlers. </a:t>
            </a:r>
            <a:endParaRPr/>
          </a:p>
          <a:p>
            <a:pPr marL="742950" lvl="1" indent="-285750">
              <a:spcBef>
                <a:spcPct val="20000"/>
              </a:spcBef>
              <a:buSzPct val="100000"/>
              <a:buChar char="–"/>
            </a:pPr>
            <a:r>
              <a:rPr lang="en-US">
                <a:ea typeface="SimSun" pitchFamily="2" charset="-122"/>
              </a:rPr>
              <a:t>Standard I/O is not appropriate for input and output on </a:t>
            </a:r>
            <a:r>
              <a:rPr lang="en-US">
                <a:solidFill>
                  <a:srgbClr val="FF0000"/>
                </a:solidFill>
                <a:ea typeface="SimSun" pitchFamily="2" charset="-122"/>
              </a:rPr>
              <a:t>network</a:t>
            </a:r>
            <a:r>
              <a:rPr lang="en-US">
                <a:ea typeface="SimSun" pitchFamily="2" charset="-122"/>
              </a:rPr>
              <a:t> sockets</a:t>
            </a:r>
            <a:endParaRPr/>
          </a:p>
          <a:p>
            <a:pPr marL="1143000" lvl="2" indent="-228600">
              <a:spcBef>
                <a:spcPct val="20000"/>
              </a:spcBef>
              <a:buSzPct val="100000"/>
              <a:buChar char="•"/>
            </a:pPr>
            <a:r>
              <a:rPr lang="en-US">
                <a:ea typeface="SimSun" pitchFamily="2" charset="-122"/>
              </a:rPr>
              <a:t>There are poorly documented restrictions on streams that interact badly with restrictions on sockets</a:t>
            </a:r>
            <a:endParaRPr/>
          </a:p>
        </p:txBody>
      </p:sp>
    </p:spTree>
  </p:cSld>
  <p:clrMapOvr>
    <a:masterClrMapping/>
  </p:clrMapOvr>
  <p:transition/>
</p:sld>
</file>

<file path=ppt/slides/slide126.xml><?xml version="1.0" encoding="utf-8"?>
<p:sld xmlns:a="http://schemas.openxmlformats.org/drawingml/2006/main" xmlns:p="http://schemas.openxmlformats.org/presentationml/2006/main">
  <p:cSld>
    <p:spTree>
      <p:nvGrpSpPr>
        <p:cNvPr id="217" name=""/>
        <p:cNvGrpSpPr/>
        <p:nvPr/>
      </p:nvGrpSpPr>
      <p:grpSpPr>
        <a:xfrm>
          <a:off x="0" y="0"/>
          <a:ext cx="0" cy="0"/>
          <a:chOff x="0" y="0"/>
          <a:chExt cx="0" cy="0"/>
        </a:xfrm>
      </p:grpSpPr>
      <p:sp>
        <p:nvSpPr>
          <p:cNvPr id="21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选择使用哪种</a:t>
            </a:r>
            <a:r>
              <a:rPr lang="en-US">
                <a:ea typeface="SimSun" pitchFamily="2" charset="-122"/>
              </a:rPr>
              <a:t>I/O</a:t>
            </a:r>
            <a:r>
              <a:rPr lang="zh-CN">
                <a:ea typeface="SimSun" pitchFamily="2" charset="-122"/>
              </a:rPr>
              <a:t>函数？</a:t>
            </a:r>
            <a:endParaRPr/>
          </a:p>
        </p:txBody>
      </p:sp>
      <p:sp>
        <p:nvSpPr>
          <p:cNvPr id="21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用户尽可能使用</a:t>
            </a:r>
            <a:r>
              <a:rPr lang="en-US">
                <a:ea typeface="SimSun" pitchFamily="2" charset="-122"/>
              </a:rPr>
              <a:t>Standard I/O</a:t>
            </a:r>
            <a:endParaRPr/>
          </a:p>
          <a:p>
            <a:pPr marL="742950" lvl="1" indent="-285750">
              <a:spcBef>
                <a:spcPct val="20000"/>
              </a:spcBef>
              <a:buSzPct val="100000"/>
              <a:buChar char="–"/>
            </a:pPr>
            <a:r>
              <a:rPr lang="zh-CN">
                <a:ea typeface="SimSun" pitchFamily="2" charset="-122"/>
              </a:rPr>
              <a:t>有</a:t>
            </a:r>
            <a:r>
              <a:rPr lang="en-US">
                <a:ea typeface="SimSun" pitchFamily="2" charset="-122"/>
              </a:rPr>
              <a:t>buffer</a:t>
            </a:r>
            <a:r>
              <a:rPr lang="zh-CN">
                <a:ea typeface="SimSun" pitchFamily="2" charset="-122"/>
              </a:rPr>
              <a:t>，减少</a:t>
            </a:r>
            <a:r>
              <a:rPr lang="en-US">
                <a:ea typeface="SimSun" pitchFamily="2" charset="-122"/>
              </a:rPr>
              <a:t>syscall</a:t>
            </a:r>
            <a:r>
              <a:rPr lang="zh-CN">
                <a:ea typeface="SimSun" pitchFamily="2" charset="-122"/>
              </a:rPr>
              <a:t>数量</a:t>
            </a:r>
            <a:endParaRPr lang="en-US"/>
          </a:p>
          <a:p>
            <a:pPr marL="742950" lvl="1" indent="-285750">
              <a:spcBef>
                <a:spcPct val="20000"/>
              </a:spcBef>
              <a:buSzPct val="100000"/>
              <a:buChar char="–"/>
            </a:pPr>
            <a:r>
              <a:rPr lang="zh-CN">
                <a:ea typeface="SimSun" pitchFamily="2" charset="-122"/>
              </a:rPr>
              <a:t>专业软件可能还是用</a:t>
            </a:r>
            <a:r>
              <a:rPr lang="en-US">
                <a:ea typeface="SimSun" pitchFamily="2" charset="-122"/>
              </a:rPr>
              <a:t>Unix I/O</a:t>
            </a:r>
            <a:r>
              <a:rPr lang="zh-CN">
                <a:ea typeface="SimSun" pitchFamily="2" charset="-122"/>
              </a:rPr>
              <a:t>，自己写</a:t>
            </a:r>
            <a:r>
              <a:rPr lang="en-US">
                <a:ea typeface="SimSun" pitchFamily="2" charset="-122"/>
              </a:rPr>
              <a:t>buffer</a:t>
            </a:r>
            <a:endParaRPr/>
          </a:p>
          <a:p>
            <a:pPr marL="342900" lvl="0" indent="-342900">
              <a:spcBef>
                <a:spcPct val="20000"/>
              </a:spcBef>
              <a:buSzPct val="100000"/>
              <a:buChar char="•"/>
            </a:pPr>
            <a:r>
              <a:rPr lang="zh-CN">
                <a:ea typeface="SimSun" pitchFamily="2" charset="-122"/>
              </a:rPr>
              <a:t>不要使用</a:t>
            </a:r>
            <a:r>
              <a:rPr lang="en-US">
                <a:ea typeface="SimSun" pitchFamily="2" charset="-122"/>
              </a:rPr>
              <a:t>scanf</a:t>
            </a:r>
            <a:r>
              <a:rPr lang="zh-CN">
                <a:ea typeface="SimSun" pitchFamily="2" charset="-122"/>
              </a:rPr>
              <a:t>或</a:t>
            </a:r>
            <a:r>
              <a:rPr lang="en-US">
                <a:ea typeface="SimSun" pitchFamily="2" charset="-122"/>
              </a:rPr>
              <a:t>rio_readlineb</a:t>
            </a:r>
            <a:r>
              <a:rPr lang="zh-CN">
                <a:ea typeface="SimSun" pitchFamily="2" charset="-122"/>
              </a:rPr>
              <a:t>来读取二进制文件</a:t>
            </a:r>
            <a:endParaRPr lang="en-US"/>
          </a:p>
          <a:p>
            <a:pPr marL="742950" lvl="1" indent="-285750">
              <a:spcBef>
                <a:spcPct val="20000"/>
              </a:spcBef>
              <a:buSzPct val="100000"/>
              <a:buChar char="–"/>
            </a:pPr>
            <a:r>
              <a:rPr lang="zh-CN">
                <a:ea typeface="SimSun" pitchFamily="2" charset="-122"/>
              </a:rPr>
              <a:t>它们是用处理文本文件的</a:t>
            </a:r>
            <a:endParaRPr lang="en-US"/>
          </a:p>
          <a:p>
            <a:pPr marL="742950" lvl="1" indent="-285750">
              <a:spcBef>
                <a:spcPct val="20000"/>
              </a:spcBef>
              <a:buSzPct val="100000"/>
              <a:buChar char="–"/>
            </a:pPr>
            <a:r>
              <a:rPr lang="zh-CN">
                <a:ea typeface="SimSun" pitchFamily="2" charset="-122"/>
              </a:rPr>
              <a:t>二进制中的</a:t>
            </a:r>
            <a:r>
              <a:rPr lang="en-US">
                <a:ea typeface="SimSun" pitchFamily="2" charset="-122"/>
              </a:rPr>
              <a:t>0xA</a:t>
            </a:r>
            <a:r>
              <a:rPr lang="zh-CN">
                <a:ea typeface="SimSun" pitchFamily="2" charset="-122"/>
              </a:rPr>
              <a:t>会被误解</a:t>
            </a:r>
            <a:endParaRPr lang="en-US"/>
          </a:p>
          <a:p>
            <a:pPr marL="342900" lvl="0" indent="-342900">
              <a:spcBef>
                <a:spcPct val="20000"/>
              </a:spcBef>
              <a:buSzPct val="100000"/>
              <a:buChar char="•"/>
            </a:pPr>
            <a:r>
              <a:rPr lang="zh-CN">
                <a:ea typeface="SimSun" pitchFamily="2" charset="-122"/>
              </a:rPr>
              <a:t>对网络套接字的</a:t>
            </a:r>
            <a:r>
              <a:rPr lang="en-US">
                <a:ea typeface="SimSun" pitchFamily="2" charset="-122"/>
              </a:rPr>
              <a:t>I/O</a:t>
            </a:r>
            <a:r>
              <a:rPr lang="zh-CN">
                <a:ea typeface="SimSun" pitchFamily="2" charset="-122"/>
              </a:rPr>
              <a:t>使用</a:t>
            </a:r>
            <a:r>
              <a:rPr lang="en-US">
                <a:ea typeface="SimSun" pitchFamily="2" charset="-122"/>
              </a:rPr>
              <a:t>RIO</a:t>
            </a:r>
            <a:r>
              <a:rPr lang="zh-CN">
                <a:ea typeface="SimSun" pitchFamily="2" charset="-122"/>
              </a:rPr>
              <a:t>函数</a:t>
            </a:r>
            <a:endParaRPr lang="en-US"/>
          </a:p>
          <a:p>
            <a:pPr marL="742950" lvl="1" indent="-285750">
              <a:spcBef>
                <a:spcPct val="20000"/>
              </a:spcBef>
              <a:buSzPct val="100000"/>
              <a:buChar char="–"/>
            </a:pPr>
            <a:r>
              <a:rPr lang="zh-CN">
                <a:ea typeface="SimSun" pitchFamily="2" charset="-122"/>
              </a:rPr>
              <a:t>网络也可以看作文件</a:t>
            </a:r>
            <a:endParaRPr lang="en-US"/>
          </a:p>
          <a:p>
            <a:pPr marL="742950" lvl="1" indent="-285750">
              <a:spcBef>
                <a:spcPct val="20000"/>
              </a:spcBef>
              <a:buSzPct val="100000"/>
              <a:buChar char="–"/>
            </a:pPr>
            <a:r>
              <a:rPr lang="zh-CN">
                <a:ea typeface="SimSun" pitchFamily="2" charset="-122"/>
              </a:rPr>
              <a:t>网络传输不稳定性更强，不一定能够访问到预定的大小</a:t>
            </a:r>
            <a:endParaRPr lang="en-US"/>
          </a:p>
          <a:p>
            <a:pPr marL="742950" lvl="1" indent="-285750">
              <a:spcBef>
                <a:spcPct val="20000"/>
              </a:spcBef>
              <a:buSzPct val="100000"/>
              <a:buChar char="–"/>
            </a:pPr>
            <a:r>
              <a:rPr lang="zh-CN">
                <a:ea typeface="SimSun" pitchFamily="2" charset="-122"/>
              </a:rPr>
              <a:t>网络套接字只能连续访问，不能使用</a:t>
            </a:r>
            <a:r>
              <a:rPr lang="en-US">
                <a:ea typeface="SimSun" pitchFamily="2" charset="-122"/>
              </a:rPr>
              <a:t>lseek</a:t>
            </a:r>
            <a:endParaRPr/>
          </a:p>
          <a:p>
            <a:pPr marL="342900" lvl="0" indent="-342900">
              <a:spcBef>
                <a:spcPct val="20000"/>
              </a:spcBef>
              <a:buSzPct val="100000"/>
              <a:buChar char="•"/>
            </a:pPr>
            <a:endParaRPr/>
          </a:p>
        </p:txBody>
      </p:sp>
      <p:sp>
        <p:nvSpPr>
          <p:cNvPr id="22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27.xml><?xml version="1.0" encoding="utf-8"?>
<p:sld xmlns:a="http://schemas.openxmlformats.org/drawingml/2006/main" xmlns:p="http://schemas.openxmlformats.org/presentationml/2006/main">
  <p:cSld>
    <p:spTree>
      <p:nvGrpSpPr>
        <p:cNvPr id="221" name=""/>
        <p:cNvGrpSpPr/>
        <p:nvPr/>
      </p:nvGrpSpPr>
      <p:grpSpPr>
        <a:xfrm>
          <a:off x="0" y="0"/>
          <a:ext cx="0" cy="0"/>
          <a:chOff x="0" y="0"/>
          <a:chExt cx="0" cy="0"/>
        </a:xfrm>
      </p:grpSpPr>
      <p:sp>
        <p:nvSpPr>
          <p:cNvPr id="222" name="Rectangle 2"/>
          <p:cNvSpPr>
            <a:spLocks noGrp="true" noChangeShapeType="true"/>
          </p:cNvSpPr>
          <p:nvPr>
            <p:ph type="title"/>
          </p:nvPr>
        </p:nvSpPr>
        <p:spPr>
          <a:xfrm>
            <a:off x="376237" y="434975"/>
            <a:ext cx="7591425" cy="762000"/>
          </a:xfrm>
          <a:prstGeom prst="rect">
            <a:avLst/>
          </a:prstGeom>
          <a:noFill/>
        </p:spPr>
        <p:txBody>
          <a:bodyPr lIns="91440" tIns="45720" rIns="91440" bIns="45720" anchor="ctr" anchorCtr="false"/>
          <a:lstStyle/>
          <a:p>
            <a:pPr lvl="0"/>
            <a:r>
              <a:rPr lang="en-US">
                <a:ea typeface="SimSun" pitchFamily="2" charset="-122"/>
              </a:rPr>
              <a:t>Restrictions on Streams</a:t>
            </a:r>
            <a:endParaRPr/>
          </a:p>
        </p:txBody>
      </p:sp>
      <p:sp>
        <p:nvSpPr>
          <p:cNvPr id="223"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Stream</a:t>
            </a:r>
            <a:r>
              <a:rPr lang="zh-CN">
                <a:ea typeface="SimSun" pitchFamily="2" charset="-122"/>
              </a:rPr>
              <a:t>是全双工的</a:t>
            </a:r>
            <a:endParaRPr lang="en-US"/>
          </a:p>
          <a:p>
            <a:pPr marL="742950" lvl="1" indent="-285750">
              <a:spcBef>
                <a:spcPct val="20000"/>
              </a:spcBef>
              <a:buSzPct val="100000"/>
              <a:buChar char="–"/>
            </a:pPr>
            <a:r>
              <a:rPr lang="zh-CN">
                <a:ea typeface="SimSun" pitchFamily="2" charset="-122"/>
              </a:rPr>
              <a:t>同一个流，可以输入，可以输出</a:t>
            </a:r>
            <a:endParaRPr lang="en-US"/>
          </a:p>
          <a:p>
            <a:pPr marL="342900" lvl="0" indent="-342900">
              <a:spcBef>
                <a:spcPct val="20000"/>
              </a:spcBef>
              <a:buSzPct val="100000"/>
              <a:buChar char="•"/>
            </a:pPr>
            <a:r>
              <a:rPr lang="zh-CN">
                <a:ea typeface="SimSun" pitchFamily="2" charset="-122"/>
              </a:rPr>
              <a:t>跟在输出函数之后的输入函数</a:t>
            </a:r>
            <a:endParaRPr lang="en-US"/>
          </a:p>
          <a:p>
            <a:pPr marL="742950" lvl="1" indent="-285750">
              <a:spcBef>
                <a:spcPct val="20000"/>
              </a:spcBef>
              <a:buSzPct val="100000"/>
              <a:buChar char="–"/>
            </a:pPr>
            <a:r>
              <a:rPr lang="zh-CN">
                <a:ea typeface="SimSun" pitchFamily="2" charset="-122"/>
              </a:rPr>
              <a:t>如果中间没有插入</a:t>
            </a:r>
            <a:r>
              <a:rPr lang="en-US">
                <a:ea typeface="SimSun" pitchFamily="2" charset="-122"/>
              </a:rPr>
              <a:t>fflush, fseek, fsetpos, rewind</a:t>
            </a:r>
            <a:r>
              <a:rPr lang="zh-CN">
                <a:ea typeface="SimSun" pitchFamily="2" charset="-122"/>
              </a:rPr>
              <a:t>（文件指针指向开始位置）函数，输入函数不能跟在输出函数之后</a:t>
            </a:r>
            <a:endParaRPr lang="en-US"/>
          </a:p>
          <a:p>
            <a:pPr marL="1143000" lvl="2" indent="-228600">
              <a:spcBef>
                <a:spcPct val="20000"/>
              </a:spcBef>
              <a:buSzPct val="100000"/>
              <a:buChar char="•"/>
            </a:pPr>
            <a:r>
              <a:rPr lang="en-US">
                <a:ea typeface="SimSun" pitchFamily="2" charset="-122"/>
              </a:rPr>
              <a:t>The fflush function </a:t>
            </a:r>
            <a:r>
              <a:rPr lang="en-US">
                <a:solidFill>
                  <a:srgbClr val="FF0000"/>
                </a:solidFill>
                <a:ea typeface="SimSun" pitchFamily="2" charset="-122"/>
              </a:rPr>
              <a:t>empties the buffer </a:t>
            </a:r>
            <a:r>
              <a:rPr lang="en-US">
                <a:ea typeface="SimSun" pitchFamily="2" charset="-122"/>
              </a:rPr>
              <a:t>associated with a stream. </a:t>
            </a:r>
            <a:endParaRPr/>
          </a:p>
          <a:p>
            <a:pPr marL="1143000" lvl="2" indent="-228600">
              <a:spcBef>
                <a:spcPct val="20000"/>
              </a:spcBef>
              <a:buSzPct val="100000"/>
              <a:buChar char="•"/>
            </a:pPr>
            <a:r>
              <a:rPr lang="en-US">
                <a:ea typeface="SimSun" pitchFamily="2" charset="-122"/>
              </a:rPr>
              <a:t>The latter three functions use the Unix I/O </a:t>
            </a:r>
            <a:r>
              <a:rPr lang="en-US">
                <a:solidFill>
                  <a:srgbClr val="FF0000"/>
                </a:solidFill>
                <a:ea typeface="SimSun" pitchFamily="2" charset="-122"/>
              </a:rPr>
              <a:t>lseek </a:t>
            </a:r>
            <a:r>
              <a:rPr lang="en-US">
                <a:ea typeface="SimSun" pitchFamily="2" charset="-122"/>
              </a:rPr>
              <a:t>function to reset the current file position.</a:t>
            </a:r>
            <a:endParaRPr/>
          </a:p>
        </p:txBody>
      </p:sp>
    </p:spTree>
  </p:cSld>
  <p:clrMapOvr>
    <a:masterClrMapping/>
  </p:clrMapOvr>
  <p:transition/>
</p:sld>
</file>

<file path=ppt/slides/slide128.xml><?xml version="1.0" encoding="utf-8"?>
<p:sld xmlns:a="http://schemas.openxmlformats.org/drawingml/2006/main" xmlns:p="http://schemas.openxmlformats.org/presentationml/2006/main">
  <p:cSld>
    <p:spTree>
      <p:nvGrpSpPr>
        <p:cNvPr id="224" name=""/>
        <p:cNvGrpSpPr/>
        <p:nvPr/>
      </p:nvGrpSpPr>
      <p:grpSpPr>
        <a:xfrm>
          <a:off x="0" y="0"/>
          <a:ext cx="0" cy="0"/>
          <a:chOff x="0" y="0"/>
          <a:chExt cx="0" cy="0"/>
        </a:xfrm>
      </p:grpSpPr>
      <p:sp>
        <p:nvSpPr>
          <p:cNvPr id="225" name="Rectangle 2"/>
          <p:cNvSpPr>
            <a:spLocks noGrp="true" noChangeShapeType="true"/>
          </p:cNvSpPr>
          <p:nvPr>
            <p:ph type="title"/>
          </p:nvPr>
        </p:nvSpPr>
        <p:spPr>
          <a:xfrm>
            <a:off x="376237" y="434975"/>
            <a:ext cx="7591425" cy="762000"/>
          </a:xfrm>
          <a:prstGeom prst="rect">
            <a:avLst/>
          </a:prstGeom>
          <a:noFill/>
        </p:spPr>
        <p:txBody>
          <a:bodyPr lIns="91440" tIns="45720" rIns="91440" bIns="45720" anchor="ctr" anchorCtr="false"/>
          <a:lstStyle/>
          <a:p>
            <a:pPr lvl="0"/>
            <a:r>
              <a:rPr lang="en-US">
                <a:ea typeface="SimSun" pitchFamily="2" charset="-122"/>
              </a:rPr>
              <a:t>Restrictions on Streams</a:t>
            </a:r>
            <a:endParaRPr/>
          </a:p>
        </p:txBody>
      </p:sp>
      <p:sp>
        <p:nvSpPr>
          <p:cNvPr id="226"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跟在输入函数之后的输出函数</a:t>
            </a:r>
            <a:endParaRPr lang="en-US"/>
          </a:p>
          <a:p>
            <a:pPr marL="742950" lvl="1" indent="-285750">
              <a:spcBef>
                <a:spcPct val="20000"/>
              </a:spcBef>
              <a:buSzPct val="100000"/>
              <a:buChar char="–"/>
            </a:pPr>
            <a:r>
              <a:rPr lang="zh-CN">
                <a:ea typeface="SimSun" pitchFamily="2" charset="-122"/>
              </a:rPr>
              <a:t>如果中间没有插入对</a:t>
            </a:r>
            <a:r>
              <a:rPr lang="en-US">
                <a:ea typeface="SimSun" pitchFamily="2" charset="-122"/>
              </a:rPr>
              <a:t>fseek, fsetpos, rewind</a:t>
            </a:r>
            <a:r>
              <a:rPr lang="zh-CN">
                <a:ea typeface="SimSun" pitchFamily="2" charset="-122"/>
              </a:rPr>
              <a:t>的调用，输出函数不能跟在输入函数后面</a:t>
            </a:r>
            <a:endParaRPr lang="en-US"/>
          </a:p>
          <a:p>
            <a:pPr marL="1143000" lvl="2" indent="-228600">
              <a:spcBef>
                <a:spcPct val="20000"/>
              </a:spcBef>
              <a:buSzPct val="100000"/>
              <a:buChar char="•"/>
            </a:pPr>
            <a:r>
              <a:rPr lang="zh-CN">
                <a:ea typeface="SimSun" pitchFamily="2" charset="-122"/>
              </a:rPr>
              <a:t>写入操作可能覆盖已有内容</a:t>
            </a:r>
            <a:endParaRPr lang="en-US"/>
          </a:p>
          <a:p>
            <a:pPr marL="1143000" lvl="2" indent="-228600">
              <a:spcBef>
                <a:spcPct val="20000"/>
              </a:spcBef>
              <a:buSzPct val="100000"/>
              <a:buChar char="•"/>
            </a:pPr>
            <a:r>
              <a:rPr lang="zh-CN">
                <a:ea typeface="SimSun" pitchFamily="2" charset="-122"/>
              </a:rPr>
              <a:t>除非输入函数已经到了</a:t>
            </a:r>
            <a:r>
              <a:rPr lang="en-US">
                <a:ea typeface="SimSun" pitchFamily="2" charset="-122"/>
              </a:rPr>
              <a:t>end-of-file</a:t>
            </a:r>
            <a:endParaRPr/>
          </a:p>
          <a:p>
            <a:pPr marL="342900" lvl="0" indent="-342900">
              <a:spcBef>
                <a:spcPct val="20000"/>
              </a:spcBef>
              <a:buSzPct val="100000"/>
              <a:buChar char="•"/>
            </a:pPr>
            <a:endParaRPr/>
          </a:p>
        </p:txBody>
      </p:sp>
    </p:spTree>
  </p:cSld>
  <p:clrMapOvr>
    <a:masterClrMapping/>
  </p:clrMapOvr>
  <p:transition/>
</p:sld>
</file>

<file path=ppt/slides/slide129.xml><?xml version="1.0" encoding="utf-8"?>
<p:sld xmlns:a="http://schemas.openxmlformats.org/drawingml/2006/main" xmlns:p="http://schemas.openxmlformats.org/presentationml/2006/main">
  <p:cSld>
    <p:spTree>
      <p:nvGrpSpPr>
        <p:cNvPr id="233" name=""/>
        <p:cNvGrpSpPr/>
        <p:nvPr/>
      </p:nvGrpSpPr>
      <p:grpSpPr>
        <a:xfrm>
          <a:off x="0" y="0"/>
          <a:ext cx="0" cy="0"/>
          <a:chOff x="0" y="0"/>
          <a:chExt cx="0" cy="0"/>
        </a:xfrm>
      </p:grpSpPr>
      <p:sp>
        <p:nvSpPr>
          <p:cNvPr id="234" name="Rectangle 2"/>
          <p:cNvSpPr>
            <a:spLocks noGrp="true" noChangeShapeType="true"/>
          </p:cNvSpPr>
          <p:nvPr>
            <p:ph type="title"/>
          </p:nvPr>
        </p:nvSpPr>
        <p:spPr>
          <a:xfrm>
            <a:off x="376237" y="434975"/>
            <a:ext cx="7591425" cy="762000"/>
          </a:xfrm>
          <a:prstGeom prst="rect">
            <a:avLst/>
          </a:prstGeom>
          <a:noFill/>
        </p:spPr>
        <p:txBody>
          <a:bodyPr lIns="91440" tIns="45720" rIns="91440" bIns="45720" anchor="ctr" anchorCtr="false"/>
          <a:lstStyle/>
          <a:p>
            <a:pPr lvl="0"/>
            <a:r>
              <a:rPr lang="en-US">
                <a:ea typeface="SimSun" pitchFamily="2" charset="-122"/>
              </a:rPr>
              <a:t>Restrictions on Streams</a:t>
            </a:r>
            <a:endParaRPr/>
          </a:p>
        </p:txBody>
      </p:sp>
      <p:sp>
        <p:nvSpPr>
          <p:cNvPr id="235"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vl6pPr defTabSz="914400">
              <a:defRPr lang="en-US" sz="1800"/>
            </a:lvl6pPr>
            <a:lvl7pPr defTabSz="914400">
              <a:defRPr lang="en-US" sz="1800"/>
            </a:lvl7pPr>
            <a:lvl8pPr defTabSz="914400">
              <a:defRPr lang="en-US" sz="1800"/>
            </a:lvl8pPr>
            <a:lvl9pPr defTabSz="914400">
              <a:defRPr lang="en-US" sz="1800"/>
            </a:lvl9pPr>
          </a:lstStyle>
          <a:p>
            <a:pPr marL="342900" lvl="0" indent="-342900" defTabSz="914400" hangingPunct="true">
              <a:lnSpc>
                <a:spcPct val="100000"/>
              </a:lnSpc>
              <a:spcBef>
                <a:spcPct val="20000"/>
              </a:spcBef>
              <a:buSzPct val="100000"/>
              <a:buChar char="•"/>
            </a:pPr>
            <a:r>
              <a:rPr lang="en-US" baseline="0">
                <a:ea typeface="SimSun" pitchFamily="2" charset="-122"/>
              </a:rPr>
              <a:t>The only way to work around the second restriction is to </a:t>
            </a:r>
            <a:endParaRPr lang="en-US"/>
          </a:p>
          <a:p>
            <a:pPr marL="742950" lvl="1" indent="-285750" defTabSz="914400" hangingPunct="true">
              <a:lnSpc>
                <a:spcPct val="100000"/>
              </a:lnSpc>
              <a:spcBef>
                <a:spcPct val="20000"/>
              </a:spcBef>
              <a:buSzPct val="100000"/>
              <a:buChar char="–"/>
            </a:pPr>
            <a:r>
              <a:rPr lang="en-US" baseline="0">
                <a:ea typeface="SimSun" pitchFamily="2" charset="-122"/>
              </a:rPr>
              <a:t>open two streams on the same open socket descriptor</a:t>
            </a:r>
            <a:endParaRPr lang="en-US"/>
          </a:p>
          <a:p>
            <a:pPr marL="742950" lvl="1" indent="-285750" defTabSz="914400" hangingPunct="true">
              <a:lnSpc>
                <a:spcPct val="100000"/>
              </a:lnSpc>
              <a:spcBef>
                <a:spcPct val="20000"/>
              </a:spcBef>
              <a:buSzPct val="100000"/>
              <a:buChar char="–"/>
            </a:pPr>
            <a:endParaRPr/>
          </a:p>
          <a:p>
            <a:pPr marL="742950" lvl="1" indent="-285750" defTabSz="914400" hangingPunct="true">
              <a:lnSpc>
                <a:spcPct val="100000"/>
              </a:lnSpc>
              <a:spcBef>
                <a:spcPct val="20000"/>
              </a:spcBef>
              <a:buNone/>
            </a:pPr>
            <a:r>
              <a:rPr lang="en-US" baseline="0">
                <a:latin typeface="Times New Roman" pitchFamily="18"/>
                <a:ea typeface="SimSun" pitchFamily="2" charset="-122"/>
              </a:rPr>
              <a:t>FILE *</a:t>
            </a:r>
            <a:r>
              <a:rPr lang="en-US" baseline="0">
                <a:latin typeface="Times New Roman" pitchFamily="18"/>
                <a:ea typeface="SimSun" pitchFamily="2" charset="-122"/>
              </a:rPr>
              <a:t>fpin</a:t>
            </a:r>
            <a:r>
              <a:rPr lang="en-US" baseline="0">
                <a:latin typeface="Times New Roman" pitchFamily="18"/>
                <a:ea typeface="SimSun" pitchFamily="2" charset="-122"/>
              </a:rPr>
              <a:t>, *</a:t>
            </a:r>
            <a:r>
              <a:rPr lang="en-US" baseline="0">
                <a:latin typeface="Times New Roman" pitchFamily="18"/>
                <a:ea typeface="SimSun" pitchFamily="2" charset="-122"/>
              </a:rPr>
              <a:t>fpout</a:t>
            </a:r>
            <a:r>
              <a:rPr lang="en-US" baseline="0">
                <a:latin typeface="Times New Roman" pitchFamily="18"/>
                <a:ea typeface="SimSun" pitchFamily="2" charset="-122"/>
              </a:rPr>
              <a:t>;</a:t>
            </a:r>
            <a:endParaRPr lang="en-US"/>
          </a:p>
          <a:p>
            <a:pPr marL="742950" lvl="1" indent="-285750" defTabSz="914400" hangingPunct="true">
              <a:lnSpc>
                <a:spcPct val="100000"/>
              </a:lnSpc>
              <a:spcBef>
                <a:spcPct val="20000"/>
              </a:spcBef>
              <a:buNone/>
            </a:pPr>
            <a:r>
              <a:rPr lang="en-US" baseline="0">
                <a:latin typeface="Times New Roman" pitchFamily="18"/>
                <a:ea typeface="SimSun" pitchFamily="2" charset="-122"/>
              </a:rPr>
              <a:t>fpin</a:t>
            </a:r>
            <a:r>
              <a:rPr lang="en-US" baseline="0">
                <a:latin typeface="Times New Roman" pitchFamily="18"/>
                <a:ea typeface="SimSun" pitchFamily="2" charset="-122"/>
              </a:rPr>
              <a:t> = </a:t>
            </a:r>
            <a:r>
              <a:rPr lang="en-US" baseline="0">
                <a:latin typeface="Times New Roman" pitchFamily="18"/>
                <a:ea typeface="SimSun" pitchFamily="2" charset="-122"/>
              </a:rPr>
              <a:t>fdopen</a:t>
            </a:r>
            <a:r>
              <a:rPr lang="en-US" baseline="0">
                <a:latin typeface="Times New Roman" pitchFamily="18"/>
                <a:ea typeface="SimSun" pitchFamily="2" charset="-122"/>
              </a:rPr>
              <a:t>(</a:t>
            </a:r>
            <a:r>
              <a:rPr lang="en-US" baseline="0">
                <a:latin typeface="Times New Roman" pitchFamily="18"/>
                <a:ea typeface="SimSun" pitchFamily="2" charset="-122"/>
              </a:rPr>
              <a:t>sockfd</a:t>
            </a:r>
            <a:r>
              <a:rPr lang="en-US" baseline="0">
                <a:latin typeface="Times New Roman" pitchFamily="18"/>
                <a:ea typeface="SimSun" pitchFamily="2" charset="-122"/>
              </a:rPr>
              <a:t>, "r");</a:t>
            </a:r>
            <a:endParaRPr lang="en-US"/>
          </a:p>
          <a:p>
            <a:pPr marL="742950" lvl="1" indent="-285750" defTabSz="914400" hangingPunct="true">
              <a:lnSpc>
                <a:spcPct val="100000"/>
              </a:lnSpc>
              <a:spcBef>
                <a:spcPct val="20000"/>
              </a:spcBef>
              <a:buNone/>
            </a:pPr>
            <a:r>
              <a:rPr lang="en-US" baseline="0">
                <a:latin typeface="Times New Roman" pitchFamily="18"/>
                <a:ea typeface="SimSun" pitchFamily="2" charset="-122"/>
              </a:rPr>
              <a:t>fpout</a:t>
            </a:r>
            <a:r>
              <a:rPr lang="en-US" baseline="0">
                <a:latin typeface="Times New Roman" pitchFamily="18"/>
                <a:ea typeface="SimSun" pitchFamily="2" charset="-122"/>
              </a:rPr>
              <a:t> = </a:t>
            </a:r>
            <a:r>
              <a:rPr lang="en-US" baseline="0">
                <a:latin typeface="Times New Roman" pitchFamily="18"/>
                <a:ea typeface="SimSun" pitchFamily="2" charset="-122"/>
              </a:rPr>
              <a:t>fdopen</a:t>
            </a:r>
            <a:r>
              <a:rPr lang="en-US" baseline="0">
                <a:latin typeface="Times New Roman" pitchFamily="18"/>
                <a:ea typeface="SimSun" pitchFamily="2" charset="-122"/>
              </a:rPr>
              <a:t>(</a:t>
            </a:r>
            <a:r>
              <a:rPr lang="en-US" baseline="0">
                <a:latin typeface="Times New Roman" pitchFamily="18"/>
                <a:ea typeface="SimSun" pitchFamily="2" charset="-122"/>
              </a:rPr>
              <a:t>sockfd</a:t>
            </a:r>
            <a:r>
              <a:rPr lang="en-US" baseline="0">
                <a:latin typeface="Times New Roman" pitchFamily="18"/>
                <a:ea typeface="SimSun" pitchFamily="2" charset="-122"/>
              </a:rPr>
              <a:t>, "w");</a:t>
            </a:r>
            <a:endParaRPr lang="en-US"/>
          </a:p>
          <a:p>
            <a:pPr marL="742950" lvl="1" indent="-285750" defTabSz="914400" hangingPunct="true">
              <a:lnSpc>
                <a:spcPct val="100000"/>
              </a:lnSpc>
              <a:spcBef>
                <a:spcPct val="20000"/>
              </a:spcBef>
              <a:buNone/>
            </a:pPr>
            <a:endParaRPr/>
          </a:p>
          <a:p>
            <a:pPr marL="742950" lvl="1" indent="-285750" defTabSz="914400" hangingPunct="true">
              <a:lnSpc>
                <a:spcPct val="100000"/>
              </a:lnSpc>
              <a:spcBef>
                <a:spcPct val="20000"/>
              </a:spcBef>
              <a:buNone/>
            </a:pPr>
            <a:r>
              <a:rPr lang="en-US" baseline="0">
                <a:latin typeface="Times New Roman" pitchFamily="18"/>
                <a:ea typeface="SimSun" pitchFamily="2" charset="-122"/>
              </a:rPr>
              <a:t>fclose</a:t>
            </a:r>
            <a:r>
              <a:rPr lang="en-US" baseline="0">
                <a:latin typeface="Times New Roman" pitchFamily="18"/>
                <a:ea typeface="SimSun" pitchFamily="2" charset="-122"/>
              </a:rPr>
              <a:t>(</a:t>
            </a:r>
            <a:r>
              <a:rPr lang="en-US" baseline="0">
                <a:latin typeface="Times New Roman" pitchFamily="18"/>
                <a:ea typeface="SimSun" pitchFamily="2" charset="-122"/>
              </a:rPr>
              <a:t>fpin</a:t>
            </a:r>
            <a:r>
              <a:rPr lang="en-US" baseline="0">
                <a:latin typeface="Times New Roman" pitchFamily="18"/>
                <a:ea typeface="SimSun" pitchFamily="2" charset="-122"/>
              </a:rPr>
              <a:t>);</a:t>
            </a:r>
            <a:endParaRPr lang="en-US"/>
          </a:p>
          <a:p>
            <a:pPr marL="742950" lvl="1" indent="-285750" defTabSz="914400" hangingPunct="true">
              <a:lnSpc>
                <a:spcPct val="100000"/>
              </a:lnSpc>
              <a:spcBef>
                <a:spcPct val="20000"/>
              </a:spcBef>
              <a:buNone/>
            </a:pPr>
            <a:r>
              <a:rPr lang="en-US" baseline="0">
                <a:latin typeface="Times New Roman" pitchFamily="18"/>
                <a:ea typeface="SimSun" pitchFamily="2" charset="-122"/>
              </a:rPr>
              <a:t>fclose</a:t>
            </a:r>
            <a:r>
              <a:rPr lang="en-US" baseline="0">
                <a:latin typeface="Times New Roman" pitchFamily="18"/>
                <a:ea typeface="SimSun" pitchFamily="2" charset="-122"/>
              </a:rPr>
              <a:t>(</a:t>
            </a:r>
            <a:r>
              <a:rPr lang="en-US" baseline="0">
                <a:latin typeface="Times New Roman" pitchFamily="18"/>
                <a:ea typeface="SimSun" pitchFamily="2" charset="-122"/>
              </a:rPr>
              <a:t>fpout</a:t>
            </a:r>
            <a:r>
              <a:rPr lang="en-US" baseline="0">
                <a:latin typeface="Times New Roman" pitchFamily="18"/>
                <a:ea typeface="SimSun" pitchFamily="2" charset="-122"/>
              </a:rPr>
              <a:t>);</a:t>
            </a:r>
            <a:endParaRPr/>
          </a:p>
        </p:txBody>
      </p:sp>
    </p:spTree>
  </p:cSld>
  <p:clrMapOvr>
    <a:masterClrMapping/>
  </p:clrMapOvr>
  <p:transition/>
</p:sld>
</file>

<file path=ppt/slides/slide130.xml><?xml version="1.0" encoding="utf-8"?>
<p:sld xmlns:a="http://schemas.openxmlformats.org/drawingml/2006/main" xmlns:p="http://schemas.openxmlformats.org/presentationml/2006/main">
  <p:cSld>
    <p:spTree>
      <p:nvGrpSpPr>
        <p:cNvPr id="236" name=""/>
        <p:cNvGrpSpPr/>
        <p:nvPr/>
      </p:nvGrpSpPr>
      <p:grpSpPr>
        <a:xfrm>
          <a:off x="0" y="0"/>
          <a:ext cx="0" cy="0"/>
          <a:chOff x="0" y="0"/>
          <a:chExt cx="0" cy="0"/>
        </a:xfrm>
      </p:grpSpPr>
      <p:sp>
        <p:nvSpPr>
          <p:cNvPr id="237" name="Rectangle 2"/>
          <p:cNvSpPr>
            <a:spLocks noGrp="true" noChangeShapeType="true"/>
          </p:cNvSpPr>
          <p:nvPr>
            <p:ph type="title"/>
          </p:nvPr>
        </p:nvSpPr>
        <p:spPr>
          <a:xfrm>
            <a:off x="381000" y="533400"/>
            <a:ext cx="6878637" cy="573087"/>
          </a:xfrm>
          <a:prstGeom prst="rect">
            <a:avLst/>
          </a:prstGeom>
          <a:noFill/>
        </p:spPr>
        <p:txBody>
          <a:bodyPr lIns="91440" tIns="45720" rIns="91440" bIns="45720" anchor="ctr" anchorCtr="false"/>
          <a:lstStyle/>
          <a:p>
            <a:pPr lvl="0"/>
            <a:r>
              <a:rPr lang="en-US">
                <a:ea typeface="SimSun" pitchFamily="2" charset="-122"/>
              </a:rPr>
              <a:t>Choosing I/O Functions</a:t>
            </a:r>
            <a:endParaRPr/>
          </a:p>
        </p:txBody>
      </p:sp>
      <p:sp>
        <p:nvSpPr>
          <p:cNvPr id="238" name="Rectangle 3"/>
          <p:cNvSpPr>
            <a:spLocks noGrp="true" noChangeShapeType="true"/>
          </p:cNvSpPr>
          <p:nvPr>
            <p:ph type="obj"/>
          </p:nvPr>
        </p:nvSpPr>
        <p:spPr>
          <a:xfrm>
            <a:off x="381000" y="1600200"/>
            <a:ext cx="8229600" cy="48768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General rule: use the highest-level I/O functions you can</a:t>
            </a:r>
            <a:endParaRPr/>
          </a:p>
          <a:p>
            <a:pPr marL="742950" lvl="1" indent="-285750">
              <a:spcBef>
                <a:spcPct val="20000"/>
              </a:spcBef>
              <a:buSzPct val="100000"/>
              <a:buChar char="–"/>
            </a:pPr>
            <a:r>
              <a:rPr lang="en-US">
                <a:ea typeface="SimSun" pitchFamily="2" charset="-122"/>
              </a:rPr>
              <a:t>Many C programmers are able to do all of their work using the standard I/O functions</a:t>
            </a:r>
            <a:endParaRPr/>
          </a:p>
          <a:p>
            <a:pPr marL="742950" lvl="1" indent="-285750">
              <a:spcBef>
                <a:spcPct val="20000"/>
              </a:spcBef>
              <a:buNone/>
            </a:pPr>
            <a:endParaRPr/>
          </a:p>
        </p:txBody>
      </p:sp>
    </p:spTree>
  </p:cSld>
  <p:clrMapOvr>
    <a:masterClrMapping/>
  </p:clrMapOvr>
  <p:transition/>
</p:sld>
</file>

<file path=ppt/slides/slide131.xml><?xml version="1.0" encoding="utf-8"?>
<p:sld xmlns:a="http://schemas.openxmlformats.org/drawingml/2006/main" xmlns:p="http://schemas.openxmlformats.org/presentationml/2006/main">
  <p:cSld>
    <p:spTree>
      <p:nvGrpSpPr>
        <p:cNvPr id="239" name=""/>
        <p:cNvGrpSpPr/>
        <p:nvPr/>
      </p:nvGrpSpPr>
      <p:grpSpPr>
        <a:xfrm>
          <a:off x="0" y="0"/>
          <a:ext cx="0" cy="0"/>
          <a:chOff x="0" y="0"/>
          <a:chExt cx="0" cy="0"/>
        </a:xfrm>
      </p:grpSpPr>
      <p:sp>
        <p:nvSpPr>
          <p:cNvPr id="240" name="Rectangle 2"/>
          <p:cNvSpPr>
            <a:spLocks noGrp="true" noChangeShapeType="true"/>
          </p:cNvSpPr>
          <p:nvPr>
            <p:ph type="title"/>
          </p:nvPr>
        </p:nvSpPr>
        <p:spPr>
          <a:xfrm>
            <a:off x="381000" y="533400"/>
            <a:ext cx="6878637" cy="573087"/>
          </a:xfrm>
          <a:prstGeom prst="rect">
            <a:avLst/>
          </a:prstGeom>
          <a:noFill/>
        </p:spPr>
        <p:txBody>
          <a:bodyPr lIns="91440" tIns="45720" rIns="91440" bIns="45720" anchor="ctr" anchorCtr="false"/>
          <a:lstStyle/>
          <a:p>
            <a:pPr lvl="0"/>
            <a:r>
              <a:rPr lang="en-US">
                <a:ea typeface="SimSun" pitchFamily="2" charset="-122"/>
              </a:rPr>
              <a:t>Choosing I/O Functions</a:t>
            </a:r>
            <a:endParaRPr/>
          </a:p>
        </p:txBody>
      </p:sp>
      <p:sp>
        <p:nvSpPr>
          <p:cNvPr id="241" name="Rectangle 3"/>
          <p:cNvSpPr>
            <a:spLocks noGrp="true" noChangeShapeType="true"/>
          </p:cNvSpPr>
          <p:nvPr>
            <p:ph type="obj"/>
          </p:nvPr>
        </p:nvSpPr>
        <p:spPr>
          <a:xfrm>
            <a:off x="381000" y="1600200"/>
            <a:ext cx="8472487" cy="48768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When to use standard I/O</a:t>
            </a:r>
            <a:endParaRPr/>
          </a:p>
          <a:p>
            <a:pPr marL="742950" lvl="1" indent="-285750">
              <a:spcBef>
                <a:spcPct val="20000"/>
              </a:spcBef>
              <a:buSzPct val="100000"/>
              <a:buChar char="–"/>
            </a:pPr>
            <a:r>
              <a:rPr lang="en-US">
                <a:ea typeface="SimSun" pitchFamily="2" charset="-122"/>
              </a:rPr>
              <a:t>When working with disk or terminal files</a:t>
            </a:r>
            <a:endParaRPr/>
          </a:p>
          <a:p>
            <a:pPr marL="342900" lvl="0" indent="-342900">
              <a:spcBef>
                <a:spcPct val="20000"/>
              </a:spcBef>
              <a:buSzPct val="100000"/>
              <a:buChar char="•"/>
            </a:pPr>
            <a:r>
              <a:rPr lang="en-US">
                <a:ea typeface="SimSun" pitchFamily="2" charset="-122"/>
              </a:rPr>
              <a:t>When to use raw Unix I/O </a:t>
            </a:r>
            <a:endParaRPr/>
          </a:p>
          <a:p>
            <a:pPr marL="742950" lvl="1" indent="-285750">
              <a:spcBef>
                <a:spcPct val="20000"/>
              </a:spcBef>
              <a:buSzPct val="100000"/>
              <a:buChar char="–"/>
            </a:pPr>
            <a:r>
              <a:rPr lang="en-US">
                <a:ea typeface="SimSun" pitchFamily="2" charset="-122"/>
              </a:rPr>
              <a:t>Inside </a:t>
            </a:r>
            <a:r>
              <a:rPr lang="en-US">
                <a:solidFill>
                  <a:srgbClr val="FF0000"/>
                </a:solidFill>
                <a:ea typeface="SimSun" pitchFamily="2" charset="-122"/>
              </a:rPr>
              <a:t>signal handlers</a:t>
            </a:r>
            <a:r>
              <a:rPr lang="en-US">
                <a:ea typeface="SimSun" pitchFamily="2" charset="-122"/>
              </a:rPr>
              <a:t>, because Unix I/O is async-signal-safe.</a:t>
            </a:r>
            <a:endParaRPr/>
          </a:p>
          <a:p>
            <a:pPr marL="742950" lvl="1" indent="-285750">
              <a:spcBef>
                <a:spcPct val="20000"/>
              </a:spcBef>
              <a:buSzPct val="100000"/>
              <a:buChar char="–"/>
            </a:pPr>
            <a:r>
              <a:rPr lang="en-US">
                <a:ea typeface="SimSun" pitchFamily="2" charset="-122"/>
              </a:rPr>
              <a:t>In rare cases when you need absolute </a:t>
            </a:r>
            <a:r>
              <a:rPr lang="en-US">
                <a:solidFill>
                  <a:srgbClr val="FF0000"/>
                </a:solidFill>
                <a:ea typeface="SimSun" pitchFamily="2" charset="-122"/>
              </a:rPr>
              <a:t>highest performance</a:t>
            </a:r>
            <a:r>
              <a:rPr lang="en-US">
                <a:ea typeface="SimSun" pitchFamily="2" charset="-122"/>
              </a:rPr>
              <a:t>.</a:t>
            </a:r>
            <a:endParaRPr/>
          </a:p>
          <a:p>
            <a:pPr marL="342900" lvl="0" indent="-342900">
              <a:spcBef>
                <a:spcPct val="20000"/>
              </a:spcBef>
              <a:buSzPct val="100000"/>
              <a:buChar char="•"/>
            </a:pPr>
            <a:r>
              <a:rPr lang="en-US">
                <a:ea typeface="SimSun" pitchFamily="2" charset="-122"/>
              </a:rPr>
              <a:t>When to use RIO</a:t>
            </a:r>
            <a:endParaRPr/>
          </a:p>
          <a:p>
            <a:pPr marL="742950" lvl="1" indent="-285750">
              <a:spcBef>
                <a:spcPct val="20000"/>
              </a:spcBef>
              <a:buSzPct val="100000"/>
              <a:buChar char="–"/>
            </a:pPr>
            <a:r>
              <a:rPr lang="en-US">
                <a:ea typeface="SimSun" pitchFamily="2" charset="-122"/>
              </a:rPr>
              <a:t>When you are reading and writing network sockets.</a:t>
            </a:r>
            <a:endParaRPr/>
          </a:p>
          <a:p>
            <a:pPr marL="742950" lvl="1" indent="-285750">
              <a:spcBef>
                <a:spcPct val="20000"/>
              </a:spcBef>
              <a:buSzPct val="100000"/>
              <a:buChar char="–"/>
            </a:pPr>
            <a:r>
              <a:rPr lang="en-US">
                <a:ea typeface="SimSun" pitchFamily="2" charset="-122"/>
              </a:rPr>
              <a:t>Avoid using standard I/O on sockets.</a:t>
            </a:r>
            <a:endParaRPr/>
          </a:p>
        </p:txBody>
      </p:sp>
    </p:spTree>
  </p:cSld>
  <p:clrMapOvr>
    <a:masterClrMapping/>
  </p:clrMapOvr>
  <p:transition/>
</p:sld>
</file>

<file path=ppt/slides/slide132.xml><?xml version="1.0" encoding="utf-8"?>
<p:sld xmlns:a="http://schemas.openxmlformats.org/drawingml/2006/main" xmlns:p="http://schemas.openxmlformats.org/presentationml/2006/main">
  <p:cSld>
    <p:spTree>
      <p:nvGrpSpPr>
        <p:cNvPr id="242" name=""/>
        <p:cNvGrpSpPr/>
        <p:nvPr/>
      </p:nvGrpSpPr>
      <p:grpSpPr>
        <a:xfrm>
          <a:off x="0" y="0"/>
          <a:ext cx="0" cy="0"/>
          <a:chOff x="0" y="0"/>
          <a:chExt cx="0" cy="0"/>
        </a:xfrm>
      </p:grpSpPr>
      <p:sp>
        <p:nvSpPr>
          <p:cNvPr id="243" name="灯片编号占位符 5"/>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244" name="Rectangle 2"/>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Outline</a:t>
            </a:r>
            <a:endParaRPr/>
          </a:p>
        </p:txBody>
      </p:sp>
      <p:sp>
        <p:nvSpPr>
          <p:cNvPr id="245" name="Rectangle 3"/>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I/O Devices</a:t>
            </a:r>
            <a:endParaRPr/>
          </a:p>
          <a:p>
            <a:pPr marL="342900" lvl="0" indent="-342900">
              <a:spcBef>
                <a:spcPct val="20000"/>
              </a:spcBef>
              <a:buSzPct val="100000"/>
              <a:buChar char="•"/>
            </a:pPr>
            <a:r>
              <a:rPr lang="en-US">
                <a:ea typeface="SimSun" pitchFamily="2" charset="-122"/>
              </a:rPr>
              <a:t>Unix I/O</a:t>
            </a:r>
            <a:endParaRPr/>
          </a:p>
          <a:p>
            <a:pPr marL="342900" lvl="0" indent="-342900">
              <a:spcBef>
                <a:spcPct val="20000"/>
              </a:spcBef>
              <a:buSzPct val="100000"/>
              <a:buChar char="•"/>
            </a:pPr>
            <a:r>
              <a:rPr lang="en-US">
                <a:ea typeface="SimSun" pitchFamily="2" charset="-122"/>
              </a:rPr>
              <a:t>Reading File Metadata</a:t>
            </a:r>
            <a:endParaRPr/>
          </a:p>
          <a:p>
            <a:pPr marL="342900" lvl="0" indent="-342900">
              <a:spcBef>
                <a:spcPct val="20000"/>
              </a:spcBef>
              <a:buSzPct val="100000"/>
              <a:buChar char="•"/>
            </a:pPr>
            <a:r>
              <a:rPr lang="en-US">
                <a:ea typeface="SimSun" pitchFamily="2" charset="-122"/>
              </a:rPr>
              <a:t>Sharing Files &amp; I/O redirection</a:t>
            </a:r>
            <a:endParaRPr/>
          </a:p>
          <a:p>
            <a:pPr marL="342900" lvl="0" indent="-342900">
              <a:spcBef>
                <a:spcPct val="20000"/>
              </a:spcBef>
              <a:buSzPct val="100000"/>
              <a:buChar char="•"/>
            </a:pPr>
            <a:r>
              <a:rPr lang="en-US">
                <a:ea typeface="SimSun" pitchFamily="2" charset="-122"/>
              </a:rPr>
              <a:t>Robust I/O</a:t>
            </a:r>
            <a:endParaRPr/>
          </a:p>
          <a:p>
            <a:pPr marL="342900" lvl="0" indent="-342900">
              <a:spcBef>
                <a:spcPct val="20000"/>
              </a:spcBef>
              <a:buSzPct val="100000"/>
              <a:buChar char="•"/>
            </a:pPr>
            <a:r>
              <a:rPr lang="en-US">
                <a:ea typeface="SimSun" pitchFamily="2" charset="-122"/>
              </a:rPr>
              <a:t>Standard I/O</a:t>
            </a:r>
            <a:endParaRPr/>
          </a:p>
          <a:p>
            <a:pPr marL="342900" lvl="0" indent="-342900">
              <a:spcBef>
                <a:spcPct val="20000"/>
              </a:spcBef>
              <a:buSzPct val="100000"/>
              <a:buChar char="•"/>
            </a:pPr>
            <a:r>
              <a:rPr lang="en-US" b="true" i="false" u="none">
                <a:solidFill>
                  <a:srgbClr val="0070C0"/>
                </a:solidFill>
                <a:ea typeface="SimSun" pitchFamily="2" charset="-122"/>
              </a:rPr>
              <a:t>Fast I/O</a:t>
            </a:r>
            <a:endParaRPr/>
          </a:p>
          <a:p>
            <a:pPr marL="742950" lvl="1" indent="-285750">
              <a:spcBef>
                <a:spcPct val="20000"/>
              </a:spcBef>
              <a:buSzPct val="100000"/>
              <a:buChar char="–"/>
            </a:pPr>
            <a:r>
              <a:rPr lang="en-US">
                <a:ea typeface="SimSun" pitchFamily="2" charset="-122"/>
              </a:rPr>
              <a:t>Linux AIO</a:t>
            </a:r>
            <a:endParaRPr/>
          </a:p>
          <a:p>
            <a:pPr marL="742950" lvl="1" indent="-285750">
              <a:spcBef>
                <a:spcPct val="20000"/>
              </a:spcBef>
              <a:buSzPct val="100000"/>
              <a:buChar char="–"/>
            </a:pPr>
            <a:r>
              <a:rPr lang="en-US">
                <a:ea typeface="SimSun" pitchFamily="2" charset="-122"/>
              </a:rPr>
              <a:t>SPDK</a:t>
            </a:r>
            <a:endParaRPr lang="en-US"/>
          </a:p>
          <a:p>
            <a:pPr marL="342900" lvl="0" indent="-342900">
              <a:spcBef>
                <a:spcPct val="20000"/>
              </a:spcBef>
              <a:buSzPct val="100000"/>
              <a:buChar char="•"/>
            </a:pPr>
            <a:endParaRPr/>
          </a:p>
        </p:txBody>
      </p:sp>
    </p:spTree>
  </p:cSld>
  <p:clrMapOvr>
    <a:masterClrMapping/>
  </p:clrMapOvr>
  <p:transition/>
</p:sld>
</file>

<file path=ppt/slides/slide133.xml><?xml version="1.0" encoding="utf-8"?>
<p:sld xmlns:a="http://schemas.openxmlformats.org/drawingml/2006/main" xmlns:p="http://schemas.openxmlformats.org/presentationml/2006/main">
  <p:cSld>
    <p:spTree>
      <p:nvGrpSpPr>
        <p:cNvPr id="246" name=""/>
        <p:cNvGrpSpPr/>
        <p:nvPr/>
      </p:nvGrpSpPr>
      <p:grpSpPr>
        <a:xfrm>
          <a:off x="0" y="0"/>
          <a:ext cx="0" cy="0"/>
          <a:chOff x="0" y="0"/>
          <a:chExt cx="0" cy="0"/>
        </a:xfrm>
      </p:grpSpPr>
      <p:sp>
        <p:nvSpPr>
          <p:cNvPr id="247"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48"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Linux 2.6</a:t>
            </a:r>
            <a:r>
              <a:rPr lang="zh-CN">
                <a:ea typeface="SimSun" pitchFamily="2" charset="-122"/>
              </a:rPr>
              <a:t>内核开始</a:t>
            </a:r>
            <a:endParaRPr lang="en-US"/>
          </a:p>
          <a:p>
            <a:pPr marL="342900" lvl="0" indent="-342900">
              <a:spcBef>
                <a:spcPct val="20000"/>
              </a:spcBef>
              <a:buSzPct val="100000"/>
              <a:buChar char="•"/>
            </a:pPr>
            <a:r>
              <a:rPr lang="zh-CN">
                <a:ea typeface="SimSun" pitchFamily="2" charset="-122"/>
              </a:rPr>
              <a:t>异步</a:t>
            </a:r>
            <a:r>
              <a:rPr lang="en-US">
                <a:ea typeface="SimSun" pitchFamily="2" charset="-122"/>
              </a:rPr>
              <a:t>IO</a:t>
            </a:r>
            <a:r>
              <a:rPr lang="zh-CN">
                <a:ea typeface="SimSun" pitchFamily="2" charset="-122"/>
              </a:rPr>
              <a:t>（</a:t>
            </a:r>
            <a:r>
              <a:rPr lang="en-US">
                <a:ea typeface="SimSun" pitchFamily="2" charset="-122"/>
              </a:rPr>
              <a:t>AIO</a:t>
            </a:r>
            <a:r>
              <a:rPr lang="zh-CN">
                <a:ea typeface="SimSun" pitchFamily="2" charset="-122"/>
              </a:rPr>
              <a:t>）的基本思想</a:t>
            </a:r>
            <a:endParaRPr lang="en-US"/>
          </a:p>
          <a:p>
            <a:pPr marL="742950" lvl="1" indent="-285750">
              <a:spcBef>
                <a:spcPct val="20000"/>
              </a:spcBef>
              <a:buSzPct val="100000"/>
              <a:buChar char="–"/>
            </a:pPr>
            <a:r>
              <a:rPr lang="zh-CN">
                <a:ea typeface="SimSun" pitchFamily="2" charset="-122"/>
              </a:rPr>
              <a:t>允许进程发起很多 </a:t>
            </a:r>
            <a:r>
              <a:rPr lang="en-US">
                <a:ea typeface="SimSun" pitchFamily="2" charset="-122"/>
              </a:rPr>
              <a:t>I/O </a:t>
            </a:r>
            <a:r>
              <a:rPr lang="zh-CN">
                <a:ea typeface="SimSun" pitchFamily="2" charset="-122"/>
              </a:rPr>
              <a:t>操作，而不用阻塞或等待任何操作完成</a:t>
            </a:r>
            <a:endParaRPr lang="en-US"/>
          </a:p>
          <a:p>
            <a:pPr marL="742950" lvl="1" indent="-285750">
              <a:spcBef>
                <a:spcPct val="20000"/>
              </a:spcBef>
              <a:buSzPct val="100000"/>
              <a:buChar char="–"/>
            </a:pPr>
            <a:r>
              <a:rPr lang="zh-CN">
                <a:ea typeface="SimSun" pitchFamily="2" charset="-122"/>
              </a:rPr>
              <a:t>稍后或在接收到 </a:t>
            </a:r>
            <a:r>
              <a:rPr lang="en-US">
                <a:ea typeface="SimSun" pitchFamily="2" charset="-122"/>
              </a:rPr>
              <a:t>I/O </a:t>
            </a:r>
            <a:r>
              <a:rPr lang="zh-CN">
                <a:ea typeface="SimSun" pitchFamily="2" charset="-122"/>
              </a:rPr>
              <a:t>操作完成的通知时，进程就可以检索 </a:t>
            </a:r>
            <a:r>
              <a:rPr lang="en-US">
                <a:ea typeface="SimSun" pitchFamily="2" charset="-122"/>
              </a:rPr>
              <a:t>I/O </a:t>
            </a:r>
            <a:r>
              <a:rPr lang="zh-CN">
                <a:ea typeface="SimSun" pitchFamily="2" charset="-122"/>
              </a:rPr>
              <a:t>操作的结果</a:t>
            </a:r>
            <a:endParaRPr/>
          </a:p>
        </p:txBody>
      </p:sp>
      <p:sp>
        <p:nvSpPr>
          <p:cNvPr id="249"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250" name=""/>
        <p:cNvGrpSpPr/>
        <p:nvPr/>
      </p:nvGrpSpPr>
      <p:grpSpPr>
        <a:xfrm>
          <a:off x="0" y="0"/>
          <a:ext cx="0" cy="0"/>
          <a:chOff x="0" y="0"/>
          <a:chExt cx="0" cy="0"/>
        </a:xfrm>
      </p:grpSpPr>
      <p:sp>
        <p:nvSpPr>
          <p:cNvPr id="25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5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基本 </a:t>
            </a:r>
            <a:r>
              <a:rPr lang="en-US">
                <a:ea typeface="SimSun" pitchFamily="2" charset="-122"/>
              </a:rPr>
              <a:t>Linux I/O </a:t>
            </a:r>
            <a:r>
              <a:rPr lang="zh-CN">
                <a:ea typeface="SimSun" pitchFamily="2" charset="-122"/>
              </a:rPr>
              <a:t>模型的简单矩阵</a:t>
            </a:r>
            <a:endParaRPr/>
          </a:p>
          <a:p>
            <a:pPr marL="342900" lvl="0" indent="-342900">
              <a:spcBef>
                <a:spcPct val="20000"/>
              </a:spcBef>
              <a:buSzPct val="100000"/>
              <a:buChar char="•"/>
            </a:pPr>
            <a:endParaRPr/>
          </a:p>
        </p:txBody>
      </p:sp>
      <p:sp>
        <p:nvSpPr>
          <p:cNvPr id="25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54" name="图片 4"/>
          <p:cNvPicPr>
            <a:picLocks noGrp="true" noChangeAspect="true"/>
          </p:cNvPicPr>
          <p:nvPr/>
        </p:nvPicPr>
        <p:blipFill>
          <a:blip r:embed="rId1"/>
          <a:srcRect/>
          <a:stretch>
            <a:fillRect/>
          </a:stretch>
        </p:blipFill>
        <p:spPr>
          <a:xfrm>
            <a:off x="1295400" y="2667000"/>
            <a:ext cx="5751512" cy="3352800"/>
          </a:xfrm>
          <a:prstGeom prst="rect">
            <a:avLst/>
          </a:prstGeom>
          <a:noFill/>
        </p:spPr>
      </p:pic>
    </p:spTree>
  </p:cSld>
  <p:clrMapOvr>
    <a:masterClrMapping/>
  </p:clrMapOvr>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255" name=""/>
        <p:cNvGrpSpPr/>
        <p:nvPr/>
      </p:nvGrpSpPr>
      <p:grpSpPr>
        <a:xfrm>
          <a:off x="0" y="0"/>
          <a:ext cx="0" cy="0"/>
          <a:chOff x="0" y="0"/>
          <a:chExt cx="0" cy="0"/>
        </a:xfrm>
      </p:grpSpPr>
      <p:sp>
        <p:nvSpPr>
          <p:cNvPr id="25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5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同步阻塞模型</a:t>
            </a:r>
            <a:endParaRPr/>
          </a:p>
        </p:txBody>
      </p:sp>
      <p:sp>
        <p:nvSpPr>
          <p:cNvPr id="25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59" name="图片 4"/>
          <p:cNvPicPr>
            <a:picLocks noGrp="true" noChangeAspect="true"/>
          </p:cNvPicPr>
          <p:nvPr/>
        </p:nvPicPr>
        <p:blipFill>
          <a:blip r:embed="rId1"/>
          <a:srcRect/>
          <a:stretch>
            <a:fillRect/>
          </a:stretch>
        </p:blipFill>
        <p:spPr>
          <a:xfrm>
            <a:off x="1079500" y="2209800"/>
            <a:ext cx="6832600" cy="4318000"/>
          </a:xfrm>
          <a:prstGeom prst="rect">
            <a:avLst/>
          </a:prstGeom>
          <a:noFill/>
        </p:spPr>
      </p:pic>
    </p:spTree>
  </p:cSld>
  <p:clrMapOvr>
    <a:masterClrMapping/>
  </p:clrMapOvr>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260" name=""/>
        <p:cNvGrpSpPr/>
        <p:nvPr/>
      </p:nvGrpSpPr>
      <p:grpSpPr>
        <a:xfrm>
          <a:off x="0" y="0"/>
          <a:ext cx="0" cy="0"/>
          <a:chOff x="0" y="0"/>
          <a:chExt cx="0" cy="0"/>
        </a:xfrm>
      </p:grpSpPr>
      <p:sp>
        <p:nvSpPr>
          <p:cNvPr id="26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6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同步非阻塞模型</a:t>
            </a:r>
            <a:endParaRPr/>
          </a:p>
        </p:txBody>
      </p:sp>
      <p:sp>
        <p:nvSpPr>
          <p:cNvPr id="26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64" name="图片 4"/>
          <p:cNvPicPr>
            <a:picLocks noGrp="true" noChangeAspect="true"/>
          </p:cNvPicPr>
          <p:nvPr/>
        </p:nvPicPr>
        <p:blipFill>
          <a:blip r:embed="rId1"/>
          <a:srcRect/>
          <a:stretch>
            <a:fillRect/>
          </a:stretch>
        </p:blipFill>
        <p:spPr>
          <a:xfrm>
            <a:off x="1600200" y="2209800"/>
            <a:ext cx="6019800" cy="4318000"/>
          </a:xfrm>
          <a:prstGeom prst="rect">
            <a:avLst/>
          </a:prstGeom>
          <a:noFill/>
        </p:spPr>
      </p:pic>
    </p:spTree>
  </p:cSld>
  <p:clrMapOvr>
    <a:masterClrMapping/>
  </p:clrMapOvr>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265" name=""/>
        <p:cNvGrpSpPr/>
        <p:nvPr/>
      </p:nvGrpSpPr>
      <p:grpSpPr>
        <a:xfrm>
          <a:off x="0" y="0"/>
          <a:ext cx="0" cy="0"/>
          <a:chOff x="0" y="0"/>
          <a:chExt cx="0" cy="0"/>
        </a:xfrm>
      </p:grpSpPr>
      <p:sp>
        <p:nvSpPr>
          <p:cNvPr id="26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6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异步阻塞模型</a:t>
            </a:r>
            <a:endParaRPr/>
          </a:p>
        </p:txBody>
      </p:sp>
      <p:sp>
        <p:nvSpPr>
          <p:cNvPr id="26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69" name="图片 4"/>
          <p:cNvPicPr>
            <a:picLocks noGrp="true" noChangeAspect="true"/>
          </p:cNvPicPr>
          <p:nvPr/>
        </p:nvPicPr>
        <p:blipFill>
          <a:blip r:embed="rId1"/>
          <a:srcRect/>
          <a:stretch>
            <a:fillRect/>
          </a:stretch>
        </p:blipFill>
        <p:spPr>
          <a:xfrm>
            <a:off x="1060450" y="2293937"/>
            <a:ext cx="6870700" cy="4318000"/>
          </a:xfrm>
          <a:prstGeom prst="rect">
            <a:avLst/>
          </a:prstGeom>
          <a:noFill/>
        </p:spPr>
      </p:pic>
    </p:spTree>
  </p:cSld>
  <p:clrMapOvr>
    <a:masterClrMapping/>
  </p:clrMapOvr>
  <p:transition/>
</p:sld>
</file>

<file path=ppt/slides/slide138.xml><?xml version="1.0" encoding="utf-8"?>
<p:sld xmlns:a="http://schemas.openxmlformats.org/drawingml/2006/main" xmlns:p="http://schemas.openxmlformats.org/presentationml/2006/main">
  <p:cSld>
    <p:spTree>
      <p:nvGrpSpPr>
        <p:cNvPr id="270" name=""/>
        <p:cNvGrpSpPr/>
        <p:nvPr/>
      </p:nvGrpSpPr>
      <p:grpSpPr>
        <a:xfrm>
          <a:off x="0" y="0"/>
          <a:ext cx="0" cy="0"/>
          <a:chOff x="0" y="0"/>
          <a:chExt cx="0" cy="0"/>
        </a:xfrm>
      </p:grpSpPr>
      <p:sp>
        <p:nvSpPr>
          <p:cNvPr id="27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7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Select</a:t>
            </a:r>
            <a:r>
              <a:rPr lang="zh-CN">
                <a:ea typeface="SimSun" pitchFamily="2" charset="-122"/>
              </a:rPr>
              <a:t>简介</a:t>
            </a:r>
            <a:endParaRPr lang="en-US"/>
          </a:p>
          <a:p>
            <a:pPr marL="742950" lvl="1" indent="-285750">
              <a:spcBef>
                <a:spcPct val="20000"/>
              </a:spcBef>
              <a:buSzPct val="100000"/>
              <a:buChar char="–"/>
            </a:pPr>
            <a:r>
              <a:rPr lang="en-US">
                <a:ea typeface="SimSun" pitchFamily="2" charset="-122"/>
              </a:rPr>
              <a:t>I/O</a:t>
            </a:r>
            <a:r>
              <a:rPr lang="zh-CN">
                <a:ea typeface="SimSun" pitchFamily="2" charset="-122"/>
              </a:rPr>
              <a:t>端口的复用</a:t>
            </a:r>
            <a:endParaRPr lang="en-US"/>
          </a:p>
          <a:p>
            <a:pPr marL="742950" lvl="1" indent="-285750">
              <a:spcBef>
                <a:spcPct val="20000"/>
              </a:spcBef>
              <a:buSzPct val="100000"/>
              <a:buChar char="–"/>
            </a:pPr>
            <a:r>
              <a:rPr lang="zh-CN">
                <a:ea typeface="SimSun" pitchFamily="2" charset="-122"/>
              </a:rPr>
              <a:t>传递给 </a:t>
            </a:r>
            <a:r>
              <a:rPr lang="en-US">
                <a:ea typeface="SimSun" pitchFamily="2" charset="-122"/>
              </a:rPr>
              <a:t>select</a:t>
            </a:r>
            <a:r>
              <a:rPr lang="zh-CN">
                <a:ea typeface="SimSun" pitchFamily="2" charset="-122"/>
              </a:rPr>
              <a:t>函数的参数会告诉内核：</a:t>
            </a:r>
            <a:endParaRPr lang="en-US"/>
          </a:p>
          <a:p>
            <a:pPr marL="1143000" lvl="2" indent="-228600">
              <a:spcBef>
                <a:spcPct val="20000"/>
              </a:spcBef>
              <a:buSzPct val="100000"/>
              <a:buChar char="•"/>
            </a:pPr>
            <a:r>
              <a:rPr lang="zh-CN">
                <a:ea typeface="SimSun" pitchFamily="2" charset="-122"/>
              </a:rPr>
              <a:t>我们所关心的文件描述符</a:t>
            </a:r>
            <a:endParaRPr lang="en-US"/>
          </a:p>
          <a:p>
            <a:pPr marL="1143000" lvl="2" indent="-228600">
              <a:spcBef>
                <a:spcPct val="20000"/>
              </a:spcBef>
              <a:buSzPct val="100000"/>
              <a:buChar char="•"/>
            </a:pPr>
            <a:r>
              <a:rPr lang="zh-CN">
                <a:ea typeface="SimSun" pitchFamily="2" charset="-122"/>
              </a:rPr>
              <a:t>对每个描述符，我们所关心的状态。</a:t>
            </a:r>
            <a:r>
              <a:rPr lang="en-US">
                <a:ea typeface="SimSun" pitchFamily="2" charset="-122"/>
              </a:rPr>
              <a:t>(</a:t>
            </a:r>
            <a:r>
              <a:rPr lang="zh-CN">
                <a:ea typeface="SimSun" pitchFamily="2" charset="-122"/>
              </a:rPr>
              <a:t>我们是要想从一个文件描述符中读或者写，还是关注一个描述符中是否出现异常</a:t>
            </a:r>
            <a:r>
              <a:rPr lang="en-US">
                <a:ea typeface="SimSun" pitchFamily="2" charset="-122"/>
              </a:rPr>
              <a:t>)</a:t>
            </a:r>
            <a:endParaRPr/>
          </a:p>
          <a:p>
            <a:pPr marL="1143000" lvl="2" indent="-228600">
              <a:spcBef>
                <a:spcPct val="20000"/>
              </a:spcBef>
              <a:buSzPct val="100000"/>
              <a:buChar char="•"/>
            </a:pPr>
            <a:r>
              <a:rPr lang="zh-CN">
                <a:ea typeface="SimSun" pitchFamily="2" charset="-122"/>
              </a:rPr>
              <a:t>我们要等待多长时间。</a:t>
            </a:r>
            <a:r>
              <a:rPr lang="en-US">
                <a:ea typeface="SimSun" pitchFamily="2" charset="-122"/>
              </a:rPr>
              <a:t>(</a:t>
            </a:r>
            <a:r>
              <a:rPr lang="zh-CN">
                <a:ea typeface="SimSun" pitchFamily="2" charset="-122"/>
              </a:rPr>
              <a:t>我们可以等待无限长的时间，等待固定的一段时间，或者根本就不等待</a:t>
            </a:r>
            <a:r>
              <a:rPr lang="en-US">
                <a:ea typeface="SimSun" pitchFamily="2" charset="-122"/>
              </a:rPr>
              <a:t>)</a:t>
            </a:r>
            <a:endParaRPr lang="en-US"/>
          </a:p>
          <a:p>
            <a:pPr marL="342900" lvl="0" indent="-342900">
              <a:spcBef>
                <a:spcPct val="20000"/>
              </a:spcBef>
              <a:buSzPct val="100000"/>
              <a:buChar char="•"/>
            </a:pPr>
            <a:r>
              <a:rPr lang="en-US" sz="2000">
                <a:ea typeface="SimSun" pitchFamily="2" charset="-122"/>
              </a:rPr>
              <a:t>#include &lt;sys/select.h&gt;   </a:t>
            </a:r>
            <a:endParaRPr/>
          </a:p>
          <a:p>
            <a:pPr marL="342900" lvl="0" indent="-342900">
              <a:spcBef>
                <a:spcPct val="20000"/>
              </a:spcBef>
              <a:buSzPct val="100000"/>
              <a:buChar char="•"/>
            </a:pPr>
            <a:r>
              <a:rPr lang="en-US" sz="2000">
                <a:ea typeface="SimSun" pitchFamily="2" charset="-122"/>
              </a:rPr>
              <a:t>    </a:t>
            </a:r>
            <a:r>
              <a:rPr lang="en-US" sz="2000" b="true" i="false" u="none">
                <a:ea typeface="SimSun" pitchFamily="2" charset="-122"/>
              </a:rPr>
              <a:t>int</a:t>
            </a:r>
            <a:r>
              <a:rPr lang="en-US" sz="2000">
                <a:ea typeface="SimSun" pitchFamily="2" charset="-122"/>
              </a:rPr>
              <a:t> select(</a:t>
            </a:r>
            <a:r>
              <a:rPr lang="en-US" sz="2000" b="true" i="false" u="none">
                <a:ea typeface="SimSun" pitchFamily="2" charset="-122"/>
              </a:rPr>
              <a:t>int maxfdp1, fd_set *readset, fd_set *writeset, fd_set *exceptset,struct timeval *timeout);</a:t>
            </a:r>
            <a:endParaRPr lang="en-US" sz="2000"/>
          </a:p>
          <a:p>
            <a:pPr marL="342900" lvl="0" indent="-342900">
              <a:spcBef>
                <a:spcPct val="20000"/>
              </a:spcBef>
              <a:buSzPct val="100000"/>
              <a:buChar char="•"/>
            </a:pPr>
            <a:endParaRPr/>
          </a:p>
          <a:p>
            <a:pPr marL="742950" lvl="1" indent="-285750">
              <a:spcBef>
                <a:spcPct val="20000"/>
              </a:spcBef>
              <a:buSzPct val="100000"/>
              <a:buChar char="–"/>
            </a:pPr>
            <a:endParaRPr/>
          </a:p>
        </p:txBody>
      </p:sp>
      <p:sp>
        <p:nvSpPr>
          <p:cNvPr id="27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39.xml><?xml version="1.0" encoding="utf-8"?>
<p:sld xmlns:a="http://schemas.openxmlformats.org/drawingml/2006/main" xmlns:p="http://schemas.openxmlformats.org/presentationml/2006/main">
  <p:cSld>
    <p:spTree>
      <p:nvGrpSpPr>
        <p:cNvPr id="278" name=""/>
        <p:cNvGrpSpPr/>
        <p:nvPr/>
      </p:nvGrpSpPr>
      <p:grpSpPr>
        <a:xfrm>
          <a:off x="0" y="0"/>
          <a:ext cx="0" cy="0"/>
          <a:chOff x="0" y="0"/>
          <a:chExt cx="0" cy="0"/>
        </a:xfrm>
      </p:grpSpPr>
      <p:sp>
        <p:nvSpPr>
          <p:cNvPr id="279"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80"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Select</a:t>
            </a:r>
            <a:r>
              <a:rPr lang="zh-CN">
                <a:ea typeface="SimSun" pitchFamily="2" charset="-122"/>
              </a:rPr>
              <a:t>简介</a:t>
            </a:r>
            <a:endParaRPr lang="en-US"/>
          </a:p>
          <a:p>
            <a:pPr marL="742950" lvl="1" indent="-285750">
              <a:spcBef>
                <a:spcPct val="20000"/>
              </a:spcBef>
              <a:buSzPct val="100000"/>
              <a:buChar char="–"/>
            </a:pPr>
            <a:r>
              <a:rPr lang="en-US">
                <a:ea typeface="SimSun" pitchFamily="2" charset="-122"/>
              </a:rPr>
              <a:t>I/O</a:t>
            </a:r>
            <a:r>
              <a:rPr lang="zh-CN">
                <a:ea typeface="SimSun" pitchFamily="2" charset="-122"/>
              </a:rPr>
              <a:t>端口的复用</a:t>
            </a:r>
            <a:endParaRPr lang="en-US"/>
          </a:p>
          <a:p>
            <a:pPr marL="742950" lvl="1" indent="-285750">
              <a:spcBef>
                <a:spcPct val="20000"/>
              </a:spcBef>
              <a:buSzPct val="100000"/>
              <a:buChar char="–"/>
            </a:pPr>
            <a:r>
              <a:rPr lang="zh-CN">
                <a:ea typeface="SimSun" pitchFamily="2" charset="-122"/>
              </a:rPr>
              <a:t>从 </a:t>
            </a:r>
            <a:r>
              <a:rPr lang="en-US">
                <a:ea typeface="SimSun" pitchFamily="2" charset="-122"/>
              </a:rPr>
              <a:t>select</a:t>
            </a:r>
            <a:r>
              <a:rPr lang="zh-CN">
                <a:ea typeface="SimSun" pitchFamily="2" charset="-122"/>
              </a:rPr>
              <a:t>函数返回后，内核告诉我们一下信息：</a:t>
            </a:r>
            <a:endParaRPr/>
          </a:p>
          <a:p>
            <a:pPr marL="1143000" lvl="2" indent="-228600">
              <a:spcBef>
                <a:spcPct val="20000"/>
              </a:spcBef>
              <a:buSzPct val="100000"/>
              <a:buChar char="•"/>
            </a:pPr>
            <a:r>
              <a:rPr lang="zh-CN">
                <a:ea typeface="SimSun" pitchFamily="2" charset="-122"/>
              </a:rPr>
              <a:t>对我们的要求已经做好准备的描述符的个数</a:t>
            </a:r>
            <a:endParaRPr/>
          </a:p>
          <a:p>
            <a:pPr marL="1143000" lvl="2" indent="-228600">
              <a:spcBef>
                <a:spcPct val="20000"/>
              </a:spcBef>
              <a:buSzPct val="100000"/>
              <a:buChar char="•"/>
            </a:pPr>
            <a:r>
              <a:rPr lang="zh-CN">
                <a:ea typeface="SimSun" pitchFamily="2" charset="-122"/>
              </a:rPr>
              <a:t>对于三种条件哪些描述符已经做好准备</a:t>
            </a:r>
            <a:r>
              <a:rPr lang="en-US">
                <a:ea typeface="SimSun" pitchFamily="2" charset="-122"/>
              </a:rPr>
              <a:t>.(</a:t>
            </a:r>
            <a:r>
              <a:rPr lang="zh-CN">
                <a:ea typeface="SimSun" pitchFamily="2" charset="-122"/>
              </a:rPr>
              <a:t>读，写，异常</a:t>
            </a:r>
            <a:r>
              <a:rPr lang="en-US">
                <a:ea typeface="SimSun" pitchFamily="2" charset="-122"/>
              </a:rPr>
              <a:t>)</a:t>
            </a:r>
            <a:endParaRPr lang="en-US"/>
          </a:p>
          <a:p>
            <a:pPr marL="742950" lvl="1" indent="-285750">
              <a:spcBef>
                <a:spcPct val="20000"/>
              </a:spcBef>
              <a:buSzPct val="100000"/>
              <a:buChar char="–"/>
            </a:pPr>
            <a:r>
              <a:rPr lang="zh-CN">
                <a:ea typeface="SimSun" pitchFamily="2" charset="-122"/>
              </a:rPr>
              <a:t>有了这些返回信息，我们可以调用合适的</a:t>
            </a:r>
            <a:r>
              <a:rPr lang="en-US">
                <a:ea typeface="SimSun" pitchFamily="2" charset="-122"/>
              </a:rPr>
              <a:t>I/O</a:t>
            </a:r>
            <a:r>
              <a:rPr lang="zh-CN">
                <a:ea typeface="SimSun" pitchFamily="2" charset="-122"/>
              </a:rPr>
              <a:t>函数</a:t>
            </a:r>
            <a:r>
              <a:rPr lang="en-US">
                <a:ea typeface="SimSun" pitchFamily="2" charset="-122"/>
              </a:rPr>
              <a:t>(</a:t>
            </a:r>
            <a:r>
              <a:rPr lang="zh-CN">
                <a:ea typeface="SimSun" pitchFamily="2" charset="-122"/>
              </a:rPr>
              <a:t>通常是 </a:t>
            </a:r>
            <a:r>
              <a:rPr lang="en-US">
                <a:ea typeface="SimSun" pitchFamily="2" charset="-122"/>
              </a:rPr>
              <a:t>read </a:t>
            </a:r>
            <a:r>
              <a:rPr lang="zh-CN">
                <a:ea typeface="SimSun" pitchFamily="2" charset="-122"/>
              </a:rPr>
              <a:t>或 </a:t>
            </a:r>
            <a:r>
              <a:rPr lang="en-US">
                <a:ea typeface="SimSun" pitchFamily="2" charset="-122"/>
              </a:rPr>
              <a:t>write)</a:t>
            </a:r>
            <a:r>
              <a:rPr lang="zh-CN">
                <a:ea typeface="SimSun" pitchFamily="2" charset="-122"/>
              </a:rPr>
              <a:t>，并且这些函数不会再阻塞</a:t>
            </a:r>
            <a:endParaRPr lang="en-US"/>
          </a:p>
          <a:p>
            <a:pPr marL="742950" lvl="1" indent="-285750">
              <a:spcBef>
                <a:spcPct val="20000"/>
              </a:spcBef>
              <a:buSzPct val="100000"/>
              <a:buChar char="–"/>
            </a:pPr>
            <a:endParaRPr/>
          </a:p>
          <a:p>
            <a:pPr marL="342900" lvl="0" indent="-342900">
              <a:spcBef>
                <a:spcPct val="20000"/>
              </a:spcBef>
              <a:buSzPct val="100000"/>
              <a:buChar char="•"/>
            </a:pPr>
            <a:r>
              <a:rPr lang="en-US" sz="2000">
                <a:ea typeface="SimSun" pitchFamily="2" charset="-122"/>
              </a:rPr>
              <a:t>#include &lt;sys/select.h&gt;   </a:t>
            </a:r>
            <a:endParaRPr/>
          </a:p>
          <a:p>
            <a:pPr marL="342900" lvl="0" indent="-342900">
              <a:spcBef>
                <a:spcPct val="20000"/>
              </a:spcBef>
              <a:buSzPct val="100000"/>
              <a:buChar char="•"/>
            </a:pPr>
            <a:r>
              <a:rPr lang="en-US" sz="2000">
                <a:ea typeface="SimSun" pitchFamily="2" charset="-122"/>
              </a:rPr>
              <a:t>    </a:t>
            </a:r>
            <a:r>
              <a:rPr lang="en-US" sz="2000" b="true" i="false" u="none">
                <a:ea typeface="SimSun" pitchFamily="2" charset="-122"/>
              </a:rPr>
              <a:t>int</a:t>
            </a:r>
            <a:r>
              <a:rPr lang="en-US" sz="2000">
                <a:ea typeface="SimSun" pitchFamily="2" charset="-122"/>
              </a:rPr>
              <a:t> select(</a:t>
            </a:r>
            <a:r>
              <a:rPr lang="en-US" sz="2000" b="true" i="false" u="none">
                <a:ea typeface="SimSun" pitchFamily="2" charset="-122"/>
              </a:rPr>
              <a:t>int maxfdp1, fd_set *readset, fd_set *writeset, fd_set *exceptset,struct timeval *timeout);</a:t>
            </a:r>
            <a:endParaRPr lang="en-US" sz="2000"/>
          </a:p>
          <a:p>
            <a:pPr marL="342900" lvl="0" indent="-342900">
              <a:spcBef>
                <a:spcPct val="20000"/>
              </a:spcBef>
              <a:buSzPct val="100000"/>
              <a:buChar char="•"/>
            </a:pPr>
            <a:endParaRPr/>
          </a:p>
          <a:p>
            <a:pPr marL="742950" lvl="1" indent="-285750">
              <a:spcBef>
                <a:spcPct val="20000"/>
              </a:spcBef>
              <a:buSzPct val="100000"/>
              <a:buChar char="–"/>
            </a:pPr>
            <a:endParaRPr/>
          </a:p>
        </p:txBody>
      </p:sp>
      <p:sp>
        <p:nvSpPr>
          <p:cNvPr id="281"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282" name=""/>
        <p:cNvGrpSpPr/>
        <p:nvPr/>
      </p:nvGrpSpPr>
      <p:grpSpPr>
        <a:xfrm>
          <a:off x="0" y="0"/>
          <a:ext cx="0" cy="0"/>
          <a:chOff x="0" y="0"/>
          <a:chExt cx="0" cy="0"/>
        </a:xfrm>
      </p:grpSpPr>
      <p:sp>
        <p:nvSpPr>
          <p:cNvPr id="283"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84"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异步非阻塞模型</a:t>
            </a:r>
            <a:endParaRPr/>
          </a:p>
        </p:txBody>
      </p:sp>
      <p:sp>
        <p:nvSpPr>
          <p:cNvPr id="285"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86" name="图片 1"/>
          <p:cNvPicPr>
            <a:picLocks noGrp="true" noChangeAspect="true"/>
          </p:cNvPicPr>
          <p:nvPr/>
        </p:nvPicPr>
        <p:blipFill>
          <a:blip r:embed="rId1"/>
          <a:srcRect/>
          <a:stretch>
            <a:fillRect/>
          </a:stretch>
        </p:blipFill>
        <p:spPr>
          <a:xfrm>
            <a:off x="1555750" y="2209800"/>
            <a:ext cx="6108700" cy="4318000"/>
          </a:xfrm>
          <a:prstGeom prst="rect">
            <a:avLst/>
          </a:prstGeom>
          <a:noFill/>
        </p:spPr>
      </p:pic>
    </p:spTree>
  </p:cSld>
  <p:clrMapOvr>
    <a:masterClrMapping/>
  </p:clrMapOvr>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287" name=""/>
        <p:cNvGrpSpPr/>
        <p:nvPr/>
      </p:nvGrpSpPr>
      <p:grpSpPr>
        <a:xfrm>
          <a:off x="0" y="0"/>
          <a:ext cx="0" cy="0"/>
          <a:chOff x="0" y="0"/>
          <a:chExt cx="0" cy="0"/>
        </a:xfrm>
      </p:grpSpPr>
      <p:sp>
        <p:nvSpPr>
          <p:cNvPr id="28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pic>
        <p:nvPicPr>
          <p:cNvPr id="289" name="内容占位符 1"/>
          <p:cNvPicPr>
            <a:picLocks noGrp="true" noChangeAspect="true"/>
          </p:cNvPicPr>
          <p:nvPr>
            <p:ph type="obj"/>
          </p:nvPr>
        </p:nvPicPr>
        <p:blipFill>
          <a:blip r:embed="rId1"/>
          <a:srcRect/>
          <a:stretch>
            <a:fillRect/>
          </a:stretch>
        </p:blipFill>
        <p:spPr>
          <a:xfrm>
            <a:off x="1165225" y="1600200"/>
            <a:ext cx="6889750" cy="4419600"/>
          </a:xfrm>
          <a:prstGeom prst="rect">
            <a:avLst/>
          </a:prstGeom>
          <a:noFill/>
        </p:spPr>
      </p:pic>
      <p:sp>
        <p:nvSpPr>
          <p:cNvPr id="29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291" name=""/>
        <p:cNvGrpSpPr/>
        <p:nvPr/>
      </p:nvGrpSpPr>
      <p:grpSpPr>
        <a:xfrm>
          <a:off x="0" y="0"/>
          <a:ext cx="0" cy="0"/>
          <a:chOff x="0" y="0"/>
          <a:chExt cx="0" cy="0"/>
        </a:xfrm>
      </p:grpSpPr>
      <p:sp>
        <p:nvSpPr>
          <p:cNvPr id="29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9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核心结构体</a:t>
            </a:r>
            <a:endParaRPr/>
          </a:p>
        </p:txBody>
      </p:sp>
      <p:sp>
        <p:nvSpPr>
          <p:cNvPr id="29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pic>
        <p:nvPicPr>
          <p:cNvPr id="295" name="图片 1"/>
          <p:cNvPicPr>
            <a:picLocks noGrp="true" noChangeAspect="true"/>
          </p:cNvPicPr>
          <p:nvPr/>
        </p:nvPicPr>
        <p:blipFill>
          <a:blip r:embed="rId1"/>
          <a:srcRect/>
          <a:stretch>
            <a:fillRect/>
          </a:stretch>
        </p:blipFill>
        <p:spPr>
          <a:xfrm>
            <a:off x="457200" y="2489200"/>
            <a:ext cx="8050212" cy="2641600"/>
          </a:xfrm>
          <a:prstGeom prst="rect">
            <a:avLst/>
          </a:prstGeom>
          <a:noFill/>
        </p:spPr>
      </p:pic>
    </p:spTree>
  </p:cSld>
  <p:clrMapOvr>
    <a:masterClrMapping/>
  </p:clrMapOvr>
  <p:transition/>
</p:sld>
</file>

<file path=ppt/slides/slide143.xml><?xml version="1.0" encoding="utf-8"?>
<p:sld xmlns:a="http://schemas.openxmlformats.org/drawingml/2006/main" xmlns:p="http://schemas.openxmlformats.org/presentationml/2006/main">
  <p:cSld>
    <p:spTree>
      <p:nvGrpSpPr>
        <p:cNvPr id="296" name=""/>
        <p:cNvGrpSpPr/>
        <p:nvPr/>
      </p:nvGrpSpPr>
      <p:grpSpPr>
        <a:xfrm>
          <a:off x="0" y="0"/>
          <a:ext cx="0" cy="0"/>
          <a:chOff x="0" y="0"/>
          <a:chExt cx="0" cy="0"/>
        </a:xfrm>
      </p:grpSpPr>
      <p:sp>
        <p:nvSpPr>
          <p:cNvPr id="297"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sp>
        <p:nvSpPr>
          <p:cNvPr id="298"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aio_read</a:t>
            </a:r>
            <a:endParaRPr/>
          </a:p>
          <a:p>
            <a:pPr marL="742950" lvl="1" indent="-285750">
              <a:spcBef>
                <a:spcPct val="20000"/>
              </a:spcBef>
              <a:buSzPct val="100000"/>
              <a:buChar char="–"/>
            </a:pPr>
            <a:r>
              <a:rPr lang="en-US">
                <a:ea typeface="SimSun" pitchFamily="2" charset="-122"/>
              </a:rPr>
              <a:t>aio_read</a:t>
            </a:r>
            <a:r>
              <a:rPr lang="zh-CN">
                <a:ea typeface="SimSun" pitchFamily="2" charset="-122"/>
              </a:rPr>
              <a:t> 函数在请求进行排队之后会立即返回。如果执行成功，返回值就为 </a:t>
            </a:r>
            <a:r>
              <a:rPr lang="en-US">
                <a:ea typeface="SimSun" pitchFamily="2" charset="-122"/>
              </a:rPr>
              <a:t>0</a:t>
            </a:r>
            <a:r>
              <a:rPr lang="zh-CN">
                <a:ea typeface="SimSun" pitchFamily="2" charset="-122"/>
              </a:rPr>
              <a:t>；如果出现错误，返回值就为 </a:t>
            </a:r>
            <a:r>
              <a:rPr lang="en-US">
                <a:ea typeface="SimSun" pitchFamily="2" charset="-122"/>
              </a:rPr>
              <a:t>-1</a:t>
            </a:r>
            <a:r>
              <a:rPr lang="zh-CN">
                <a:ea typeface="SimSun" pitchFamily="2" charset="-122"/>
              </a:rPr>
              <a:t>，并设置 </a:t>
            </a:r>
            <a:r>
              <a:rPr lang="en-US">
                <a:ea typeface="SimSun" pitchFamily="2" charset="-122"/>
              </a:rPr>
              <a:t>errno</a:t>
            </a:r>
            <a:r>
              <a:rPr lang="zh-CN">
                <a:ea typeface="SimSun" pitchFamily="2" charset="-122"/>
              </a:rPr>
              <a:t> 的值</a:t>
            </a:r>
            <a:endParaRPr lang="en-US"/>
          </a:p>
          <a:p>
            <a:pPr marL="742950" lvl="1" indent="-28575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r>
              <a:rPr lang="en-US">
                <a:ea typeface="SimSun" pitchFamily="2" charset="-122"/>
              </a:rPr>
              <a:t>int aio_read( struct aiocb *aiocbp );</a:t>
            </a:r>
            <a:endParaRPr/>
          </a:p>
        </p:txBody>
      </p:sp>
      <p:sp>
        <p:nvSpPr>
          <p:cNvPr id="299"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300" name=""/>
        <p:cNvGrpSpPr/>
        <p:nvPr/>
      </p:nvGrpSpPr>
      <p:grpSpPr>
        <a:xfrm>
          <a:off x="0" y="0"/>
          <a:ext cx="0" cy="0"/>
          <a:chOff x="0" y="0"/>
          <a:chExt cx="0" cy="0"/>
        </a:xfrm>
      </p:grpSpPr>
      <p:sp>
        <p:nvSpPr>
          <p:cNvPr id="301"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Linux AIO</a:t>
            </a:r>
            <a:endParaRPr/>
          </a:p>
        </p:txBody>
      </p:sp>
      <p:pic>
        <p:nvPicPr>
          <p:cNvPr id="302" name="内容占位符 1"/>
          <p:cNvPicPr>
            <a:picLocks noGrp="true" noChangeAspect="true"/>
          </p:cNvPicPr>
          <p:nvPr>
            <p:ph type="obj"/>
          </p:nvPr>
        </p:nvPicPr>
        <p:blipFill>
          <a:blip r:embed="rId1"/>
          <a:srcRect/>
          <a:stretch>
            <a:fillRect/>
          </a:stretch>
        </p:blipFill>
        <p:spPr>
          <a:xfrm>
            <a:off x="2362200" y="152400"/>
            <a:ext cx="6410325" cy="6629400"/>
          </a:xfrm>
          <a:prstGeom prst="rect">
            <a:avLst/>
          </a:prstGeom>
          <a:noFill/>
        </p:spPr>
      </p:pic>
      <p:sp>
        <p:nvSpPr>
          <p:cNvPr id="303"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304" name="矩形 2"/>
          <p:cNvSpPr>
            <a:spLocks noGrp="true" noChangeShapeType="true"/>
          </p:cNvSpPr>
          <p:nvPr/>
        </p:nvSpPr>
        <p:spPr>
          <a:xfrm>
            <a:off x="23812" y="5105400"/>
            <a:ext cx="2262187" cy="646112"/>
          </a:xfrm>
          <a:prstGeom prst="rect">
            <a:avLst/>
          </a:prstGeom>
          <a:noFill/>
        </p:spPr>
        <p:txBody>
          <a:bodyPr wrap="none" anchor="t">
            <a:spAutoFit/>
          </a:bodyPr>
          <a:lstStyle/>
          <a:p>
            <a:pPr lvl="0"/>
            <a:r>
              <a:rPr lang="zh-CN" sz="1800"/>
              <a:t>也可以通过信号机制</a:t>
            </a:r>
            <a:endParaRPr lang="en-US" sz="1800"/>
          </a:p>
          <a:p>
            <a:pPr lvl="0"/>
            <a:r>
              <a:rPr lang="zh-CN" sz="1800"/>
              <a:t>进行通知和后处理</a:t>
            </a:r>
            <a:endParaRPr/>
          </a:p>
        </p:txBody>
      </p:sp>
    </p:spTree>
  </p:cSld>
  <p:clrMapOvr>
    <a:masterClrMapping/>
  </p:clrMapOvr>
  <p:transition/>
</p:sld>
</file>

<file path=ppt/slides/slide145.xml><?xml version="1.0" encoding="utf-8"?>
<p:sld xmlns:a="http://schemas.openxmlformats.org/drawingml/2006/main" xmlns:p="http://schemas.openxmlformats.org/presentationml/2006/main">
  <p:cSld>
    <p:spTree>
      <p:nvGrpSpPr>
        <p:cNvPr id="305" name=""/>
        <p:cNvGrpSpPr/>
        <p:nvPr/>
      </p:nvGrpSpPr>
      <p:grpSpPr>
        <a:xfrm>
          <a:off x="0" y="0"/>
          <a:ext cx="0" cy="0"/>
          <a:chOff x="0" y="0"/>
          <a:chExt cx="0" cy="0"/>
        </a:xfrm>
      </p:grpSpPr>
      <p:sp>
        <p:nvSpPr>
          <p:cNvPr id="30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0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SPDK</a:t>
            </a:r>
            <a:r>
              <a:rPr lang="zh-CN">
                <a:ea typeface="SimSun" pitchFamily="2" charset="-122"/>
              </a:rPr>
              <a:t> </a:t>
            </a:r>
            <a:r>
              <a:rPr lang="en-US">
                <a:ea typeface="SimSun" pitchFamily="2" charset="-122"/>
              </a:rPr>
              <a:t>(Storage Performance Development Kit)</a:t>
            </a:r>
            <a:endParaRPr/>
          </a:p>
          <a:p>
            <a:pPr marL="342900" lvl="0" indent="-342900">
              <a:spcBef>
                <a:spcPct val="20000"/>
              </a:spcBef>
              <a:buSzPct val="100000"/>
              <a:buChar char="•"/>
            </a:pPr>
            <a:r>
              <a:rPr lang="zh-CN">
                <a:ea typeface="SimSun" pitchFamily="2" charset="-122"/>
              </a:rPr>
              <a:t>主要特性：</a:t>
            </a:r>
            <a:endParaRPr lang="en-US"/>
          </a:p>
          <a:p>
            <a:pPr marL="742950" lvl="1" indent="-285750">
              <a:spcBef>
                <a:spcPct val="20000"/>
              </a:spcBef>
              <a:buSzPct val="100000"/>
              <a:buChar char="–"/>
            </a:pPr>
            <a:r>
              <a:rPr lang="zh-CN">
                <a:ea typeface="SimSun" pitchFamily="2" charset="-122"/>
              </a:rPr>
              <a:t>将驱动器移动到用户态，尽可能避免系统调用以及实现零拷贝</a:t>
            </a:r>
            <a:endParaRPr/>
          </a:p>
          <a:p>
            <a:pPr marL="742950" lvl="1" indent="-285750">
              <a:spcBef>
                <a:spcPct val="20000"/>
              </a:spcBef>
              <a:buSzPct val="100000"/>
              <a:buChar char="–"/>
            </a:pPr>
            <a:r>
              <a:rPr lang="zh-CN">
                <a:ea typeface="SimSun" pitchFamily="2" charset="-122"/>
              </a:rPr>
              <a:t>使用轮询硬件的方式取代中断，降低了平均延迟以及尾延迟</a:t>
            </a:r>
            <a:endParaRPr/>
          </a:p>
          <a:p>
            <a:pPr marL="742950" lvl="1" indent="-285750">
              <a:spcBef>
                <a:spcPct val="20000"/>
              </a:spcBef>
              <a:buSzPct val="100000"/>
              <a:buChar char="–"/>
            </a:pPr>
            <a:r>
              <a:rPr lang="zh-CN">
                <a:ea typeface="SimSun" pitchFamily="2" charset="-122"/>
              </a:rPr>
              <a:t>依赖消息传递，避免</a:t>
            </a:r>
            <a:r>
              <a:rPr lang="en-US">
                <a:ea typeface="SimSun" pitchFamily="2" charset="-122"/>
              </a:rPr>
              <a:t>I/O</a:t>
            </a:r>
            <a:r>
              <a:rPr lang="zh-CN">
                <a:ea typeface="SimSun" pitchFamily="2" charset="-122"/>
              </a:rPr>
              <a:t>路径的锁定</a:t>
            </a: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SzPct val="100000"/>
              <a:buChar char="•"/>
            </a:pPr>
            <a:endParaRPr/>
          </a:p>
          <a:p>
            <a:pPr marL="342900" lvl="0" indent="-342900">
              <a:spcBef>
                <a:spcPct val="20000"/>
              </a:spcBef>
              <a:buNone/>
            </a:pPr>
            <a:endParaRPr/>
          </a:p>
          <a:p>
            <a:pPr marL="342900" lvl="0" indent="-342900">
              <a:spcBef>
                <a:spcPct val="20000"/>
              </a:spcBef>
              <a:buNone/>
            </a:pPr>
            <a:endParaRPr/>
          </a:p>
          <a:p>
            <a:pPr marL="342900" lvl="0" indent="-342900">
              <a:spcBef>
                <a:spcPct val="20000"/>
              </a:spcBef>
              <a:buSzPct val="100000"/>
              <a:buChar char="•"/>
            </a:pPr>
            <a:endParaRPr/>
          </a:p>
        </p:txBody>
      </p:sp>
      <p:sp>
        <p:nvSpPr>
          <p:cNvPr id="30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6.xml><?xml version="1.0" encoding="utf-8"?>
<p:sld xmlns:a="http://schemas.openxmlformats.org/drawingml/2006/main" xmlns:p="http://schemas.openxmlformats.org/presentationml/2006/main">
  <p:cSld>
    <p:spTree>
      <p:nvGrpSpPr>
        <p:cNvPr id="309" name=""/>
        <p:cNvGrpSpPr/>
        <p:nvPr/>
      </p:nvGrpSpPr>
      <p:grpSpPr>
        <a:xfrm>
          <a:off x="0" y="0"/>
          <a:ext cx="0" cy="0"/>
          <a:chOff x="0" y="0"/>
          <a:chExt cx="0" cy="0"/>
        </a:xfrm>
      </p:grpSpPr>
      <p:sp>
        <p:nvSpPr>
          <p:cNvPr id="310"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11"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用户态控制硬件的实现</a:t>
            </a:r>
            <a:endParaRPr lang="en-US"/>
          </a:p>
          <a:p>
            <a:pPr marL="742950" lvl="1" indent="-285750">
              <a:spcBef>
                <a:spcPct val="20000"/>
              </a:spcBef>
              <a:buSzPct val="100000"/>
              <a:buChar char="–"/>
            </a:pPr>
            <a:r>
              <a:rPr lang="zh-CN">
                <a:ea typeface="SimSun" pitchFamily="2" charset="-122"/>
              </a:rPr>
              <a:t>传统驱动程序工作在内核态</a:t>
            </a:r>
            <a:endParaRPr lang="en-US"/>
          </a:p>
          <a:p>
            <a:pPr marL="1143000" lvl="2" indent="-228600">
              <a:spcBef>
                <a:spcPct val="20000"/>
              </a:spcBef>
              <a:buSzPct val="100000"/>
              <a:buChar char="•"/>
            </a:pPr>
            <a:r>
              <a:rPr lang="zh-CN" sz="1800">
                <a:ea typeface="SimSun" pitchFamily="2" charset="-122"/>
              </a:rPr>
              <a:t>操作系统根据权限分离虚拟内存</a:t>
            </a:r>
            <a:endParaRPr lang="en-US" sz="1800"/>
          </a:p>
          <a:p>
            <a:pPr marL="1143000" lvl="2" indent="-228600">
              <a:spcBef>
                <a:spcPct val="20000"/>
              </a:spcBef>
              <a:buSzPct val="100000"/>
              <a:buChar char="•"/>
            </a:pPr>
            <a:r>
              <a:rPr lang="zh-CN" sz="1800">
                <a:ea typeface="SimSun" pitchFamily="2" charset="-122"/>
              </a:rPr>
              <a:t>由</a:t>
            </a:r>
            <a:r>
              <a:rPr lang="en-US" sz="1800">
                <a:ea typeface="SimSun" pitchFamily="2" charset="-122"/>
              </a:rPr>
              <a:t>CPU</a:t>
            </a:r>
            <a:r>
              <a:rPr lang="zh-CN" sz="1800">
                <a:ea typeface="SimSun" pitchFamily="2" charset="-122"/>
              </a:rPr>
              <a:t>硬件支持</a:t>
            </a:r>
            <a:endParaRPr lang="en-US" sz="1800"/>
          </a:p>
          <a:p>
            <a:pPr marL="742950" lvl="1" indent="-285750">
              <a:spcBef>
                <a:spcPct val="20000"/>
              </a:spcBef>
              <a:buSzPct val="100000"/>
              <a:buChar char="–"/>
            </a:pPr>
            <a:r>
              <a:rPr lang="en-US">
                <a:ea typeface="SimSun" pitchFamily="2" charset="-122"/>
              </a:rPr>
              <a:t>SPDK</a:t>
            </a:r>
            <a:r>
              <a:rPr lang="zh-CN">
                <a:ea typeface="SimSun" pitchFamily="2" charset="-122"/>
              </a:rPr>
              <a:t>实现驱动器在用户态</a:t>
            </a:r>
            <a:endParaRPr lang="en-US"/>
          </a:p>
          <a:p>
            <a:pPr marL="1143000" lvl="2" indent="-228600">
              <a:spcBef>
                <a:spcPct val="20000"/>
              </a:spcBef>
              <a:buSzPct val="100000"/>
              <a:buChar char="•"/>
            </a:pPr>
            <a:r>
              <a:rPr lang="en-US" sz="1800">
                <a:ea typeface="SimSun" pitchFamily="2" charset="-122"/>
              </a:rPr>
              <a:t>1</a:t>
            </a:r>
            <a:r>
              <a:rPr lang="zh-CN" sz="1800">
                <a:ea typeface="SimSun" pitchFamily="2" charset="-122"/>
              </a:rPr>
              <a:t>）</a:t>
            </a:r>
            <a:r>
              <a:rPr lang="en-US" sz="1800">
                <a:ea typeface="SimSun" pitchFamily="2" charset="-122"/>
              </a:rPr>
              <a:t>linux</a:t>
            </a:r>
            <a:r>
              <a:rPr lang="zh-CN" sz="1800">
                <a:ea typeface="SimSun" pitchFamily="2" charset="-122"/>
              </a:rPr>
              <a:t>系统下，通过修改</a:t>
            </a:r>
            <a:r>
              <a:rPr lang="en-US" sz="1800">
                <a:ea typeface="SimSun" pitchFamily="2" charset="-122"/>
              </a:rPr>
              <a:t>sysfs</a:t>
            </a:r>
            <a:r>
              <a:rPr lang="zh-CN" sz="1800">
                <a:ea typeface="SimSun" pitchFamily="2" charset="-122"/>
              </a:rPr>
              <a:t>文件指示操作系统放弃对设备的控制</a:t>
            </a:r>
            <a:endParaRPr/>
          </a:p>
          <a:p>
            <a:pPr marL="1143000" lvl="2" indent="-228600">
              <a:spcBef>
                <a:spcPct val="20000"/>
              </a:spcBef>
              <a:buSzPct val="100000"/>
              <a:buChar char="•"/>
            </a:pPr>
            <a:r>
              <a:rPr lang="en-US" sz="1800">
                <a:ea typeface="SimSun" pitchFamily="2" charset="-122"/>
              </a:rPr>
              <a:t>2</a:t>
            </a:r>
            <a:r>
              <a:rPr lang="zh-CN" sz="1800">
                <a:ea typeface="SimSun" pitchFamily="2" charset="-122"/>
              </a:rPr>
              <a:t>）</a:t>
            </a:r>
            <a:r>
              <a:rPr lang="en-US" sz="1800">
                <a:ea typeface="SimSun" pitchFamily="2" charset="-122"/>
              </a:rPr>
              <a:t>SPDK</a:t>
            </a:r>
            <a:r>
              <a:rPr lang="zh-CN" sz="1800">
                <a:ea typeface="SimSun" pitchFamily="2" charset="-122"/>
              </a:rPr>
              <a:t>将驱动程序绑定到</a:t>
            </a:r>
            <a:r>
              <a:rPr lang="en-US" sz="1800">
                <a:ea typeface="SimSun" pitchFamily="2" charset="-122"/>
              </a:rPr>
              <a:t>uio</a:t>
            </a:r>
            <a:r>
              <a:rPr lang="zh-CN" sz="1800">
                <a:ea typeface="SimSun" pitchFamily="2" charset="-122"/>
              </a:rPr>
              <a:t>或</a:t>
            </a:r>
            <a:r>
              <a:rPr lang="en-US" sz="1800">
                <a:ea typeface="SimSun" pitchFamily="2" charset="-122"/>
              </a:rPr>
              <a:t>vfio</a:t>
            </a:r>
            <a:endParaRPr/>
          </a:p>
          <a:p>
            <a:pPr marL="1143000" lvl="2" indent="-228600">
              <a:spcBef>
                <a:spcPct val="20000"/>
              </a:spcBef>
              <a:buSzPct val="100000"/>
              <a:buChar char="•"/>
            </a:pPr>
            <a:r>
              <a:rPr lang="en-US" sz="1800">
                <a:ea typeface="SimSun" pitchFamily="2" charset="-122"/>
              </a:rPr>
              <a:t>3</a:t>
            </a:r>
            <a:r>
              <a:rPr lang="zh-CN" sz="1800">
                <a:ea typeface="SimSun" pitchFamily="2" charset="-122"/>
              </a:rPr>
              <a:t>）</a:t>
            </a:r>
            <a:r>
              <a:rPr lang="en-US" sz="1800">
                <a:ea typeface="SimSun" pitchFamily="2" charset="-122"/>
              </a:rPr>
              <a:t>SPDK</a:t>
            </a:r>
            <a:r>
              <a:rPr lang="zh-CN" sz="1800">
                <a:ea typeface="SimSun" pitchFamily="2" charset="-122"/>
              </a:rPr>
              <a:t>通过</a:t>
            </a:r>
            <a:r>
              <a:rPr lang="en-US" sz="1800">
                <a:ea typeface="SimSun" pitchFamily="2" charset="-122"/>
              </a:rPr>
              <a:t>uio</a:t>
            </a:r>
            <a:r>
              <a:rPr lang="zh-CN" sz="1800">
                <a:ea typeface="SimSun" pitchFamily="2" charset="-122"/>
              </a:rPr>
              <a:t>和</a:t>
            </a:r>
            <a:r>
              <a:rPr lang="en-US" sz="1800">
                <a:ea typeface="SimSun" pitchFamily="2" charset="-122"/>
              </a:rPr>
              <a:t>vfio</a:t>
            </a:r>
            <a:r>
              <a:rPr lang="zh-CN" sz="1800">
                <a:ea typeface="SimSun" pitchFamily="2" charset="-122"/>
              </a:rPr>
              <a:t>将设备的</a:t>
            </a:r>
            <a:r>
              <a:rPr lang="en-US" sz="1800">
                <a:ea typeface="SimSun" pitchFamily="2" charset="-122"/>
              </a:rPr>
              <a:t>PCI BAR</a:t>
            </a:r>
            <a:r>
              <a:rPr lang="zh-CN" sz="1800">
                <a:ea typeface="SimSun" pitchFamily="2" charset="-122"/>
              </a:rPr>
              <a:t>映射到当下进程，允许程序直接执行</a:t>
            </a:r>
            <a:r>
              <a:rPr lang="en-US" sz="1800">
                <a:ea typeface="SimSun" pitchFamily="2" charset="-122"/>
              </a:rPr>
              <a:t>MMIO</a:t>
            </a:r>
            <a:endParaRPr lang="en-US" sz="2400"/>
          </a:p>
          <a:p>
            <a:pPr marL="342900" lvl="0" indent="-342900">
              <a:spcBef>
                <a:spcPct val="20000"/>
              </a:spcBef>
              <a:buSzPct val="100000"/>
              <a:buChar char="•"/>
            </a:pPr>
            <a:endParaRPr/>
          </a:p>
        </p:txBody>
      </p:sp>
      <p:sp>
        <p:nvSpPr>
          <p:cNvPr id="312"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7.xml><?xml version="1.0" encoding="utf-8"?>
<p:sld xmlns:a="http://schemas.openxmlformats.org/drawingml/2006/main" xmlns:p="http://schemas.openxmlformats.org/presentationml/2006/main">
  <p:cSld>
    <p:spTree>
      <p:nvGrpSpPr>
        <p:cNvPr id="313" name=""/>
        <p:cNvGrpSpPr/>
        <p:nvPr/>
      </p:nvGrpSpPr>
      <p:grpSpPr>
        <a:xfrm>
          <a:off x="0" y="0"/>
          <a:ext cx="0" cy="0"/>
          <a:chOff x="0" y="0"/>
          <a:chExt cx="0" cy="0"/>
        </a:xfrm>
      </p:grpSpPr>
      <p:sp>
        <p:nvSpPr>
          <p:cNvPr id="314"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1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驱动程序用户态技术</a:t>
            </a:r>
            <a:endParaRPr lang="en-US"/>
          </a:p>
          <a:p>
            <a:pPr marL="742950" lvl="1" indent="-285750">
              <a:spcBef>
                <a:spcPct val="20000"/>
              </a:spcBef>
              <a:buSzPct val="100000"/>
              <a:buChar char="–"/>
            </a:pPr>
            <a:r>
              <a:rPr lang="en-US" sz="2000">
                <a:ea typeface="SimSun" pitchFamily="2" charset="-122"/>
              </a:rPr>
              <a:t>UIO</a:t>
            </a:r>
            <a:endParaRPr/>
          </a:p>
          <a:p>
            <a:pPr marL="1143000" lvl="2" indent="-228600">
              <a:spcBef>
                <a:spcPct val="20000"/>
              </a:spcBef>
              <a:buSzPct val="100000"/>
              <a:buChar char="•"/>
            </a:pPr>
            <a:r>
              <a:rPr lang="en-US" sz="1600">
                <a:ea typeface="SimSun" pitchFamily="2" charset="-122"/>
              </a:rPr>
              <a:t>UserSpace</a:t>
            </a:r>
            <a:r>
              <a:rPr lang="zh-CN" sz="1600">
                <a:ea typeface="SimSun" pitchFamily="2" charset="-122"/>
              </a:rPr>
              <a:t> </a:t>
            </a:r>
            <a:r>
              <a:rPr lang="en-US" sz="1600">
                <a:ea typeface="SimSun" pitchFamily="2" charset="-122"/>
              </a:rPr>
              <a:t>I/O</a:t>
            </a:r>
            <a:endParaRPr/>
          </a:p>
          <a:p>
            <a:pPr marL="1143000" lvl="2" indent="-228600">
              <a:spcBef>
                <a:spcPct val="20000"/>
              </a:spcBef>
              <a:buSzPct val="100000"/>
              <a:buChar char="•"/>
            </a:pPr>
            <a:r>
              <a:rPr lang="zh-CN" sz="1600">
                <a:ea typeface="SimSun" pitchFamily="2" charset="-122"/>
              </a:rPr>
              <a:t>允许驱动程序的用户态实现</a:t>
            </a:r>
            <a:endParaRPr lang="en-US" sz="1600"/>
          </a:p>
          <a:p>
            <a:pPr marL="1143000" lvl="2" indent="-228600">
              <a:spcBef>
                <a:spcPct val="20000"/>
              </a:spcBef>
              <a:buSzPct val="100000"/>
              <a:buChar char="•"/>
            </a:pPr>
            <a:r>
              <a:rPr lang="zh-CN" sz="1600">
                <a:ea typeface="SimSun" pitchFamily="2" charset="-122"/>
              </a:rPr>
              <a:t>不支持</a:t>
            </a:r>
            <a:r>
              <a:rPr lang="en-US" sz="1600">
                <a:ea typeface="SimSun" pitchFamily="2" charset="-122"/>
              </a:rPr>
              <a:t>DMA</a:t>
            </a:r>
            <a:r>
              <a:rPr lang="zh-CN" sz="1600">
                <a:ea typeface="SimSun" pitchFamily="2" charset="-122"/>
              </a:rPr>
              <a:t>、中断</a:t>
            </a:r>
            <a:endParaRPr/>
          </a:p>
          <a:p>
            <a:pPr marL="742950" lvl="1" indent="-285750">
              <a:spcBef>
                <a:spcPct val="20000"/>
              </a:spcBef>
              <a:buSzPct val="100000"/>
              <a:buChar char="–"/>
            </a:pPr>
            <a:r>
              <a:rPr lang="en-US" sz="2000">
                <a:ea typeface="SimSun" pitchFamily="2" charset="-122"/>
              </a:rPr>
              <a:t>IOMMU</a:t>
            </a:r>
            <a:endParaRPr/>
          </a:p>
          <a:p>
            <a:pPr marL="1143000" lvl="2" indent="-228600">
              <a:spcBef>
                <a:spcPct val="20000"/>
              </a:spcBef>
              <a:buSzPct val="100000"/>
              <a:buChar char="•"/>
            </a:pPr>
            <a:r>
              <a:rPr lang="en-US" sz="1500">
                <a:ea typeface="SimSun" pitchFamily="2" charset="-122"/>
              </a:rPr>
              <a:t>input/output memory management unit</a:t>
            </a:r>
            <a:endParaRPr/>
          </a:p>
          <a:p>
            <a:pPr marL="1143000" lvl="2" indent="-228600">
              <a:spcBef>
                <a:spcPct val="20000"/>
              </a:spcBef>
              <a:buSzPct val="100000"/>
              <a:buChar char="•"/>
            </a:pPr>
            <a:r>
              <a:rPr lang="zh-CN" sz="1600">
                <a:ea typeface="SimSun" pitchFamily="2" charset="-122"/>
              </a:rPr>
              <a:t>设备独立页表，不同直通设备互相隔离</a:t>
            </a:r>
            <a:endParaRPr lang="en-US" sz="1600"/>
          </a:p>
          <a:p>
            <a:pPr marL="742950" lvl="1" indent="-285750">
              <a:spcBef>
                <a:spcPct val="20000"/>
              </a:spcBef>
              <a:buSzPct val="100000"/>
              <a:buChar char="–"/>
            </a:pPr>
            <a:r>
              <a:rPr lang="en-US" sz="2000">
                <a:ea typeface="SimSun" pitchFamily="2" charset="-122"/>
              </a:rPr>
              <a:t>VFIO</a:t>
            </a:r>
            <a:endParaRPr/>
          </a:p>
          <a:p>
            <a:pPr marL="1143000" lvl="2" indent="-228600">
              <a:spcBef>
                <a:spcPct val="20000"/>
              </a:spcBef>
              <a:buSzPct val="100000"/>
              <a:buChar char="•"/>
            </a:pPr>
            <a:r>
              <a:rPr lang="en-US" sz="1500">
                <a:ea typeface="SimSun" pitchFamily="2" charset="-122"/>
              </a:rPr>
              <a:t>Virtual Function I / O</a:t>
            </a:r>
            <a:endParaRPr/>
          </a:p>
          <a:p>
            <a:pPr marL="1143000" lvl="2" indent="-228600">
              <a:spcBef>
                <a:spcPct val="20000"/>
              </a:spcBef>
              <a:buSzPct val="100000"/>
              <a:buChar char="•"/>
            </a:pPr>
            <a:r>
              <a:rPr lang="zh-CN" sz="1600">
                <a:ea typeface="SimSun" pitchFamily="2" charset="-122"/>
              </a:rPr>
              <a:t>场景：</a:t>
            </a:r>
            <a:r>
              <a:rPr lang="en-US" sz="1600">
                <a:ea typeface="SimSun" pitchFamily="2" charset="-122"/>
              </a:rPr>
              <a:t>PCI</a:t>
            </a:r>
            <a:r>
              <a:rPr lang="zh-CN" sz="1600">
                <a:ea typeface="SimSun" pitchFamily="2" charset="-122"/>
              </a:rPr>
              <a:t>互联，</a:t>
            </a:r>
            <a:r>
              <a:rPr lang="en-US" sz="1600">
                <a:ea typeface="SimSun" pitchFamily="2" charset="-122"/>
              </a:rPr>
              <a:t>IOMMU</a:t>
            </a:r>
            <a:r>
              <a:rPr lang="zh-CN" sz="1600">
                <a:ea typeface="SimSun" pitchFamily="2" charset="-122"/>
              </a:rPr>
              <a:t>不满足此场景</a:t>
            </a:r>
            <a:endParaRPr lang="en-US" sz="1600"/>
          </a:p>
          <a:p>
            <a:pPr marL="1143000" lvl="2" indent="-228600">
              <a:spcBef>
                <a:spcPct val="20000"/>
              </a:spcBef>
              <a:buSzPct val="100000"/>
              <a:buChar char="•"/>
            </a:pPr>
            <a:r>
              <a:rPr lang="en-US" sz="1600">
                <a:ea typeface="SimSun" pitchFamily="2" charset="-122"/>
              </a:rPr>
              <a:t>VFIO</a:t>
            </a:r>
            <a:r>
              <a:rPr lang="zh-CN" sz="1600">
                <a:ea typeface="SimSun" pitchFamily="2" charset="-122"/>
              </a:rPr>
              <a:t>兼顾</a:t>
            </a:r>
            <a:r>
              <a:rPr lang="en-US" sz="1600">
                <a:ea typeface="SimSun" pitchFamily="2" charset="-122"/>
              </a:rPr>
              <a:t>UIO</a:t>
            </a:r>
            <a:r>
              <a:rPr lang="zh-CN" sz="1600">
                <a:ea typeface="SimSun" pitchFamily="2" charset="-122"/>
              </a:rPr>
              <a:t>和</a:t>
            </a:r>
            <a:r>
              <a:rPr lang="en-US" sz="1600">
                <a:ea typeface="SimSun" pitchFamily="2" charset="-122"/>
              </a:rPr>
              <a:t>IOMMU</a:t>
            </a:r>
            <a:endParaRPr/>
          </a:p>
          <a:p>
            <a:pPr marL="742950" lvl="1" indent="-285750">
              <a:spcBef>
                <a:spcPct val="20000"/>
              </a:spcBef>
              <a:buSzPct val="100000"/>
              <a:buChar char="–"/>
            </a:pPr>
            <a:endParaRPr/>
          </a:p>
        </p:txBody>
      </p:sp>
      <p:sp>
        <p:nvSpPr>
          <p:cNvPr id="316"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8.xml><?xml version="1.0" encoding="utf-8"?>
<p:sld xmlns:a="http://schemas.openxmlformats.org/drawingml/2006/main" xmlns:p="http://schemas.openxmlformats.org/presentationml/2006/main">
  <p:cSld>
    <p:spTree>
      <p:nvGrpSpPr>
        <p:cNvPr id="317" name=""/>
        <p:cNvGrpSpPr/>
        <p:nvPr/>
      </p:nvGrpSpPr>
      <p:grpSpPr>
        <a:xfrm>
          <a:off x="0" y="0"/>
          <a:ext cx="0" cy="0"/>
          <a:chOff x="0" y="0"/>
          <a:chExt cx="0" cy="0"/>
        </a:xfrm>
      </p:grpSpPr>
      <p:sp>
        <p:nvSpPr>
          <p:cNvPr id="31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1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SPDK</a:t>
            </a:r>
            <a:r>
              <a:rPr lang="zh-CN">
                <a:ea typeface="SimSun" pitchFamily="2" charset="-122"/>
              </a:rPr>
              <a:t>采用轮询方式而非中断方式</a:t>
            </a:r>
            <a:endParaRPr lang="en-US"/>
          </a:p>
          <a:p>
            <a:pPr marL="742950" lvl="1" indent="-285750">
              <a:spcBef>
                <a:spcPct val="20000"/>
              </a:spcBef>
              <a:buSzPct val="100000"/>
              <a:buChar char="–"/>
            </a:pPr>
            <a:r>
              <a:rPr lang="zh-CN" sz="2000">
                <a:ea typeface="SimSun" pitchFamily="2" charset="-122"/>
              </a:rPr>
              <a:t>机械磁盘主要时耗</a:t>
            </a:r>
            <a:endParaRPr lang="en-US" sz="2000"/>
          </a:p>
          <a:p>
            <a:pPr marL="1143000" lvl="2" indent="-228600">
              <a:spcBef>
                <a:spcPct val="20000"/>
              </a:spcBef>
              <a:buSzPct val="100000"/>
              <a:buChar char="•"/>
            </a:pPr>
            <a:r>
              <a:rPr lang="zh-CN" sz="1600">
                <a:ea typeface="SimSun" pitchFamily="2" charset="-122"/>
              </a:rPr>
              <a:t>磁盘物理</a:t>
            </a:r>
            <a:r>
              <a:rPr lang="en-US" sz="1600">
                <a:ea typeface="SimSun" pitchFamily="2" charset="-122"/>
              </a:rPr>
              <a:t>IO</a:t>
            </a:r>
            <a:endParaRPr lang="en-US" sz="1600"/>
          </a:p>
          <a:p>
            <a:pPr marL="742950" lvl="1" indent="-285750">
              <a:spcBef>
                <a:spcPct val="20000"/>
              </a:spcBef>
              <a:buSzPct val="100000"/>
              <a:buChar char="–"/>
            </a:pPr>
            <a:r>
              <a:rPr lang="en-US" sz="2000">
                <a:ea typeface="SimSun" pitchFamily="2" charset="-122"/>
              </a:rPr>
              <a:t>NVMe</a:t>
            </a:r>
            <a:r>
              <a:rPr lang="zh-CN" sz="2000">
                <a:ea typeface="SimSun" pitchFamily="2" charset="-122"/>
              </a:rPr>
              <a:t> </a:t>
            </a:r>
            <a:r>
              <a:rPr lang="en-US" sz="2000">
                <a:ea typeface="SimSun" pitchFamily="2" charset="-122"/>
              </a:rPr>
              <a:t>&amp;</a:t>
            </a:r>
            <a:r>
              <a:rPr lang="zh-CN" sz="2000">
                <a:ea typeface="SimSun" pitchFamily="2" charset="-122"/>
              </a:rPr>
              <a:t> </a:t>
            </a:r>
            <a:r>
              <a:rPr lang="en-US" sz="2000">
                <a:ea typeface="SimSun" pitchFamily="2" charset="-122"/>
              </a:rPr>
              <a:t>SSD</a:t>
            </a:r>
            <a:endParaRPr/>
          </a:p>
          <a:p>
            <a:pPr marL="1143000" lvl="2" indent="-228600">
              <a:spcBef>
                <a:spcPct val="20000"/>
              </a:spcBef>
              <a:buSzPct val="100000"/>
              <a:buChar char="•"/>
            </a:pPr>
            <a:r>
              <a:rPr lang="zh-CN" sz="1600">
                <a:ea typeface="SimSun" pitchFamily="2" charset="-122"/>
              </a:rPr>
              <a:t>低延迟设备</a:t>
            </a:r>
            <a:endParaRPr lang="en-US" sz="1600"/>
          </a:p>
          <a:p>
            <a:pPr marL="1143000" lvl="2" indent="-228600">
              <a:spcBef>
                <a:spcPct val="20000"/>
              </a:spcBef>
              <a:buSzPct val="100000"/>
              <a:buChar char="•"/>
            </a:pPr>
            <a:r>
              <a:rPr lang="zh-CN" sz="1600">
                <a:ea typeface="SimSun" pitchFamily="2" charset="-122"/>
              </a:rPr>
              <a:t>依赖中断方式的传统</a:t>
            </a:r>
            <a:r>
              <a:rPr lang="en-US" sz="1600">
                <a:ea typeface="SimSun" pitchFamily="2" charset="-122"/>
              </a:rPr>
              <a:t>IO</a:t>
            </a:r>
            <a:r>
              <a:rPr lang="zh-CN" sz="1600">
                <a:ea typeface="SimSun" pitchFamily="2" charset="-122"/>
              </a:rPr>
              <a:t>栈成为瓶颈</a:t>
            </a:r>
            <a:endParaRPr lang="en-US" sz="1600"/>
          </a:p>
          <a:p>
            <a:pPr marL="742950" lvl="1" indent="-285750">
              <a:spcBef>
                <a:spcPct val="20000"/>
              </a:spcBef>
              <a:buSzPct val="100000"/>
              <a:buChar char="–"/>
            </a:pPr>
            <a:r>
              <a:rPr lang="zh-CN" sz="2000">
                <a:ea typeface="SimSun" pitchFamily="2" charset="-122"/>
              </a:rPr>
              <a:t>在用户空间将中断路由到处理程序</a:t>
            </a:r>
            <a:endParaRPr lang="en-US" sz="2000"/>
          </a:p>
          <a:p>
            <a:pPr marL="1143000" lvl="2" indent="-228600">
              <a:spcBef>
                <a:spcPct val="20000"/>
              </a:spcBef>
              <a:buSzPct val="100000"/>
              <a:buChar char="•"/>
            </a:pPr>
            <a:r>
              <a:rPr lang="zh-CN" sz="1600">
                <a:ea typeface="SimSun" pitchFamily="2" charset="-122"/>
              </a:rPr>
              <a:t>对于大部分硬件不可行</a:t>
            </a:r>
            <a:endParaRPr lang="en-US"/>
          </a:p>
          <a:p>
            <a:pPr marL="742950" lvl="1" indent="-285750">
              <a:spcBef>
                <a:spcPct val="20000"/>
              </a:spcBef>
              <a:buSzPct val="100000"/>
              <a:buChar char="–"/>
            </a:pPr>
            <a:r>
              <a:rPr lang="zh-CN" sz="2000">
                <a:ea typeface="SimSun" pitchFamily="2" charset="-122"/>
              </a:rPr>
              <a:t>中断所导致强制的上下文切换</a:t>
            </a:r>
            <a:endParaRPr lang="en-US" sz="2000"/>
          </a:p>
          <a:p>
            <a:pPr marL="1143000" lvl="2" indent="-228600">
              <a:spcBef>
                <a:spcPct val="20000"/>
              </a:spcBef>
              <a:buSzPct val="100000"/>
              <a:buChar char="•"/>
            </a:pPr>
            <a:r>
              <a:rPr lang="zh-CN" sz="1600">
                <a:ea typeface="SimSun" pitchFamily="2" charset="-122"/>
              </a:rPr>
              <a:t>造成尾延迟</a:t>
            </a:r>
            <a:endParaRPr/>
          </a:p>
          <a:p>
            <a:pPr marL="742950" lvl="1" indent="-285750">
              <a:spcBef>
                <a:spcPct val="20000"/>
              </a:spcBef>
              <a:buSzPct val="100000"/>
              <a:buChar char="–"/>
            </a:pPr>
            <a:r>
              <a:rPr lang="en-US" sz="2000">
                <a:ea typeface="SimSun" pitchFamily="2" charset="-122"/>
              </a:rPr>
              <a:t>SPDK</a:t>
            </a:r>
            <a:r>
              <a:rPr lang="zh-CN" sz="2000">
                <a:ea typeface="SimSun" pitchFamily="2" charset="-122"/>
              </a:rPr>
              <a:t>允许</a:t>
            </a:r>
            <a:r>
              <a:rPr lang="en-US" sz="2000">
                <a:ea typeface="SimSun" pitchFamily="2" charset="-122"/>
              </a:rPr>
              <a:t>IO</a:t>
            </a:r>
            <a:r>
              <a:rPr lang="zh-CN" sz="2000">
                <a:ea typeface="SimSun" pitchFamily="2" charset="-122"/>
              </a:rPr>
              <a:t>完成时提供回调，</a:t>
            </a:r>
            <a:r>
              <a:rPr lang="en-US" sz="2000">
                <a:ea typeface="SimSun" pitchFamily="2" charset="-122"/>
              </a:rPr>
              <a:t>SPDK</a:t>
            </a:r>
            <a:r>
              <a:rPr lang="zh-CN" sz="2000">
                <a:ea typeface="SimSun" pitchFamily="2" charset="-122"/>
              </a:rPr>
              <a:t>采用轮询方式响应回调</a:t>
            </a:r>
            <a:endParaRPr lang="en-US" sz="2000"/>
          </a:p>
          <a:p>
            <a:pPr marL="742950" lvl="1" indent="-285750">
              <a:spcBef>
                <a:spcPct val="20000"/>
              </a:spcBef>
              <a:buSzPct val="100000"/>
              <a:buChar char="–"/>
            </a:pPr>
            <a:endParaRPr/>
          </a:p>
          <a:p>
            <a:pPr marL="742950" lvl="1" indent="-285750">
              <a:spcBef>
                <a:spcPct val="20000"/>
              </a:spcBef>
              <a:buSzPct val="100000"/>
              <a:buChar char="–"/>
            </a:pPr>
            <a:endParaRPr/>
          </a:p>
          <a:p>
            <a:pPr marL="342900" lvl="0" indent="-342900">
              <a:spcBef>
                <a:spcPct val="20000"/>
              </a:spcBef>
              <a:buSzPct val="100000"/>
              <a:buChar char="•"/>
            </a:pPr>
            <a:endParaRPr/>
          </a:p>
        </p:txBody>
      </p:sp>
      <p:sp>
        <p:nvSpPr>
          <p:cNvPr id="32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49.xml><?xml version="1.0" encoding="utf-8"?>
<p:sld xmlns:a="http://schemas.openxmlformats.org/drawingml/2006/main" xmlns:p="http://schemas.openxmlformats.org/presentationml/2006/main">
  <p:cSld>
    <p:spTree>
      <p:nvGrpSpPr>
        <p:cNvPr id="327" name=""/>
        <p:cNvGrpSpPr/>
        <p:nvPr/>
      </p:nvGrpSpPr>
      <p:grpSpPr>
        <a:xfrm>
          <a:off x="0" y="0"/>
          <a:ext cx="0" cy="0"/>
          <a:chOff x="0" y="0"/>
          <a:chExt cx="0" cy="0"/>
        </a:xfrm>
      </p:grpSpPr>
      <p:sp>
        <p:nvSpPr>
          <p:cNvPr id="328"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2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zh-CN">
                <a:ea typeface="SimSun" pitchFamily="2" charset="-122"/>
              </a:rPr>
              <a:t>消息传递避免</a:t>
            </a:r>
            <a:r>
              <a:rPr lang="en-US">
                <a:ea typeface="SimSun" pitchFamily="2" charset="-122"/>
              </a:rPr>
              <a:t>I/O</a:t>
            </a:r>
            <a:r>
              <a:rPr lang="zh-CN">
                <a:ea typeface="SimSun" pitchFamily="2" charset="-122"/>
              </a:rPr>
              <a:t>路径的锁定</a:t>
            </a:r>
            <a:endParaRPr lang="en-US"/>
          </a:p>
          <a:p>
            <a:pPr marL="742950" lvl="1" indent="-285750">
              <a:spcBef>
                <a:spcPct val="20000"/>
              </a:spcBef>
              <a:buSzPct val="100000"/>
              <a:buChar char="–"/>
            </a:pPr>
            <a:r>
              <a:rPr lang="en-US" sz="2000">
                <a:ea typeface="SimSun" pitchFamily="2" charset="-122"/>
              </a:rPr>
              <a:t>SPDK</a:t>
            </a:r>
            <a:r>
              <a:rPr lang="zh-CN" sz="2000">
                <a:ea typeface="SimSun" pitchFamily="2" charset="-122"/>
              </a:rPr>
              <a:t>主要目标</a:t>
            </a:r>
            <a:endParaRPr lang="en-US" sz="2000"/>
          </a:p>
          <a:p>
            <a:pPr marL="1143000" lvl="2" indent="-228600">
              <a:spcBef>
                <a:spcPct val="20000"/>
              </a:spcBef>
              <a:buSzPct val="100000"/>
              <a:buChar char="•"/>
            </a:pPr>
            <a:r>
              <a:rPr lang="zh-CN" sz="1600">
                <a:ea typeface="SimSun" pitchFamily="2" charset="-122"/>
              </a:rPr>
              <a:t>通过增加硬件让性能线性拓展，例如</a:t>
            </a:r>
            <a:endParaRPr lang="en-US" sz="1800"/>
          </a:p>
          <a:p>
            <a:pPr marL="1600200" lvl="3" indent="-228600">
              <a:spcBef>
                <a:spcPct val="20000"/>
              </a:spcBef>
              <a:buSzPct val="100000"/>
              <a:buChar char="–"/>
            </a:pPr>
            <a:r>
              <a:rPr lang="zh-CN" sz="1400">
                <a:ea typeface="SimSun" pitchFamily="2" charset="-122"/>
              </a:rPr>
              <a:t>从一个</a:t>
            </a:r>
            <a:r>
              <a:rPr lang="en-US" sz="1400">
                <a:ea typeface="SimSun" pitchFamily="2" charset="-122"/>
              </a:rPr>
              <a:t>SSD</a:t>
            </a:r>
            <a:r>
              <a:rPr lang="zh-CN" sz="1400">
                <a:ea typeface="SimSun" pitchFamily="2" charset="-122"/>
              </a:rPr>
              <a:t>到两个</a:t>
            </a:r>
            <a:r>
              <a:rPr lang="en-US" sz="1400">
                <a:ea typeface="SimSun" pitchFamily="2" charset="-122"/>
              </a:rPr>
              <a:t>SSD</a:t>
            </a:r>
            <a:r>
              <a:rPr lang="zh-CN" sz="1400">
                <a:ea typeface="SimSun" pitchFamily="2" charset="-122"/>
              </a:rPr>
              <a:t>应该是每秒</a:t>
            </a:r>
            <a:r>
              <a:rPr lang="en-US" sz="1400">
                <a:ea typeface="SimSun" pitchFamily="2" charset="-122"/>
              </a:rPr>
              <a:t>I/O</a:t>
            </a:r>
            <a:r>
              <a:rPr lang="zh-CN" sz="1400">
                <a:ea typeface="SimSun" pitchFamily="2" charset="-122"/>
              </a:rPr>
              <a:t>数量的两倍</a:t>
            </a:r>
            <a:endParaRPr/>
          </a:p>
          <a:p>
            <a:pPr marL="1600200" lvl="3" indent="-228600">
              <a:spcBef>
                <a:spcPct val="20000"/>
              </a:spcBef>
              <a:buSzPct val="100000"/>
              <a:buChar char="–"/>
            </a:pPr>
            <a:r>
              <a:rPr lang="en-US" sz="1400">
                <a:ea typeface="SimSun" pitchFamily="2" charset="-122"/>
              </a:rPr>
              <a:t>CPU</a:t>
            </a:r>
            <a:r>
              <a:rPr lang="zh-CN" sz="1400">
                <a:ea typeface="SimSun" pitchFamily="2" charset="-122"/>
              </a:rPr>
              <a:t>核心数量加倍应该可以使计算量增加一倍</a:t>
            </a:r>
            <a:endParaRPr lang="en-US" sz="1800"/>
          </a:p>
          <a:p>
            <a:pPr marL="742950" lvl="1" indent="-285750">
              <a:spcBef>
                <a:spcPct val="20000"/>
              </a:spcBef>
              <a:buSzPct val="100000"/>
              <a:buChar char="–"/>
            </a:pPr>
            <a:r>
              <a:rPr lang="zh-CN" sz="2000">
                <a:ea typeface="SimSun" pitchFamily="2" charset="-122"/>
              </a:rPr>
              <a:t>传统上，线程通过锁并发访问共享数据</a:t>
            </a:r>
            <a:endParaRPr lang="en-US" sz="2000"/>
          </a:p>
          <a:p>
            <a:pPr marL="1143000" lvl="2" indent="-228600">
              <a:spcBef>
                <a:spcPct val="20000"/>
              </a:spcBef>
              <a:buSzPct val="100000"/>
              <a:buChar char="•"/>
            </a:pPr>
            <a:r>
              <a:rPr lang="zh-CN" sz="1600">
                <a:ea typeface="SimSun" pitchFamily="2" charset="-122"/>
              </a:rPr>
              <a:t>单线程程序转换为多线程程序简单（资源加锁）</a:t>
            </a:r>
            <a:endParaRPr lang="en-US" sz="1600"/>
          </a:p>
          <a:p>
            <a:pPr marL="1143000" lvl="2" indent="-228600">
              <a:spcBef>
                <a:spcPct val="20000"/>
              </a:spcBef>
              <a:buSzPct val="100000"/>
              <a:buChar char="•"/>
            </a:pPr>
            <a:r>
              <a:rPr lang="zh-CN" sz="1600">
                <a:ea typeface="SimSun" pitchFamily="2" charset="-122"/>
              </a:rPr>
              <a:t>高效利用</a:t>
            </a:r>
            <a:r>
              <a:rPr lang="en-US" sz="1600">
                <a:ea typeface="SimSun" pitchFamily="2" charset="-122"/>
              </a:rPr>
              <a:t>CPU</a:t>
            </a:r>
            <a:r>
              <a:rPr lang="zh-CN" sz="1600">
                <a:ea typeface="SimSun" pitchFamily="2" charset="-122"/>
              </a:rPr>
              <a:t>资源</a:t>
            </a:r>
            <a:endParaRPr lang="en-US" sz="1600"/>
          </a:p>
          <a:p>
            <a:pPr marL="1143000" lvl="2" indent="-228600">
              <a:spcBef>
                <a:spcPct val="20000"/>
              </a:spcBef>
              <a:buSzPct val="100000"/>
              <a:buChar char="•"/>
            </a:pPr>
            <a:r>
              <a:rPr lang="zh-CN" sz="1600">
                <a:ea typeface="SimSun" pitchFamily="2" charset="-122"/>
              </a:rPr>
              <a:t>缺点：线程数增加造成资源争用</a:t>
            </a:r>
            <a:endParaRPr lang="en-US" sz="1600"/>
          </a:p>
          <a:p>
            <a:pPr marL="742950" lvl="1" indent="-285750">
              <a:spcBef>
                <a:spcPct val="20000"/>
              </a:spcBef>
              <a:buSzPct val="100000"/>
              <a:buChar char="–"/>
            </a:pPr>
            <a:r>
              <a:rPr lang="en-US" sz="2000">
                <a:ea typeface="SimSun" pitchFamily="2" charset="-122"/>
              </a:rPr>
              <a:t>SPDK</a:t>
            </a:r>
            <a:r>
              <a:rPr lang="zh-CN" sz="2000">
                <a:ea typeface="SimSun" pitchFamily="2" charset="-122"/>
              </a:rPr>
              <a:t>做法</a:t>
            </a:r>
            <a:endParaRPr lang="en-US" sz="2000"/>
          </a:p>
          <a:p>
            <a:pPr marL="1143000" lvl="2" indent="-228600">
              <a:spcBef>
                <a:spcPct val="20000"/>
              </a:spcBef>
              <a:buSzPct val="100000"/>
              <a:buChar char="•"/>
            </a:pPr>
            <a:r>
              <a:rPr lang="zh-CN" sz="1600">
                <a:ea typeface="SimSun" pitchFamily="2" charset="-122"/>
              </a:rPr>
              <a:t>数据分配给不同的线程，而非将共享数据放到全局位置由所有线程获得锁后访问</a:t>
            </a:r>
            <a:endParaRPr lang="en-US" sz="1600"/>
          </a:p>
          <a:p>
            <a:pPr marL="1143000" lvl="2" indent="-228600">
              <a:spcBef>
                <a:spcPct val="20000"/>
              </a:spcBef>
              <a:buSzPct val="100000"/>
              <a:buChar char="•"/>
            </a:pPr>
            <a:r>
              <a:rPr lang="zh-CN" sz="1600">
                <a:ea typeface="SimSun" pitchFamily="2" charset="-122"/>
              </a:rPr>
              <a:t>单个</a:t>
            </a:r>
            <a:r>
              <a:rPr lang="en-US" sz="1600">
                <a:ea typeface="SimSun" pitchFamily="2" charset="-122"/>
              </a:rPr>
              <a:t>CPU</a:t>
            </a:r>
            <a:r>
              <a:rPr lang="zh-CN" sz="1600">
                <a:ea typeface="SimSun" pitchFamily="2" charset="-122"/>
              </a:rPr>
              <a:t> </a:t>
            </a:r>
            <a:r>
              <a:rPr lang="en-US" sz="1600">
                <a:ea typeface="SimSun" pitchFamily="2" charset="-122"/>
              </a:rPr>
              <a:t>core</a:t>
            </a:r>
            <a:r>
              <a:rPr lang="zh-CN" sz="1600">
                <a:ea typeface="SimSun" pitchFamily="2" charset="-122"/>
              </a:rPr>
              <a:t>始终访问相同的数据</a:t>
            </a:r>
            <a:endParaRPr lang="en-US" sz="1600"/>
          </a:p>
          <a:p>
            <a:pPr marL="1600200" lvl="3" indent="-228600">
              <a:spcBef>
                <a:spcPct val="20000"/>
              </a:spcBef>
              <a:buSzPct val="100000"/>
              <a:buChar char="–"/>
            </a:pPr>
            <a:r>
              <a:rPr lang="en-US" sz="1600">
                <a:ea typeface="SimSun" pitchFamily="2" charset="-122"/>
              </a:rPr>
              <a:t>CPU</a:t>
            </a:r>
            <a:r>
              <a:rPr lang="zh-CN" sz="1600">
                <a:ea typeface="SimSun" pitchFamily="2" charset="-122"/>
              </a:rPr>
              <a:t> </a:t>
            </a:r>
            <a:r>
              <a:rPr lang="en-US" sz="1600">
                <a:ea typeface="SimSun" pitchFamily="2" charset="-122"/>
              </a:rPr>
              <a:t>core</a:t>
            </a:r>
            <a:r>
              <a:rPr lang="zh-CN" sz="1600">
                <a:ea typeface="SimSun" pitchFamily="2" charset="-122"/>
              </a:rPr>
              <a:t> </a:t>
            </a:r>
            <a:r>
              <a:rPr lang="en-US" sz="1600">
                <a:ea typeface="SimSun" pitchFamily="2" charset="-122"/>
              </a:rPr>
              <a:t>cache</a:t>
            </a:r>
            <a:r>
              <a:rPr lang="zh-CN" sz="1600">
                <a:ea typeface="SimSun" pitchFamily="2" charset="-122"/>
              </a:rPr>
              <a:t>命中率更高</a:t>
            </a:r>
            <a:endParaRPr lang="en-US" sz="1600"/>
          </a:p>
          <a:p>
            <a:pPr marL="1143000" lvl="2" indent="-228600">
              <a:spcBef>
                <a:spcPct val="20000"/>
              </a:spcBef>
              <a:buSzPct val="100000"/>
              <a:buChar char="•"/>
            </a:pPr>
            <a:r>
              <a:rPr lang="zh-CN" sz="1600">
                <a:ea typeface="SimSun" pitchFamily="2" charset="-122"/>
              </a:rPr>
              <a:t>保证了线程可以提交请求而不必与其他线程协的开销</a:t>
            </a:r>
            <a:endParaRPr lang="en-US" sz="2800"/>
          </a:p>
          <a:p>
            <a:pPr marL="742950" lvl="1" indent="-285750">
              <a:spcBef>
                <a:spcPct val="20000"/>
              </a:spcBef>
              <a:buSzPct val="100000"/>
              <a:buChar char="–"/>
            </a:pPr>
            <a:endParaRPr/>
          </a:p>
          <a:p>
            <a:pPr marL="742950" lvl="1" indent="-285750">
              <a:spcBef>
                <a:spcPct val="20000"/>
              </a:spcBef>
              <a:buNone/>
            </a:pPr>
            <a:endParaRPr/>
          </a:p>
          <a:p>
            <a:pPr marL="742950" lvl="1" indent="-285750">
              <a:spcBef>
                <a:spcPct val="20000"/>
              </a:spcBef>
              <a:buNone/>
            </a:pPr>
            <a:endParaRPr/>
          </a:p>
          <a:p>
            <a:pPr marL="742950" lvl="1" indent="-285750">
              <a:spcBef>
                <a:spcPct val="20000"/>
              </a:spcBef>
              <a:buSzPct val="100000"/>
              <a:buChar char="–"/>
            </a:pPr>
            <a:endParaRPr/>
          </a:p>
        </p:txBody>
      </p:sp>
      <p:sp>
        <p:nvSpPr>
          <p:cNvPr id="330"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50.xml><?xml version="1.0" encoding="utf-8"?>
<p:sld xmlns:a="http://schemas.openxmlformats.org/drawingml/2006/main" xmlns:p="http://schemas.openxmlformats.org/presentationml/2006/main">
  <p:cSld>
    <p:spTree>
      <p:nvGrpSpPr>
        <p:cNvPr id="331" name=""/>
        <p:cNvGrpSpPr/>
        <p:nvPr/>
      </p:nvGrpSpPr>
      <p:grpSpPr>
        <a:xfrm>
          <a:off x="0" y="0"/>
          <a:ext cx="0" cy="0"/>
          <a:chOff x="0" y="0"/>
          <a:chExt cx="0" cy="0"/>
        </a:xfrm>
      </p:grpSpPr>
      <p:sp>
        <p:nvSpPr>
          <p:cNvPr id="332"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en-US">
                <a:ea typeface="SimSun" pitchFamily="2" charset="-122"/>
              </a:rPr>
              <a:t>SPDK</a:t>
            </a:r>
            <a:endParaRPr/>
          </a:p>
        </p:txBody>
      </p:sp>
      <p:sp>
        <p:nvSpPr>
          <p:cNvPr id="33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a:solidFill>
                  <a:schemeClr val="dk1"/>
                </a:solidFill>
                <a:latin typeface="Comic Sans MS"/>
              </a:defRPr>
            </a:lvl5pPr>
          </a:lstStyle>
          <a:p>
            <a:pPr marL="342900" lvl="0" indent="-342900">
              <a:spcBef>
                <a:spcPct val="20000"/>
              </a:spcBef>
              <a:buSzPct val="100000"/>
              <a:buChar char="•"/>
            </a:pPr>
            <a:r>
              <a:rPr lang="en-US">
                <a:ea typeface="SimSun" pitchFamily="2" charset="-122"/>
              </a:rPr>
              <a:t>SPDK</a:t>
            </a:r>
            <a:r>
              <a:rPr lang="zh-CN">
                <a:ea typeface="SimSun" pitchFamily="2" charset="-122"/>
              </a:rPr>
              <a:t>使用方式</a:t>
            </a:r>
            <a:endParaRPr lang="en-US"/>
          </a:p>
          <a:p>
            <a:pPr marL="742950" lvl="1" indent="-285750">
              <a:spcBef>
                <a:spcPct val="20000"/>
              </a:spcBef>
              <a:buSzPct val="100000"/>
              <a:buChar char="–"/>
            </a:pPr>
            <a:r>
              <a:rPr lang="en-US">
                <a:ea typeface="SimSun" pitchFamily="2" charset="-122"/>
              </a:rPr>
              <a:t>Blobstore</a:t>
            </a:r>
            <a:endParaRPr/>
          </a:p>
          <a:p>
            <a:pPr marL="1143000" lvl="2" indent="-228600">
              <a:spcBef>
                <a:spcPct val="20000"/>
              </a:spcBef>
              <a:buSzPct val="100000"/>
              <a:buChar char="•"/>
            </a:pPr>
            <a:r>
              <a:rPr lang="zh-CN" sz="1800">
                <a:ea typeface="SimSun" pitchFamily="2" charset="-122"/>
              </a:rPr>
              <a:t>持久化、断电非易失的块分配器</a:t>
            </a:r>
            <a:endParaRPr/>
          </a:p>
          <a:p>
            <a:pPr marL="1143000" lvl="2" indent="-228600">
              <a:spcBef>
                <a:spcPct val="20000"/>
              </a:spcBef>
              <a:buSzPct val="100000"/>
              <a:buChar char="•"/>
            </a:pPr>
            <a:r>
              <a:rPr lang="zh-CN" sz="1800">
                <a:ea typeface="SimSun" pitchFamily="2" charset="-122"/>
              </a:rPr>
              <a:t>代替传统文件系统提供存储服务</a:t>
            </a:r>
            <a:endParaRPr/>
          </a:p>
          <a:p>
            <a:pPr marL="1143000" lvl="2" indent="-228600">
              <a:spcBef>
                <a:spcPct val="20000"/>
              </a:spcBef>
              <a:buSzPct val="100000"/>
              <a:buChar char="•"/>
            </a:pPr>
            <a:r>
              <a:rPr lang="zh-CN" sz="1800">
                <a:ea typeface="SimSun" pitchFamily="2" charset="-122"/>
              </a:rPr>
              <a:t>不支持</a:t>
            </a:r>
            <a:r>
              <a:rPr lang="en-US" sz="1800">
                <a:ea typeface="SimSun" pitchFamily="2" charset="-122"/>
              </a:rPr>
              <a:t>POSIX</a:t>
            </a:r>
            <a:r>
              <a:rPr lang="zh-CN" sz="1800">
                <a:ea typeface="SimSun" pitchFamily="2" charset="-122"/>
              </a:rPr>
              <a:t>标准</a:t>
            </a:r>
            <a:endParaRPr/>
          </a:p>
          <a:p>
            <a:pPr marL="1143000" lvl="2" indent="-228600">
              <a:spcBef>
                <a:spcPct val="20000"/>
              </a:spcBef>
              <a:buSzPct val="100000"/>
              <a:buChar char="•"/>
            </a:pPr>
            <a:r>
              <a:rPr lang="zh-CN" sz="1600">
                <a:ea typeface="SimSun" pitchFamily="2" charset="-122"/>
              </a:rPr>
              <a:t>允许对块设备上的一系列块进行异步、</a:t>
            </a:r>
            <a:r>
              <a:rPr lang="en-US" sz="1600">
                <a:ea typeface="SimSun" pitchFamily="2" charset="-122"/>
              </a:rPr>
              <a:t>uncached</a:t>
            </a:r>
            <a:r>
              <a:rPr lang="zh-CN" sz="1600">
                <a:ea typeface="SimSun" pitchFamily="2" charset="-122"/>
              </a:rPr>
              <a:t>、并行读写</a:t>
            </a:r>
            <a:endParaRPr lang="en-US" sz="1800"/>
          </a:p>
          <a:p>
            <a:pPr marL="742950" lvl="1" indent="-285750">
              <a:spcBef>
                <a:spcPct val="20000"/>
              </a:spcBef>
              <a:buSzPct val="100000"/>
              <a:buChar char="–"/>
            </a:pPr>
            <a:r>
              <a:rPr lang="en-GB">
                <a:ea typeface="SimSun" pitchFamily="2" charset="-122"/>
              </a:rPr>
              <a:t>Block Device Layer</a:t>
            </a:r>
            <a:endParaRPr/>
          </a:p>
          <a:p>
            <a:pPr marL="1143000" lvl="2" indent="-228600">
              <a:spcBef>
                <a:spcPct val="20000"/>
              </a:spcBef>
              <a:buSzPct val="100000"/>
              <a:buChar char="•"/>
            </a:pPr>
            <a:r>
              <a:rPr lang="zh-CN" sz="1800">
                <a:ea typeface="SimSun" pitchFamily="2" charset="-122"/>
              </a:rPr>
              <a:t>使用</a:t>
            </a:r>
            <a:r>
              <a:rPr lang="en-US" sz="1800">
                <a:ea typeface="SimSun" pitchFamily="2" charset="-122"/>
              </a:rPr>
              <a:t>bdev</a:t>
            </a:r>
            <a:r>
              <a:rPr lang="zh-CN" sz="1800">
                <a:ea typeface="SimSun" pitchFamily="2" charset="-122"/>
              </a:rPr>
              <a:t>访问块设备</a:t>
            </a:r>
            <a:endParaRPr/>
          </a:p>
        </p:txBody>
      </p:sp>
      <p:sp>
        <p:nvSpPr>
          <p:cNvPr id="334"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335" name=""/>
        <p:cNvGrpSpPr/>
        <p:nvPr/>
      </p:nvGrpSpPr>
      <p:grpSpPr>
        <a:xfrm>
          <a:off x="0" y="0"/>
          <a:ext cx="0" cy="0"/>
          <a:chOff x="0" y="0"/>
          <a:chExt cx="0" cy="0"/>
        </a:xfrm>
      </p:grpSpPr>
      <p:sp>
        <p:nvSpPr>
          <p:cNvPr id="336" name="标题 1"/>
          <p:cNvSpPr>
            <a:spLocks noGrp="true" noChangeShapeType="true"/>
          </p:cNvSpPr>
          <p:nvPr>
            <p:ph type="title"/>
          </p:nvPr>
        </p:nvSpPr>
        <p:spPr>
          <a:xfrm>
            <a:off x="457200" y="457200"/>
            <a:ext cx="8077200" cy="914400"/>
          </a:xfrm>
          <a:prstGeom prst="rect">
            <a:avLst/>
          </a:prstGeom>
          <a:noFill/>
        </p:spPr>
        <p:txBody>
          <a:bodyPr lIns="91440" tIns="45720" rIns="91440" bIns="45720" anchor="ctr" anchorCtr="false"/>
          <a:lstStyle/>
          <a:p>
            <a:pPr lvl="0"/>
            <a:r>
              <a:rPr lang="zh-CN">
                <a:ea typeface="SimSun" pitchFamily="2" charset="-122"/>
              </a:rPr>
              <a:t>总结</a:t>
            </a:r>
            <a:endParaRPr/>
          </a:p>
        </p:txBody>
      </p:sp>
      <p:pic>
        <p:nvPicPr>
          <p:cNvPr id="337" name="内容占位符 2"/>
          <p:cNvPicPr>
            <a:picLocks noGrp="true" noChangeAspect="true"/>
          </p:cNvPicPr>
          <p:nvPr>
            <p:ph type="obj"/>
          </p:nvPr>
        </p:nvPicPr>
        <p:blipFill>
          <a:blip r:embed="rId1"/>
          <a:srcRect/>
          <a:stretch>
            <a:fillRect/>
          </a:stretch>
        </p:blipFill>
        <p:spPr>
          <a:xfrm>
            <a:off x="342900" y="2328862"/>
            <a:ext cx="8305800" cy="2886075"/>
          </a:xfrm>
          <a:prstGeom prst="rect">
            <a:avLst/>
          </a:prstGeom>
          <a:noFill/>
        </p:spPr>
      </p:pic>
      <p:sp>
        <p:nvSpPr>
          <p:cNvPr id="338" name="幻灯片编号占位符 3"/>
          <p:cNvSpPr>
            <a:spLocks noGrp="true" noChangeShapeType="true"/>
          </p:cNvSpPr>
          <p:nvPr>
            <p:ph type="sldNum"/>
          </p:nvPr>
        </p:nvSpPr>
        <p:spPr>
          <a:xfrm>
            <a:off x="6934200" y="6172200"/>
            <a:ext cx="1295400" cy="457200"/>
          </a:xfrm>
          <a:prstGeom prst="rect">
            <a:avLst/>
          </a:prstGeom>
          <a:noFill/>
        </p:spPr>
        <p:txBody>
          <a:bodyPr lIns="91440" tIns="45720" rIns="91440" bIns="45720" anchor="t"/>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339" name="AutoShape 4" descr="data:image/png;base64,iVBORw0KGgoAAAANSUhEUgAACeQAAANwCAYAAABEBfjAAAAMKGlDQ1BJQ0MgUHJvZmlsZQAASImVVwdYU8kWnltSSWiBUKSE3gQp0qWGFkFAOtgISSChxJgQVOyoqOBaUBHBiq6KKLoWQBYb9rIo9v5QREVZF1exofImCaCr33vve+f75t7/njlzzn/OnZlvBgCNWK5EkotqApAnzpfGhQezUlLTWKQOgAASoABrQObyZJKg2NgoAGXw/U95dxNaQ7nmqPD1c/9/FS2+QMYDAImFOIMv4+VBfBAA3IMnkeYDQOiGeoup+RKIiZAl0JFCghBbKnCWCnspcIYKRyltEuLYEKcDQKZxudIsANQVvFgFvCzoR30pxM5ivkgMcTPE/jwhlw/xZ4iH5+VNhljDFmLbjO/8ZP3DZ8aQTy43awirclEKOUQkk+Ryp/+f5fjfkpcrH4xhARtNKI2IU+SsqFvO5EgFpkF8TpwRHQOxNsTXRXylvQI/FcojEgfsP/BkbFgzwAQApfG5IZEQG0FsLs6NjhrQ+2eKwjgQw9qjCaJ8ToJqLMqXTo4b8I9OE8hC4wcxV6qMpbApkeckBg343CgUcAZ9NhUKE5JVPNErBaKkaIjVIb4vy4mPHLB5UShkRw/aSOVxCs7wn2MgUxoWp7LBLPNkg3lhPkIRJ3oAR+ULEyJUY7GJPK6Smz7E2QJZStQgT74gJFSVF1YkECcO8MfKJPnBcQP22yS5sQP2WLMgN1yhN4e4VVYQPzi2Jx9ONlW+OJDkxyaouOE62dzRsSoOuD2IAmwQAlhADlsGmAyygai1u6Ebfql6wgAXSEEWEADHAc3giGRljxg+40Eh+BMiAZANjQtW9gpAAdR/GdKqno4gU9lboByRA55CnAciQS78litHiYeiJYEnUCP6KToPcs2FTdH3k46lMagjhhJDiBHEMKIdboj74754FHwGwuaKe+Heg7y+2ROeEtoIjwk3CO2EO5NERdIfmLPAGNAOOYYNZJfxfXa4NfTqjgfjftA/9I0zcUPgiI+EkYLwABjbHWq/5yofyvhbLQd8UZwpKEWPEkix/ZGBur26+5AXRaW+r4WKV8ZQtdhDPT/mwf6ufnz4jvzREluMHcDOYiew81gz1gBY2DGsEbuEHVHgobnxRDk3BqPFKfnkQD+in+JxB2IqqiZzrnXucv480AfyBdPyFYuFPVkyXSrKEuazguBuLWBxxDyn4SxXZxdvABR7v2precNU7ukI88I3XdFbAPz4/f39zd90UXBNHlwIAPXpN53NUbic9QA4V8qTSwtUOlzxIAAq0IArxQCYwL3LFmbkCjyALwgEoWA0iAEJIBVMhHUWwnkqBVPBTDAPFINSsAKsAZVgE9gKdoI9YD9oAM3gBDgDLoIr4Aa4B+dKJ3gJesA70IcgCAmhIwzEADFFrBAHxBXxQvyRUCQKiUNSkXQkCxEjcmQmMh8pRcqQSmQLUoP8hhxGTiDnkTbkDvII6UL+Rj6hGEpDdVBj1BodgXqhQWgkmoBOQLPQKWghugBdhlag1ehutB49gV5Eb6Dt6Eu0FwOYGsbEzDBHzAtjYzFYGpaJSbHZWAlWjlVjdVgT/NPXsHasG/uIE3EGzsId4XyNwBNxHj4Fn40vxSvxnXg9fgq/hj/Ce/CvBDrBiOBA8CFwCCmELMJUQjGhnLCdcIhwGq6dTsI7IpHIJNoQPeHaSyVmE2cQlxI3EPcSjxPbiB3EXhKJZEByIPmRYkhcUj6pmLSOtJt0jHSV1En6QFYjm5JdyWHkNLKYXEQuJ+8iHyVfJT8j91E0KVYUH0oMhU+ZTllO2UZpolymdFL6qFpUG6ofNYGaTZ1HraDWUU9T71PfqKmpmat5q41VE6nNVatQ26d2Tu2R2keaNs2exqaNp8lpy2g7aMdpd2hv6HS6NT2QnkbPpy+j19BP0h/SP6gz1J3UOep89TnqVer16lfVX2lQNKw0gjQmahRqlGsc0Lis0a1J0bTWZGtyNWdrVmke1ryl2avF0HLRitHK01qqtUvrvNZzbZK2tXaoNl97gfZW7ZPaHQyMYcFgM3iM+YxtjNOMTh2ijo0ORydbp1Rnj06rTo+utu5I3STdabpVukd025kY05rJYeYylzP3M28yP+kZ6wXpCfSW6NXpXdV7rz9MP1BfoF+iv1f/hv4nA5ZBqEGOwUqDBoMHhrihveFYw6mGGw1PG3YP0xnmO4w3rGTY/mF3jVAje6M4oxlGW40uGfUamxiHG0uM1xmfNO42YZoEmmSbrDY5atJlyjD1NxWZrjY9ZvqCpcsKYuWyKlinWD1mRmYRZnKzLWatZn3mNuaJ5kXme80fWFAtvCwyLVZbtFj0WJpajrGcaVlredeKYuVlJbRaa3XW6r21jXWy9SLrBuvnNvo2HJtCm1qb+7Z02wDbKbbVttftiHZedjl2G+yu2KP27vZC+yr7yw6og4eDyGGDQ9twwnDv4eLh1cNvOdIcgxwLHGsdHzkxnaKcipwanF6NsByRNmLliLMjvjq7O+c6b3O+56LtMtqlyKXJ5W9Xe1eea5XrdTe6W5jbHLdGt9cjHUYKRm4cedud4T7GfZF7i/sXD08PqUedR5enpWe653rPW146XrFeS73OeRO8g73neDd7f/Tx8Mn32e/zl6+jb47vLt/no2xGCUZtG9XhZ+7H9dvi1+7P8k/33+zfHmAWwA2oDngcaBHID9we+CzILig7aHfQq2DnYGnwoeD3bB/2LPbxECwkPKQkpDVUOzQxtDL0YZh5WFZYbVhPuHv4jPDjEYSIyIiVEbc4xhwep4bTM9pz9KzRpyJpkfGRlZGPo+yjpFFNY9Axo8esGnM/2ipaHN0QA2I4MatiHsTaxE6J/X0scWzs2KqxT+Nc4mbGnY1nxE+K3xX/LiE4YXnCvUTbRHliS5JG0vikmqT3ySHJZcntKSNSZqVcTDVMFaU2ppHSktK2p/WOCx23ZlznePfxxeNvTrCZMG3C+YmGE3MnHpmkMYk76UA6IT05fVf6Z24Mt5rbm8HJWJ/Rw2Pz1vJe8gP5q/ldAj9BmeBZpl9mWebzLL+sVVldwgBhubBbxBZVil5nR2Rvyn6fE5OzI6c/Nzl3bx45Lz3vsFhbnCM+Ndlk8rTJbRIHSbGkfYrPlDVTeqSR0u0yRDZB1pivAw/Zl+S28oXyRwX+BVUFH6YmTT0wTWuaeNql6fbTl0x/VhhW+OsMfAZvRstMs5nzZj6aFTRry2xkdsbsljkWcxbM6ZwbPnfnPOq8nHl/FDkXlRW9nZ88v2mB8YK5CzoWhi+sLVYvlhbfWuS7aNNifLFocesStyXrlnwt4ZdcKHUuLS/9vJS39MIvLr9U/NK/LHNZ63KP5RtXEFeIV9xcGbByZ5lWWWFZx6oxq+pXs1aXrH67ZtKa8+Ujyzetpa6Vr22viKpoXGe5bsW6z5XCyhtVwVV71xutX7L+/Qb+hqsbAzfWbTLeVLrp02bR5ttbwrfUV1tXl28lbi3Y+nRb0razv3r9WrPdcHvp9i87xDvad8btPFXjWVOzy2jX8lq0Vl7btXv87it7QvY01jnWbdnL3Fu6D+yT73vxW/pvN/dH7m854HWg7qDVwfWHGIdK6pH66fU9DcKG9sbUxrbDow+3NPk2Hfrd6fcdzWbNVUd0jyw/Sj264Gj/scJjvcclx7tPZJ3oaJnUcu9kysnrp8aeaj0defrcmbAzJ88GnT12zu9c83mf84cveF1ouOhxsf6S+6VDf7j/cajVo7X+suflxiveV5raRrUdvRpw9cS1kGtnrnOuX7wRfaPtZuLN27fG32q/zb/9/E7undd3C+723Zt7n3C/5IHmg/KHRg+r/2X3r73tHu1HHoU8uvQ4/vG9Dl7HyyeyJ587FzylPy1/Zvqs5rnr8+ausK4rL8a96HwpednXXfyn1p/rX9m+OvhX4F+XelJ6Ol9LX/f/vfSNwZsdb0e+bemN7X34Lu9d3/uSDwYfdn70+nj2U/KnZ31TP5M+V3yx+9L0NfLr/f68/n4JV8pVHgUw2NDMTAD+3gEAPRUAxhV4fhinupspBVHdJ5UI/Cesur8pxQOAOvhSHMPZxwHYB5v1XOg7EADFETwhEKBubkNtQGSZbq4qXzR4YyF86O9/YwwAqQmAL9L+/r4N/f1ftkGydwA4PkV1J1SI4g66OVCBbujz54If5N+r+XEwl6uWIwAAAAlwSFlzAAAWJQAAFiUBSVIk8AAAAZ5pVFh0WE1MOmNvbS5hZG9iZS54bXAAAAAAADx4OnhtcG1ldGEgeG1sbnM6eD0iYWRvYmU6bnM6bWV0YS8iIHg6eG1wdGs9IlhNUCBDb3JlIDUuNC4wIj4KICAgPHJkZjpSREYgeG1sbnM6cmRmPSJodHRwOi8vd3d3LnczLm9yZy8xOTk5LzAyLzIyLXJkZi1zeW50YXgtbnMjIj4KICAgICAgPHJkZjpEZXNjcmlwdGlvbiByZGY6YWJvdXQ9IiIKICAgICAgICAgICAgeG1sbnM6ZXhpZj0iaHR0cDovL25zLmFkb2JlLmNvbS9leGlmLzEuMC8iPgogICAgICAgICA8ZXhpZjpQaXhlbFhEaW1lbnNpb24+MjUzMjwvZXhpZjpQaXhlbFhEaW1lbnNpb24+CiAgICAgICAgIDxleGlmOlBpeGVsWURpbWVuc2lvbj44ODA8L2V4aWY6UGl4ZWxZRGltZW5zaW9uPgogICAgICA8L3JkZjpEZXNjcmlwdGlvbj4KICAgPC9yZGY6UkRGPgo8L3g6eG1wbWV0YT4KH4pjlgAAABxpRE9UAAAAAgAAAAAAAAG4AAAAKAAAAbgAAAG4AAGDKRV6jh0AAEAASURBVHgB7J0HuCRF1bDbCMKy5LDkDJIzSlxAwgfskjOSERD4BBTEAKsiKiqgSJCcQREBJYrgLrAkCSICAi6s8JEkZwTU+edt/96dO7fTzHTP9Nz71vPcOzM93dVVb1VPnVPn1KmP1OopMElAAhKQgAQkIAEJSEACEpCABCQgAQlIQAISkIAEJCABCUhAAhKQgAQkIAEJSEACEpCABCTQEYGP6JDXET8vloAEJCABCUhAAhKQgAQkIAEJSEACEpCABCQgAQlIQAISkIAEJCABCUhAAhKQgAQkIAEJhAR0yLMjSEACEpCABCQgAQlIQAISkIAEJCABCUhAAhKQgAQkIAEJSEACEpCABCQgAQlIQAISkIAECiCgQ14BEM1CAhKQgAQkIAEJSEACEpCABCQgAQlIQAISkIAEJCABCUhAAhKQgAQkIAEJSEACEpCABCSgQ559QAISkIAEJCABCUhAAhKQgAQkIAEJSEACEpCABCQgAQlIQAISkIAEJCABCUhAAhKQgAQkUAABHfIKgGgWEpCABCQgAQlIQAISkIAEJCABCUhAAhKQgAQkIAEJSEACEpCABCQgAQlIQAISkIAEJCABHfLsAxKQgAQkIAEJSEACEpCABCQgAQlIQAISkIAEJCABCUhAAhKQgAQkIAEJSEACEpCABCQggQII6JBXAESzkIAEJCABCUhAAhKQgAQkIAEJSEACEpCABCQgAQlIQAISkIAEJCABCUhAAhKQgAQkIAEJ6JBnH5CABCQgAQlIQAISkIAEJCABCUhAAhKQgAQkIAEJSEACEpCABCQgAQlIQAISkIAEJCABCRRAQIe8AiCahQQkIAEJSEACEpCABCQgAQlIQAISkIAEJCABCUhAAhKQgAQkIAEJSEACEpCABCQgAQlIQIc8+4AEJCABCUhAAhKQgAQkIAEJSEACEpCABCQgAQlIQAISkIAEJCABCUhAAhKQgAQkIAEJSKAAAjrkFQDRLCQgAQlIQAISkIAEJCABCUhAAhKQgAQkIAEJSEACEpCABCQgAQlIQAISkIAEJCABCUhAAjrk2QckIAEJSEACEpCABCQgAQlIQAISkIAEJCABCUhAAhKQgAQkIAEJSEACEpCABCQgAQlIQAIFENAhrwCIZiEBCUhAAhKQgAQkIAEJSEACEpCABCQgAQlIQAISkIAEJCABCUhAAhKQgAQkIAEJSEACEtAhzz4gAQlIQAISkIAEJCABCUhAAhKQgAQkIAEJSEACEpCABCQgAQlIQAISkIAEJCABCUhAAhIogIAOeQVANAsJSEACEpCABCQgAQlIQAISkIAEJCABCUhAAhKQgAQkIAEJSEACEpCABCQgAQlIQAISkIAOefYBCUhAAhKQgAQkIAEJSEACEpCABCQgAQlIQAISkIAEJCABCUhAAhKQgAQkIAEJSEACEpBAAQR0yCsAollIQAISkIAEJCABCUhAAhKQgAQkIAEJSEACEpCABCQgAQlIQAISkIAEJCABCUhAAhKQgAR0yLMPSEACEpCABCQgAQlIQAISkIAEJCABCUhAAhKQgAQkIAEJSEACEpCABCQgAQlIQAISkIAECiCgQ14BEM1CAhKQgAQkIAEJSEACEpCABCQgAQlIQAISkIAEJCABCUhAAhKQgAQkIAEJSEACEpCABCSgQ559QAISkIAEJCABCUhAAhKQgAQkIAEJSEACEpCABCQgAQlIQAISkIAEJCABCUhAAhKQgAQkUAABHfIKgDhcsqjVasFjjz0W3HXXXcGzzz4bvPLKK1P+Xn/99eDjH/94MO200wYzzzxzMN988wXzzz9/sOKKKwarrLJKMM000wwXTNZTAhKQgARKIvDmm28Gd955Z/Dcc88FL7/8cvDSSy9N+eO7mWaaKZhtttmC2WefPXzl/eKLLx6svvrq4RhVUrHMVgISkIAEJCABCUhAAhKQgAR6QCBOR3zxxRdDfZHvmKOcddZZ1RF70DbeUgISkIAEJCABCUhAAhJojYD6TWu8PFsC/UBAh7x+aKUelhEnvGeeeSY455xzgl//+tfBCy+8EHzwwQfBv//97+A///nPgD+K+ZGPfCT46Ec/GnzsYx8LnR8+8YlPBDPMMEOw2mqrBVtvvXUwduzY4FOf+lQPa+StOyVAu0+cODGYPHly8O6774bZ4Yg5zzzzBKNHjw4++clPdnoLr5eABCpIgPEAZ7i//e1vU559islvOk7Y6667bilObzh//+53vwuuu+664LbbbgvefvvtKWNQ81jE+BP9MQ7xHmdxHPTWW2+9YKONNgrWX3/9YOTIkRUkbJEkIAEJSEACnRHAYR05/bXXXgv1tObcGBvnmGOOYO211w6dE5q/97ME2iWgjtguOa+TQH8T6JWOyOIsdMTrr7++LR2RuUoWb6EboiOiK6oj9ndftPQSkIAEhjMBZHHmTP/+978PmLOdbrrpggUXXDDU/5gjLSox/j///PNh4A4WS3N/0owzzhgsscQSwcorr1zUrcxHAhKQQFcJqN90Fbc3k8CwIaBD3rBp6tYritPDuHHjgksvvTTAI/u9996bIly3khtOejhp4bQxatSoYPvttw/22muvMIJeK/l4bu8J4PxyyCGHhH3iX//6V4BwQqKNcXohIiITorw3SUACQ4cAz/43v/nN4Mwzzwwan31qGD3/a665ZnDVVVeFnzutOb8tTz/9dDgG/f73vw8nkxiDcAiPfndauQeTTkRqxXkYQ8s+++wTHHroocH000/fSjaeKwEJSEACEqgkAQwgjMGHHXZY8MYbb6TqbDjlzTXXXMEZZ5wRrLXWWpWsj4XqLwLqiP3VXpZWAkUR6IWO+NRTT4U64k033aSOWFRDmo8EJCABCfQ1Acbjgw8+OLjsssti52xxQt9kk02CCy+8sJB6Mi/70EMPhYE30D25f5Si+Vf00iOOOCI67KsEJCCBviCQpd/we4oN7MorryzMBqZ+0xddw0JKoGMCOuR1jHDoZYBQ/cgjjwT7779/cP/99w9YVdNpbRHKccybZZZZgmOOOSbYfffdO83S67tIAMdMnCqjyHjNt8bZhYlRhBKTBCQwdAjgCEdEHSZakhKrLomgt9xyyyWdkuv4hx9+GJx11lnBD3/4wzAq6z//+c9c1+U9CQdCHPHYyhancyK3miQgAQlIQAL9TIAo5qusskq4pXsex3V0smWXXTaMaID8bpJAJwTUETuh57US6F8CQ1FHJKoPOuKYMWP6t2EsuQQkIAEJDCsCREdn5yIWMielESNGBH/5y1+CBevR8jpNOKwcffTRwfe///3YRdPMu7KTCk4mJglIQAL9ROD9998P5pxzziFlA1O/6aceaFmHMgEd8oZy67ZRNww4CMts2cCWpERCKiNhBNp0002Dq6++uozszbMEAvSNJ554IlhsscUScyfiBhEVt9tuu8Rz/EICEug/AmxDMPfcc6cWnMiY11xzTbDxxhunnpf0Jb8xTz75ZHDggQeGjn1vvfVW7MRO0vWtHuf3iq0UcMj7+c9/HkbQazUPz5eABCQgAQn0mgDR8b7zne+Ef3mc8aLyEsH8tNNOCyOXR8d8lUCrBNQRWyXm+RIYOgS6pSMyD3XQQQd1TUecaaaZQh2RMZIo6yYJSEACEpBAVQkgiz/66KPBUkstlVpEojqxpe3qq6+eel6eL7EXEmTjkksuSTyd8ZNF3Y6jiYj8QgISqCAB9ZsKNopFksAQIaBD3hBpyKKqQeSzLbbYIvjDH/6QutVRp/fDIY8IfKecckqnWXl9lwig4D388MNhNI2kW+Lgcv755we77LJL0ikel4AE+owAzz7bx2atouT5J1x3u9EEnnvuufBaVmwSJS8tMZG04YYbhg7CCyywQMAfkVfJA6fyv//978Gf//zn4O67707LJvyOqK04EROVj3xNEpCABCQggX4iQISipZdeOpg0aVJLxSZywXrrrRfcfPPNLV3nyRJoJKCO2EjD9xIYPgS6oSNyD/Q7FlB1W0ck+vu2226rjjh8urQ1lYAEJNCXBBgrH3zwwWCFFVZILT/zneh9a6+9dup5eb7EIW+nnXYKLr/88sTTWfz16quvhjuUJJ7kFxKQgAQqRIDfU+xKCy20UGqpCEpxxRVXtGUDU79JReuXEhjSBHTIG9LN21rliK7w4x//OPjmN7+Z6QxBzjjV4aDB6lG2Onr77beD119/PfjHP/4RENo1LeG4cfLJJ4dOeWnn+V11CCAs6JBXnfawJBLoFgGe/bId8theYauttgomTpwYsPVBUmJl5Q477BBG0Vt00UVDBzrGExQhxiSuZWKIV8ahu+66KzjppJPCrbST8uQ4Tnk4EhMFgbxMEpCABCQggX4gwBh9++23B6NHj04dP5PqgsMB8j06nUkC7RBQR2yHmtdIoP8JdENHxJC/9dZb59YRiaK3yCKLFKYjMkaiI5566qnqiP3fZa2BBCQggSFJgPGYBckrrrhiav2Y68Qhb5111kk9L8+XeR3yXnnllYCtck0SkIAE+oEAv6dlO+Sp3/RDT7CMEiiHgA555XDty1xxXlhmmWVSoysQSWGVVVYJ9ttvv+Czn/1sMNtss4VOEBzHoY+/9957L7j//vvDMNgXX3xx8NJLLw3igRJAFL4iVuUMytwDpRDQ2FIKVjOVQOUJlG1sYezBye66665LdQZny9xf/vKXYZROJnRwxMtKRA168803g2uvvTb4whe+EPA5KWFwOfzww4NvfetbSad4XAISkIAEJFApAjigH3bYYaHzeTsFYyz94Q9/GObRzvVeIwF1RPuABIYngbJ1xH/+85+hjnj99dcn6ojMQ44aNaptHfGaa64J5zbTdMTpp58++MpXvqKOODy7ubWWgAQkUHkCjMc65FW+mSygBCTQBwT4PS3TIU/9pg86gUWUQIkEdMgrEW4/Zc1g8/vf/z7YdNNNE6MrEH1ojz32CI499tgwKh6hpznWnMiL7QZxsnj55ZfDLUx/+tOfhtHzonMJk81+7LPOOmt0yNeKE6BdjZBX8UayeBIogQDPflkR8nDiPu+884IDDjgg1VlurrnmCn79618Hq622WlvRCXAU/9WvfhXsu+++qfdh21siDS255JIlkDRLCUhAAhKQQLEEGN8WW2yx4Nlnn20rY5wZGFuJKGuSQDsE1BHboeY1Euh/AlXQEXHGY7u8snVE5i3REZdYYon+bzhrIAEJSEACQ4oA47EOeUOqSa2MBCTQIwL8npblkJfXBqZ+06PG97YS6AIBHfK6ALkfbkF0hf333z8466yzYouL4912220XnH766cGMM84Ye07cQQaxd955J/jLX/4S7L333sFf//rXAMPPfPPNF/z9738P38dd57HqEaAtdcirXrtYIgmUTYBnvyyHPKLXrbTSSsETTzyRWA0cuImMsO6667bljBdljNMC2w0R4SApMdaxdS6GHZMEJCABCUigygQYn3/3u98Fm222WRilPK6sRH999913476acmzaaacNo5t/+tOfnnLMNxLIS0AdMS8pz5PA0CJQpo74xhtvBCuvvHKqjsgCYSKsd6ojMkaiIxIpPSmhI7J1Lgu8TBKQgAQkIIEqEWA81iGvSi1iWSQggX4lwO9pWQ556jf92isstwSKI6BDXnEs+zqnf/3rX8F6660XTJw4MbYebDE7fvz4YK211or9Pusg+f/f//1fcNBBB4WOFWPGjAl+85vfZF3m9xUioLGlQo1hUSTQRQJlGVtYGXT88ccHRx55ZKIjAcYPtrM9//zzAxzzOk0oP2ussUbwyCOPJGaF8wLR+DbZZJPEc/xCAhKQgAQk0GsCLKhiO/ZzzjkntiiMoVtuuWVwxx13BC+88ELsORzkPLZrP+qooxLP8QsJJBFQR0wi43EJDG0CZemIjG3oiF/72tcqpSOydS2LttQRh3a/tnYSkIAE+o0A47EOef3WapZXAhKoIgF+T8twyFO/qWJrWyYJdJ+ADnndZ17JO+Iwx3ZHRK2LS6w+ffXVVwMmodpNDGhsYXviiScGG264YegA2G5eXtd9ArSfEfK6z907SqDXBHj2y4iQ99ZbbwWLL754qpMAznH33HNPsNRSSxWCASdAIhvsuOOOifkRxXXs2LHBVVddlXiOX0hAAhKQgAR6TYBxdOGFFw71q7iyfOxjHwtOOeWU4IYbbkgd0xj3ll566eDBBx80enkcSI+lElBHTMXjlxIYsgTK0hGJoM7WsGmO5MxL/vGPfyxUR7zsssuCnXbaKbG9cF5nYbE6YiIiv5CABCQggR4QYDzWIa8H4L2lBCQw5Ajwe1qGQ576zZDrKlZIAm0R0CGvLWxD76L3338/3IqW17g0YsSI0CGviAhFb7/9djDNNNMUEu0orqweK4eAxpZyuJqrBKpOoAxjC3lec801wRZbbBHwPi7hIIDR44orrghwKigqsY062/IRtTUpzTDDDOEWSbPPPnvSKR6XgAQkIAEJ9IwADuZXXnllsN122yWOo0Q4f/zxx4MJEyYEe+21V2pZ0c2IlL7KKquknueXEmgmoI7YTMTPEhgeBMrQERnb0BGJ7pqkI0aOcUQ0L1JHZJ6SRWBpOuLIkSODSZMmBeqIw6OPW0sJSEAC/UCA8VKHvH5oKcsoAQlUnQC/p0U75KnfVL3VLZ8EukdAh7zusa70nV555ZVgttlmSywjjni33XZbsPrqqyee4xdDmwACiRHyhnYbWzsJxBHg2S86Qh6huvfff//grLPOirtleCyK7LPffvslntPOF3nvfcYZZ2Q6MLRzf6+RgAQkIAEJdEqAsWznnXcOiOgTl3BqX3755YN77703jKC30EILBe+9917cqeExHBy+8pWvBMcdd1ziOX4hgTgC6ohxVDwmgaFPoAwdkZ07DjjggFQdEWdzor+yZXuRKe+90RH33HPPIm9tXhKQgAQkIIG2CTAe65DXNj4vlIAEJDCFAL+nRTvk5dUx1G+mNINvJDBkCeiQN2SbtrWKffDBB8FMM82UaKjBSPP1r389OOaYY1rL2LOHDAGNLUOmKa2IBFoiUIax5Z///Ge4zd7zzz+fWBYcwYlAMP/88yee084XrEz67W9/G2y11VaJl+PIsMkmmwTXXXdd4jl+IQEJSEACEugVgZdffjkcR9m2Ni6hux199NHBuHHjgg8//DDYZpttgquvvjru1PAY4x7b3z766KMBzg4mCeQloI6Yl5TnSWBoEShDR8RxfJFFFgnSdMRPfvKTwd/+9rdSdMTf/OY3wdZbb53YUIyt6IjXXntt4jl+IQEJSEACEugmAcZjHfK6Sdx7SUACQ5UAv6dFO+Sp3wzV3mK9JNA6AR3yWmc2JK/AU5vtGZjYSkozzjhjcO6556Y6MSRd6/H/EoBzt4xcbD/82GOPhVsNs0/9G2+8EWBsm2666cK/eeedN5zs/NSnPpWreYo2tnSTRVYFOy3Lq6++GkYQe/311wP+4A1nnFz5m3vuucO/rHJ06/tO69tKOfuNTSt1a/VctsHB0P3cc8+FzyPtgEGBZ5AtUjE+LLjgggET/VVKRRtbyO/uu+8O1lxzzQDnuLjEbxUscMgrgwdtMM8888TdesoxxjwcHrr1mz3lxr6RgAQkIAEJpBBg7LzooouCPfbYI3FLP8auP/3pT8EyyywTjrUXXnhheH5KtqFM8rvf/S4YPXp02mltfdevMlBblW3jom7K5uqI+Ruo03bpNz2o0/rmJxuEcxRE4O4X/bmVurVzbj/+RpahI951113BWmutlaojEvGVecuidUTqg47IPFlaYn7npZdeUkdMg+R3EpCABCTQNQKMX0PRIY+FZ9i1mufQsbeMGDEiWHTRRYMFFligFHnghRdeCO/72muvBfyxqJzxf+aZZw7mmGOO8N5FyyGtdJhuyux5ytWrtspTNnYWYAeeshP3+cc//hH2l6jfoOdwfJpppglmnXXW0Da42GKLhZ/LLE+jvo89GDtlJzbhVsrK71HVn5+0+lD+Ih3yyE/9Jo2430lgeBHQIW94tXdibRHktthii8xoQHPOOWcYKY/tIaaddtrE/Ir64p133gkeeeSRUKDB+ITTyqhRo4LFF1+8I4H7xRdfDB09mCRnYJxrrrmCJZdcMsw/ruwIEmeffXbw5JNPTokiiPCPA83ee+8du90v+d58883BjTfeGDqfIJQhoHLdfPPNF0708br99tsHyy67bNxtWzrG/R5//PHg0ksvDe65557goYceCssKt+iPDFEYEMIQRnEG+vSnPx1svPHGwdixY0OuSTcl/3a3rI1YYOT74x//GApmTDoXwQKHmXPOOSes+7vvvhsWn35CH6FtUJiaE/39pptuCi655JLggQceCA0Cu+yyS+5tuqjPH/7whzAPHItwsiL6CMcj1jCGNX8YRVESP/OZzwTrrrtuMGbMmLYmcPulH/aCDeyfeOKJ4O9//3sQ9QO483ux9NJLh329uR+kfaZ/8gzRv2hTEn0JhR8Hy7wJxYdnktX2TJDQT1DGojzpJ9Ef5R05cmToHM324DyTGNJ7nWBb5Ja11J1ndt99902sGkw22mij4IYbbkg8p5MviApL32AMSEpE6KMP8FtikoAEJCABCVSFAHLslltumRihhzF0ueWWC7erRbYg4TyAEwO6VVJCZmU7ebbKKCKVKQOpI+ZvIeQ4dUR1xOYeQ7/o9lxFL3RE6q2e2Nz6xXzuhY7IOLXhhhuWpiNiwETXT9MRmUP7y1/+oo5YTDcyFwlIQAIS6JAA4/FQccjDbnbxxRfnnkNnITV2Lewt2FranUNnnh6bFbLxnXfeGdr/orl75rBhHNl4sKfNNttswRprrBFGzcWeGunceZoSOwM2RhYXRPYL7FhLLLFEsNdee+WyY+HwtfPOO+e2Y+UpV6vn4Gz2i1/8otS2gjvOUdh7onkM5DDsuMsvv3xoT2ksN3Ic7YfND9sotthXXnkltGGz+86C9YX/2HJ33HHHcHeAxmtbfU/ZcBhlZx1snffff3/o+EZ/afwjX+Zn6D/0Hezp2IGx+fCHbaLTRFkifZ+yYL8lKltzOSgDZWnVJpxVvm4+P1ll6fT7qM8xd5aWeOavuOKK8Hcn7TzaIMsGpn6TRtDvJDDECNR/ZEwSqNUHztoZZ5xRq3fv1L/6oF2rO4zUVl555dqPfvSjWt2ZqVZ3MCmFYN1holZfHVurC7m1+gqU8K++mqBWX4lS+5//+Z9aXXBt+b7U8+STT67VV73WyCvKl3ustNJKtbrhaFCe1K8+6VerO4/V6kJTrb6qIfyrR7Wq1QXm2gYbbDDgmvpAW6s7EdbqhrLaLLPMUquv3KnVB+ka7ODLa93RI8xr+umnr9WdHGuHHHJI7dlnnx2QT94P3K8ubNV22GGHkA15kn90v6w25VzqQTnqzoG1+kR57K25T33iMbV/1AW6Wj1ix5TruYY+UhaLukGytu2224blb24b+ml9S8opZeEN5bnllltqq666atg2XFMXekJWdUe5AefGfaD/XHXVVWGb07awpm2zGPM9bOgL9DnuXxfGavUVVnG3iT1W9X7YSzbc+7vf/W7Y/2mX6Lnm/eyzz15bZ511avVJ9ViuzQfpI/y21JWjAb895MlvBr8d559/fvNlgz5TprpgHuZDX+Q5y9NPeG7rymX4e8NvXd1ZtjZhwoRB+XfzAEzqjo6Z5aeP17eCzSwaz+1XvvKV1Px4Lg866KDMvNo9geep7vSYWgbqQxuaJCABCUhAAlUi8Mwzz4R6RJJcwRj6rW99a0CRGfeQx5OuiY7Xo8e2JJ8OuMn//1C2DKSOGEd98DHkN3XEGQbp7+qI3Z2r6KWOyFOhnjj4t6GoI2XoiF/+8pdTxynGt4MPPrioKgzKh/ElS0dk/kcdcRA6D0hAAhKQQI8IMB7XI6Onjp/oeoxf2ESKSOiW2GMiHTLulbntuoNdrttF+mN9UVlod2x3Dr2+rXxLc+jU47LLLqutvfbaoS0Buw1zwXH1aTyGPIJNCVtBffeX0FaUp6Lcb5tttom1MaKjbL311gOyoW2xCcTZsUaPHj3g3G59iNoKu0kn9o6stsJ28NOf/jS0VzbberCXwIpzSHXns9qZZ55Zo/9gu4lso7QT7dZoi8W+W198Edoc2rEtYzs+9dRTQ9sgNidsqtiK89phKQ/9G3Z1p6/aiSee2Pb8C/2jHigktOdSlqjeecvSaBPGrpxkE07qW91+fpLKUeRxmE6ePDnzN4Df07w2MPWbIlvIvCTQ3wTw8DdJICRQjxoXCgONAmbSe4RTBA4G+/rKglAIP+6448KBO86prR3E9RUjiU4sCPXrrbdejQmzvIkB9d57702sI3nedtttg7KrR5RILAd8cMyrRy4Lr0MQPOaYY2r11Q2hU00Sv+bjCPz1lTA12qCVhOBz/PHHh45ICH/N+bb6mTxwTvzqV786qBjwa8UhDxbf/OY3w7LBNm9ZWmGBQxv8k/JGEEUoJ6EwnHvuuWH9mpUrBNXVVlttUJ0bD9Cvd99991DZyqsYJpWL+9ejrdU23XTTWj30euNtEt9XuR/2mk09ml2tviousR/Qr+urzxLZNn5BPznqqKNCR8249qOv1Lf3brxk0HvywGkPxTxS/uLyynOMvoai2K7D7qDCtXGAZ79oh7z6ysXE9oILz8ixxx7bRmnzXcLvU30VY2YZ+D03SUACEpCABKpCABmDCeA0GYLJwfqq6AFF5joWzaRdx3fIHddcc82Aa1v50A0ZSB0xu0XUEdURo2e9l3MVvdYReVLUE7N/L9o9o2gdkd+tzTffPHWcKltHpAzqiO32CK+TgAQkIIFeEGA87meHvKL1RxaY5ZlDZ+F+PcpcaJ9Bf45k51ZfuRYnsKOPPjq0PaX1AWxUaXYsnMUa7VgEc8BO144dK60c7X7XzbbC5ot9Nak9sB+OHz++Vo9MFy6mwC7Uig2G67Fp33777blw8JzVo9DV6hEZW3JETCo/x7Ex4ZiHfTCv82pU2DL0fez8Rx55ZHSL1NdePD+pBSroS9p5coEOeeo3BTWM2UhgiBDQIW+INGQR1cBB4fDDD08UdJIECIQHHF5w0EMAxXmECHbnnXdebMS5vGVF8PrsZz+bWB7uedppp+XNLlw1QSS6pHogiDU7xDEI//Wvf028hrwQvDknckBDeE66R9px8vnSl76Uuz4M6PUtWUPuafm2+h3tWQ/1PagcsMjrkAcLnPpwiGv1/pyflwXObGn5Y1R8/vnnQ4WoHkY7VLLizqfOrDZKSv/3f/9XY+URq5/irm/3GI6K9RDbtXpo+aRbh8er3A+rwKYeujy1XVDIcA7Nk+i7O+20U2p+9APOi0u0Fcocq7fa7RfN19GPMT73KlGnIh3y+O2qbwObyofJhvqWeaVVmfbDwbaZdeNn+s1uu+1WWhnMWAISkIAEJNAqAcZQojo3jleN75FpiWQeJ6cgS2TpKZ2Mfd2SgdQR03uNOmItXPDU+Fw0v1dHTN8VoZkXn/Pq51Hv7LWOSDn4TVJPjFqk+NeidUR+23utI/L7if4X9wxExxgn0SNNEpCABCQggSoQYDzuV4c8yj5x4sRC59CxtaTNoXPPyXWHm/qWs6E9MxrfO33FLppl18NRMO0+jTrKpZdemmrHygosUXTf7HZbEZiCuY0kXshjRMnDAbPZYTHpmubj5LHAAgvkcsrDGfGSSy7J5fSH3lTfVre22GKL5bIlYuPebrvtckfKQ2aub2/cNZtwY1/q5fPTWI6y3kf1a+4rzZ9p4zwR8tRvymop85VAfxLQIa8/2620Uv/jH/8IVwc0DzKtfkaAZGXCwgsvXDv00EPDyHStFhpBJy2SA0IZqxLef//9XFm/8847iSsryIvVCNyzMTEIZzmhMQA/+OCD4Va4jQ5oOO2suOKKtR133DEMY8yWsFkcWRVx3333NRYh9j3lJHpUHgcxVjdguKMcrPzBWRKhPWlFDsIoW9c2pzwsEIAvuOCC2g9/+MMBznhlsWDLrjSmtA3n4DCZtqqG9k9SZIjCBzPySrpXdD3bpuKISmSRCy+8sPaDH/wgjOQI06RrYcZ2yWlbquZh34t+WBU2Dz30UCJfuMOfLVLzJAzYWVu68fuW9LvD9YSfj2tvFCycaFHgCANORE62QGa7cMJXL7PMMrHX4eTc/NuUpy5FnUP/K9IhD2Uky2GR54JnqKxEO7Elblw7Rcd4ronkZ5KABCQgAQlUgQDjMduqIIdEY1XzK+NnUoRZHA2SZJTGfFiF3+oKbfh0SwZSR0zujeqI/2WjjjjV4W646oj0BH4z1ROTfy86/aZoHRH9OktHpD8zR1hWyqMjMrcwduzYsopgvhKQgAQkIIGWCDAe96tDHvopTlWNumj0HlvSPvvs09IcOvO4OGilzaETPXmDDTbItPOwFS12Hebwf/3rX9fGjRsXRtHFzhaVsfkVpzzOjUu0EwtWmq9p/Iyen9eOtfrqq8fdprRj3WyrPKzghp2FNm9kyHvmRJqPJX1GrmMnpDfffDOVHX3q6quvjs2XPNZaa60adsE777wzjNDIbmrY2Wnz66+/PrRhJ5WB4wSKObe+s1dWQlblPnlswmztG9mECT6RxybM1rVpqVfPT1qZivyOvje5wAh56jdFto55SaD/CeiQ1/9tWGgNEC5uvvnmAc5UacJC1ncIRQgUCABE38MRo5WEMLTooovGCjvcm1UvCMZZicEUJykEpLgyI6jFCT1cl+WQx7W/+tWvwu0pyRtHN7a8fPrpp2us5njttddqr7zySm3SpEm1zTbbLPb+UZko3ze+8Y3U6lCm3//+95kRLnBAO/PMM0NBnpVBlCMqC+WaXBcuLr744tqyyy47oEyU4Tvf+c6gMuRhwbWENmarzm6wyFJkmLDFkWjjjTeOFdAj7vRTtkBuTjwPbFmZtuUuW88SfQ+mCKWEFkfYwlmNz7C/8cYbw8iR0f2aX1G4dk9ZZZ2Hfbf7YT+xoV+24pCXtU0N7UX7Nifa6dFHH41VimgfjAevv/56eC2KLH/0lXfffTdU/FDUJkyYEPbXqI/QNzfccMPmW3X1M/Uq2iEPpTmqY9wrvH75y1+WVk8U2MMOOyy1DEm/C6UVyowlIAEJSEACKQSQvVj0EjduRseQUR577LHYXLielfbRuUmvyM+tjsHdloHUEQc3MW2gjvhfLuqIUx3yhquOSE/gmciay1FPHPxbkvdI0ToienGWjsj4dNlll+UtYsvn5dUR119//Zbz9gIJSEACEpBAGQQYj/vRIY9yE0AhzrEocsDPmkMfX9+yFJtPpNci12200UaJmBnn2dEJnTm6pvmV7372s5+F9hyCezD/j4zCgjWCKTzwwAO1JZZYIvZ65pEJTvLGG28MKgP1zdJRuPfkur2OOpBXc9miz92er+52W+Vh1ciCSHTYYukP2F+feuqp2q233lo77rjjUu1xUR5wx8ktLVGme+65Z0Cb0A4E+LjuuuvC/oIdkD7WnLCHs7By/vnnH3B9dH9eyYvALnHXR/kxn4ONMW3XA/IhsEOaTfjJJ58MbVTNNmH0xjibcHT/Xj4/URnKfqWdJxfskKd+U3armb8E+oeADnn901ZdKylCJg5mOBo1Cgadvid6HKte0sJGN1cSQeP4449PLAdCBtvaMlimJQSGXXfdNTEfVrDElYt8syZxKQMCDK+LLLJIKPDFRZWgLkTSQ7hJYonikLUSASceVvIk5UE5EPCItIdzWFKibigVhMv++te/PkUBonxE7WpOeVhQJiIjdotFliJDXRBA4xzqYM2WKNtuu20YSQShujFR38l1AYz6JLGOWMU5ZzXmheB99913pzq68nzccsstjZdNeZ+HfTf7Yb+x6ZahJc3QPd9888U68U1p5P//hueb36Kzzz477HutlL05r6I+095FOuThgEh/TXquOM6zdfnllxdVhUH5MCZkbdFOGVdZZZVB13pAAhKQgAQk0AsCyAhsR5s0fjJusVI+bRKXRUJE5E7Kg+PIHuhsraRuy0DqiINbRx1xKhN1xKkOecNVR6Q35NGhW9G1+G1td+FWt38jpz4N5b0rWkfE6J2lI2KgT4o8U0RN8+qIq666ahG3Mw8JSEACEpBAxwQYj/vRIQ/ZiCAbzXopsgB2rSxbC+Ca59CZS05akA8nHADTnJmwH5122mnhwvmkhkFWIAIzjnfNZeczzl3YopoT98/SUZBz2EUnzo5F3bBjsbUpEfGb7VjN9yvycy/aKosVrAkCA4vnn38+dJikP8CZxHsc5J544ona6NGjY9uqsf0IJkOwjaREvo1R2CMnPq7JE4CG8mB/bbxn83ucUwnUkJTIg0UhzddFn6Nn5/77789tE/7a1742xSZM/4uzCVOeXj8/SUyKPk49JxfokKd+U3QLmZ8E+puADnn93X6llR6hl5UECy20UOIgHw32rbziEY6h6JFHHsld9hdffLGWFg4aYWV8fQVEWmJFTZKDYWR0igS2xnw4luWQR/0RihFa2Dse4SgpwZUwyEnMEJyStk4lT8rDVpcIfUl5UBa2ekwzxjWWjzyJMsH2mazEQJjFSa855WVBubrBgvJlCefwZJVMIyv6ywEHHFB7+OGHw9DRRA1EQG9uN/h985vfHHBtYz7kzdamOLDmSZzHtqSNeTS+px+yrXBcysu+W/2w39h009Dyve99b1Ab01dadezCae32228Pt0y9995747pF147R/4p0yENZbez7ce/py2UbW4444ojUctBuSy65ZNc4eyMJSEACEpBAEgHGYhb2IGPHjZscY+xkFXhaQt7dfvvtE/OI8sZpL26xUlLeTNJ3WwZSR5zaGvQPdcSpPNQRpzrkRb8N3dDPq6Qj0hvy6NDqiVOfm1bfFa0j8psejUFJr/TjsnXEPIu21BFb7S2eLwEJSEACZRFgPO5HhzzkRpypmsd85mJbdXxnDn3ixInhlvIEqIhL3O+QQw4ZdL/o/siEe+21V6ozXpQvDlhEVIuubXyl/HHbydJO7ego7MT1xS9+MdOOFZWtjNdut1UeVrTXLrvsEtr00upMXk/WI8IlOVBGbYeMef7556dlFTq5YTfFqfO8887LvHdjZpTjjjvuiO0zURmYzzn11FMbL5vynuvZ1S7NJkwd2rEJ4wOATZhgIXE2YQrR6+dnCoiS38B5coEOeeo3JTeY2UugzwjokNdnDdbN4mKwYfvF3etbaaYN9pHQkPcV4WDppZcOt0/NUx8GfMJJJ+WPAMbqkKSEgYhtLRCI4/JA2GH7prjEIJzHIY8y7LHHHpnOWTDNWpXBioykBIs999wzth5R3eaaa67UVRBJeVM2hC5Cb8OsOVWNBeXLUmRgQtvwSvv/z//8T7iCiNDhcXVsrDNRDueZZ55E1vSbuBVPjXk0vocfEfCidop7RaBHSWhOVWPfb2zoA0kr5JpZ84y1G/mAa3H2jGtbFLbnnnuu+Xapn3kmCYfPay8T/a9Ihzy25o1j1HiM54tIrWUl2oo+0XjP5vf8ZuDQa5KABCQgAQn0mgBy67hx41LHLfQ1VoCnJfJhfG0e85o/Mw6fc845aVkN+K4XMhD3VEf8bzPAQh1xapdURxzokNetuYoq6Yj0hjw6tHri1Oem1XdF64gvvPBC5tjEXGLZOmLaIkrGSnXEVnuK50tAAhKQQJkEGI/71SFv//33jx37cQwqeg6dSPGzzDJL7P0Y39GlWRifJ8H8sccem2JzatalcaJDrmlMXNOKjoKM2oodq/FeRb9H1+xmW+VhBZ999903V1UpP45uze3U+Jn8ttpqq9T8mEv5xS9+EQY1SduVLC4T6sRWuo33bH7PHAzBA+IStqEsfX/UqFGl2IQpT6+fnzgmZRyjnSYX6JCnflNGK5mnBPqXgA55/dt2XSk5ggYRxO66665w1cHMM8+cKjg0CxJJn5lIY+VpnsRAiJMSDi1J+SGoIwjHJYSutEgQ1IkIenGJe+dxyKM+nJeVKMuYMWMS60H9CEudFHUN4WvBBRdMvJ7JQaK2tZuoL20el6rGgjLmUWRgCpc11lgjjIhHG2Ql6krEQITxpD5HmxOivJVEJEKUsqQ8EbzPPffcQVlWiX0/sqEdu+WQd+ihh8a2L32Q6JdsXdxviTYv0iEPY13SMxAd51lIcpQugh+/A2krIykHbbbCCisUcTvzkIAEJCABCXREgFX4SyyxROL4yZi11lpr5YqQjW6XFDk8GofJb+ONN85dZsbVbstAyCfqiP9tInXEgV1VHXGgQ1435iqqpiPSIyhT1lyOeuLAZ6eVT/AtUkdkriQag5Je6ctV0BGJImKSgAQkIAEJVIEA43G/OuR1S3/E1nXDDTeE87xxMga670orrZRr69GozdkFiznjuPyQV6677rro1PCVdmpFR1lzzTVz27EG3KiED93W9fOwQobP65AHEgIepNmWacfZZpstcz6Fdm83cAI7dNHX4voMx6gTNuy4xHxQmk2Ya7McCuPyjY7BPMkmXIXnJypn2a9wmFygQ576TdktZv4S6C8COuT1V3v1rLQIXhhvnn766XAlACGcP/3pT6c6LCUJF9HxGWecscae9nkSQkfaKgCEDlayxiWioXGv6L6Nr1y30047hZO1cdcyCGdN4pIfRi0YZSXOaTf6FmV5/PHHw+2oGuvQ+B4nlhNOOCGrGG19XyUWUQXyKDIIuvPPP38Y7TG6LusVQfNHP/pRbJ+JeLONcqsCOOcTtjzKo/mV/viFL3xhUPGqxL4f2cC1Gw55sDn++OMT25fnE+UO59Bx9Sg3V111VWxExEEdoMcH6H9FGlv4PWdyorn/N36G1VlnnVVazfkt3meffVLLwG/H2muvXVoZzFgCEpCABCSQhwDj8J133lmYDoA8uvPOO6eOgYzJLHhC1s6TeiUDqSP+1+lIHXFgL1VHHOiQ1425iqrpiPSIPDq0euLAZ6eVT0XriCxKzdIR+f7ss89upZgtncv4mEdHXGeddVrK15MlIAEJSEACZRFgPO5Xh7y0OXTGfGwvzKF/61vf6mgOnTngo48+OlH/RR488MADW2oiZAYcoBrnsqP3zGn/4Ac/GJAf7VSWjjLgRiV8gF+32ori52FFm7XikMe8wWc+85nY9orajSApWTsOdIIXWZe+Ed2v+ZU6bbbZZoNuAQ8C0aRdy3dl2YSr8PwMglLSAVhPLtAhT/2mpIYyWwn0KQEd8vq04XpVbAYlVgIQUY5tBx955JHa+eefX/viF79YW3nllTMn0BoFDZwdNthgg1yObNwX5700wYOtWvE6b0xc95vf/CZx9QH5XXnllY2XDHjP9VkOedQDgS5PQoBp1yGPSW5WAzcybH6PsjJ+/Pg8RWn5nCqxiAqfR5Ghja+44orEVR5RXo2vtNO2226byJo2X3XVVRsvyfWefHfZZZfUfJdbbrlBeVWJfT+y6ZahhXbKOwmCkZvonGxRTZvjiIlxAYNq1RL1KtohLysyD8/tiSeeWBoK+vEOO+yQ+Czy28pzvummm5ZWBjOWgAQkIAEJ5CHAmJW1hd4000wTjtV58kOnQDZu1iOaPzMWn3TSSXmyDCfNeyEDIaOoI6ojNndSdcSpDnndmquomo5In8ijQ6snNj89+T8XrSNisOq1johxPW13DcbJJGNpfnKeKQEJSEACEiiOAONxXj3slltuKeTGjJdpdhPGS5yb2CElKUV6XLMO2vwZW9eIESPCOfQ555xzyhz6Oeeck3sOnfJutNFGifpvO3PQyL7YQ5vLy2fyO+ywwwZUnfrm0VGoL7ZKdPaqpG62FXXOwwp5rBWHPNrrf//3f2PbK2pD2DdHNiyqDbCns+0r5Y7u1/zKd3F2CPrCJZdckngd+VD2CRMmFFXcAflU4fkZUKASP9D3JhfskKd+U2KDmbUE+oyADnl91mBVKy4CwXvvvVcjCt1LL70UeuuffvrpNVaMNgsVcZ+nnXba3IIOggurBOLyiQSP5ohKCFtpK1xxhiFccFJiEM5yyENY2nvvvZOyGHCc8nTikIeDSlL9IwYPPPDAgHsW9aFKLKI6ZSkyGCAI50zfaSUhaCaFHYcz+a677rqtZBmem9UfyRslszlViX2/sulGhDzajb5GVLW057T5O35D2MqYSJ5MLhC1Jm/00Oa+UsZn+l+RDnn0oQUWWCCVEUxYvVhWylImaSPKgNOeSQISkIAEJNBLAuhaRHtulh+iz5Fc2sqkPYurZplllsQ8yZt82Sonb+qVDKSO+O9wEUPUH+JemaBXRxzopKaOOPjJ7mSuomo6IrXLq0OrJw7uC3mOFK0jErkkS0fEwD2uHmm+rJRXR9xxxx3LKoL5SkACEpCABFoiwHjcjw55VBI9t9M5dAIfZM2hI2MsvfTSibovuhIOfi+88ELuv2effbZ2+OGHx+bJfDK7izUm2imPHWuhhRZq2Y7VeJ+y3nerrSh/HlYwbsUhj7mSc889N7a9Iv2ZfsA57SQWltx3331hsIUjjzyytuuuu9bWW2+92jLLLBPO5YwaNapGMJnoXnGv1CnOIQ8dLcsm/IlPfKI0fb8Kz087bdLONfS9yQU65KnftNMKXiOBoUtAh7yh27Y9qRmD1rvvvhs65yHIjhw5MlPQOOigg3KVlbxvvPHGxPwwGhG1jPOihIFm7rnnjr0GIYdtcNMSeeVxyGte9ZKUZyeT3AiORx11VGxdIiEOwbGsCFtVYhHxzVJkaOPddtstOj33a5bDEH2NlVWtJtqfEOhRe8W9IkA3O4lWiX2/sumWoYW2evDBB0PHurj2zXOMKDcoaj/72c8qsSKOOhXtkEd01DQWPLt77LFHq49Y7vPpx0sssURmGY444ojceXqiBCQgAQlIoGgCjME33XRT6krqViLZReVjHPz85z+fOg4yTrNggO1R8qReyUDcVx1RHbGxj6ojTnU+RKbuxlxF1XRE+gO/DXnmctQTG5+e/O/hW7SOuP7666eOS2XriBjNsnRExtyvfvWr+UF5pgQkIAEJSKBEAozH/eqQR9n//Oc/dzyHju0vbQ6d8T3LGYooViySb+WPoApxc9tx9ijqWoaOgr0QXXjDDTesLbLIIuHiBhY45P3DAZCdv3D4Slvg16224lHJy6pVhzyi38W1V3QMGY+tefMmgtNg/95yyy1Dp7vZZpstDLbArkjYdrDT0hei/LNeOTfJIS/LJow9sSybcBWen7xt0ul59L3JBTrkoSOr33TaKl4vgaFDQIe8odOWlasJjnkXX3xx6jazODYx4ZU3kefqq6+eKMgQce/2228Ps2MAve222xIFH4Si66+/PvXW5FGVSVycuXBeTBPeqNMzzzyTWqd2v6wSi6gOeRQZBNZWE4Im0cqSWNNvx4wZ02q24fbMWVuOxbVhldjLJqih5ODsm5QQtq+99tpQ+UrqQ1nH6WP0QZ55nv1eJvpfkcaWPL9l1J9VkmUlVvahHKe1A4r4BRdcUFYRzFcCEpCABCSQSYAxc7/99ksdr5AdmYR/5JFHcv899NBDtRNOOCE1X8ZIxsLvfe97meWMTuiVDKSOqI4Y9UFe1REHOuR1w+Gsajoi/aBKOjTlIfXqN/K/dy/2fxk6YtbixbJ1RMaSLB2RMffCCy8sFqa5SUACEpCABNokwHjcrw55VBnZ6Jprrskcf9Pmb5EPcKhLmkMnehk2w7Q8ivwOHXpcU0Rf2ilLR+G6Vu1YbAvMon5sFXBo54/7zjzzzOGcQlo37EZbcf88rHBea8UhjzzZsjmtneFw7LHHpiEIy/a3v/0tDCIwzzzzhLYbtmeGe1zetMvyyy9f23zzzcOoeUnncW2aQ16WjMx9yrIJV+H5SW2UAr+kn0wu0CGP+bystqNPlGkDU78psIOYlQQ6JKBDXocAvTydwDvvvJNpRCLyAgJdnsRKDSa/4gScSHA5+OCDw6wY8AgRnHQuQhNOGWmJQbhKDnlsjZtUH44jfD3//PNpVWr7uyqxiCqRR5H56U9/Gp2e+xWDQtoKFgQlBOlWE33y0EMPTW1DJnj/+te/Dsi6Suxlk+2QR+PhsHfeeeelOnamPcvRd6yqOu644wb0h25/oP8V6ZDH7/ipp56a+hxQf1YvlpGoD9F+IsZJrzyLTGqZJCABCUhAAr0iwAT7HHPMkTlmzTrrrLXZZ5+9pb+0xSfR2IjMu8IKK7RU/V7IQOqI6oiNnVQdsTcOeVXSn+kPVdKhG/tnL34jG+9f1PsydMRTTjklc7zD6FxGoj6PPvpo5v2Zc1NHLKMFzFMCEpCABNohwPj18MMPZ45fzHGOHz++nVsMugY7HlHBIp0x7hUnpbTF7I2Zct659a1C8+incfeKjhGxLm4OHYcixu/ovDJf0Z+xOTZHmaed8ugoJ510UiOa1PfkyaI87tlpnXBG+8lPfpJ6P74su624Rx5W7TjkTZw4MZUTDI455hiKEJuwc//gBz+ozTvvvIkOnrTFoosuWiMgx2WXXVabNGlS7cUXX6y9+uqr4Sv3SGqrJIc8nje2QE66juNl2oSr8PzENkgJB+l7kwt0yGOeSv2mhIYySwn0KQEd8vq04fql2AxibN9YpMDw5ptvhiGYk/JE6EU4RFhhBULceQg4+++/fyZGyl8lh7xDDjkktj5RHVGunnrqqcx6tXNClVhE5c+jyJx88snR6blfcTrDESri2vyKcE0o8FZTnlURtCHOT42pSuxlk88hj/bD4ffuu+8O+0onyjFGdn6HepXof0U65JHfhAkTEp+v6Hlj8oaJhaITyhAh5aP7JL1ON910mU7bRZfN/CQgAQlIQAIRAcbL3/zmN4VMsCeNdXmOEy2oVeeDXshA6ohTnbCa21UdcSAbDCHqiNEvzdRXdNUtttgiVUbG2BNnXK2ajkitqqRDT6X833e9+I1sLkOnn8vQEXEUaP79av7MmNS8gLHTunB9Xh2ReaKshb1FlMc8JCABCUhAAnkJvPzyy5njJ/rA5ZdfnjfL1POQ+4jo1DxGN35mURmyQt5EFKd777239rnPfa4j/ZdtQ5vn0Clv2iI3dINx9Yh2BAHp5O+iiy6qXXXVVbWnn3560G43sCjDjgW3hRdeOLUtGtsl6T1z4Pfcc0+u5uKe2DvKaCsKkIdVOw55eSLkJe0OgOy3zTbb1HD6TLLxsEDyjDPOCIOlMDeBztT4DODY1o5DHjpalk0YHa0sm3AVnp9cHbOAk2ivyQU65JGf+k0BDWMWEhgiBHTIGyINWeVqILCMHDkyUTBEIXjiiSdyV4GJsuOPPz4xPwQQQl0/++yzNfKOEzQ5/oc//CHzngyaVXHIo97f+c53YusT1ZF6Pf7445n1aueEKrGIyl+GIkPeOHOy2iXi2vyK4L3uuutGxcj9igC9zz77JObLfei/b7zxxoA8q8ReNvkd8mhE2pyJkVtvvTUMnY+TMEpjc59K+8z5hLfuVaL/FemQRz3o47PMMksqB5TUn/3sZ4VXmzbZeeedU+/NM77GGmsUfm8zlIAEJCABCeQlkGe8SpMfivoOOeQb3/hG3mJPOa/bMpA64kCns8b2V0ccyKZdhzz1oGQ9qGps+CGqkg495Yex4U23fyMbbl3I2zJ0xNdffz2XjtiOQ21WpenD6ohZlPxeAhKQgASqSADHnxlmmCF1nrNd+TeuvjjoLLbYYon3Y06V+e9WUxGyEfVk69rGRHmXXHLJxPKiK/36178OHe6xY7b7RzvgdIWM1Jw4lseORTStVhL5slDha1/7Wm2HHXaobbvtti39bbfddiGvm266qQanvKmstuL+eVi16pDHXAH24kYdufk9fYcdfZoTdWUXNhaFNF/DZ/o7/eu+++6r4ayYlDpxyPv2t78de++oPNgTy7IJV+H5SWJa9HH63uQCHfIon/pN0a1kfhLoXwLxVaK1AABAAElEQVQ65PVv2xVacgYb9pn/4x//WGi+ZMbE1nzzzZcoNCAwvPLKKy3d9x//+EeNFS+R0NH4ikBG9Ltf/epXsd8jJC244IKxK7ubCwGXKjnkEba6sa7N71EgWE1URqoSi6h+eRSZdiZr6bPLLrtsImv60KqrrhoVI/crAnzWJC9bOMO6MVWJvWySDVGNbdb8Hm44oRGmnK1w+H066qijamPHjk11/oyecVZZpSl1zfcr8jP9r2iHPHjssssuic8Y9eY5GzNmTJFVCfNiYmXOOedMvTdK+AknnFD4vc1QAhKQgAQkkJcA25p0um1PJEd08sp4vPjii4fRg/KWvfG8bspA6ogDHc+idldHHMilXYOkelCyHlQ1NvwGVUmHbvxNbH7fzd/I5nt38rlXOiLzfejQRSd07Tw64oknnlj0rc1PAhKQgAQk0BGBLAc5dALkX+ahi0g4FqU5ADJWb7rppm3fqlPZiGh4jXPo8FlrrbUS54HRlU4//fS2y5vnQuSmPHasVh3yuDfOZm+99Vbttddea+sPe0UrzniN9S26rcg7D6t2HPJwtov047hX+gHbzDYm2P7+979P3UkLR72bb755UFTExnx4365DHmXIsgljX8chsIxUheenjHrF5Unfm1ywQx7PSJYNTP0mrjU8JoGhR0CHvKHXpm3VCEch9qKfa665wn3NGXyKSqwOSVpBgPAz7bTTtmzgobxHHHFErBCF0WiZZZYJVy7ECVcMcIT5zZPgUBWHPMpy/fXXx9Y5qifK1fnnn5+nai2fUyUWUeHzKDLtOuShOEZc416J7oVA1Uri/JVWWikxX/ouK8yaU5XYU4ehzIb6ZYXdR8nBqavdhCLF7yLKMsb2559/PtySbp111knsG9yzjO1b89SB/le0Qx4MrrjiisT6Rs8cEzxFrvDivpdeemlmlELGJX5fTBKQgAQkIIFeEGC8uuSSSxK3Q4nGyW69so38xIkTO0ZRtgykjjjQ8SzqH+qIA7l04pA3lPUgnp92t6ytmo7Ij1XROrR64sAhoCwdkQg10W9X0msZOiJjLnOFSffkOIsn1REH9gM/SUACEpBA7wkgo6y33nqpYxhj3N57711IYV966aVUPZV7sUNQESlJf0ybu0d3bdzeHhn34IMPTuSDbvD1r3+9iOIm5oHclMeO1Y5DXuJNu/xFEW1FkfOwoo/tu+++uWvIM7Lnnnsm9gHkPGwvzYFO0uYXuIZybLnllrkcGjtxyMuyCeNMWJZNuArPT+6G7vBE+t7kgh3yeC7UbzpsGC+XwBAhoEPeEGnITquBUDL//POHQgmRGHbffffQUaTTfBnEiLqXNqlF9LxWE/myzS0TYnF5I0Ctueaasd8hoNxxxx25bsl9quKQR4HZ+pLyx9U5EgKbw3LnqmiOk6rGgiLnUWTacchDUPrud7+byBnW9LEHH3wwB7mppxCiOM05FSF+t912m3rB/39XJfZDnQ2/hfPMM09m26c55PGctppQynDM22qrrWLvzXN/3XXXtZptIefT/4p2yKNgeUJ280zst99+hdSDTHCEXHHFFWMZR7+rOMZuvPHGLTuKF1ZIM5KABCQggWFPII9jzEwzzVQ788wzO/o744wzat///vdTx8VIx/jSl76U2S69loGQWdQRBzqfRe2njjiVS7sOeUNdD8rzu4MOjDzdnKrGhvIVrUOrJw5s9bJ0RKK7sPgx0s3iXnmGi9YRV1hhhdR7opdusskm6ogDu4GfJCABCUigAgSQ4b71rW+ljmPMdS6yyCJhlK5OiozMhw4ZNz5Hx5jDRk/Nk7qhP1Lmyy+/PLHMsEEOKDMhN+WxY1XZIa8bbUUb5GGFXNaKQx5R3pZaaqnEPkDfHTFixIDIipSF65JszFyDTHrsscdyambCDhI9I3Gv1CkpsiROsFk2YZxOy0hVeH7KqFdcnvS9yQU75HEf9Zs42h6TwPAjoEPe8Gvz2BqzvQ+DfiQMEB1olVVWCaM2Mei2m1AIiLwX5dv8yj233XbbtrJHINpjjz0S82ayuPl+CNhsucS1eRKDcJUc8ij3yiuvPKheUT2p3+qrr56narHnUN977rmnNmHChEHfV40FBcyjyLTjkEddb7nllkTO8EbgPvvsswdxSjpAnrfeemtmnmedddagLKrEfqizQTlq/C2Mnq3GV35bkhzy2H6bLbF32GGHcIvaQY2ZcgC2hEFvvFf0nv529dVXp1xd3leUqwyHPMaHLMdX6o+TeBHRARnLLrroolQFlvvB+sorrywPqDlLQAISkIAEMgjgpD/99NPHygSMVcgqu+66ayiPIJN08scWNVmT09yTxVtpOlRVZCB1xKmOZ7Qbf+qIA5kg66kjDv4R6sQhr2o6IrWjTEXO5agnDuwzZeqIxxxzTOL4F/2uoSM2Rr8ZWLr8n/LqiBhBr7rqqvwZe6YEJCABCUigSwQYk5k3zZrPJnIcEWE7SSzMWHbZZVPH6ZEjR9ZwIMpKkf644447tjyHzvh94403xpaDMbt5Dv2FF15InQ/GFvrAAw9kFTnze+RFdPnmRBvlsWNV1SGvm22VhxV9vRWHvGeffTa1/dGX11hjjeZmCx1Y6c+R/Nn8Sl+74IILBl3XfIA6Edij+frGz9QpySGPQA5ZNuHPfOYzzbfN/ZnyJdmEyaTXz0/uinR4Ihwml+CQh56tftNh43i5BIYAAR3yhkAjdloFBpo45yMmqlmZusEGG4SRmTivlYRgjHNRUhQ7BA7ucfrpp7eS7ZRzKc99990X5tEovKS9R7A58sgjp+SR9YZ7FDmJ28kkN2WF6bhx41KFN3i3o0CQNwLk3HPPHW7528ymaiwoXx5Fph1jC3mzneicc86ZyBpBfbPNNuPUXIm2P/TQQxPzo9/SdpPrQl9zqhr7qrGZNGlSKlee+8MOO6wZ66DP0TOQ9hvCd0kOebQTzqz0DRT5jTbaKIxqOehGKQdwjo67PwoeilEvEvUqwyGPurC6jm2a4+ocHYPnaqutVoNNu4k63H333bVRo0Zl3otQ83GRP9q9t9dJQAISkIAEWiGAPJIVdQAdqtnI0Mo9Gs/No19E8s/vfve7xkunvK+SDERZ1BEHOqDRfuqIU5m065BHh6+aHlSluYoqsaGt+C1QT4REOQm+Q0FHvOuuu2pzzTVXqo7IfII6Yjn9yFwlIAEJSKAYAsxj4lAUzaXGvTK/SiAHxvB2EnojzunI0nH5c4wxEwe7rHvw/fjx4wfMoedx4mssN05CceVg3r55Dp1FW9tss03s+eRBnVqxGTaWg/fUZ+LEibWVVlop3D447vs8dqwqOuTFtVWr0fJaaSvul8WKfrZ7fYe3PAmbXJY9lfY/4YQTBmVHv0lbvMh13/nOdwZd13yAZ+ekk05K7H/Rs5PkkJenDkXo+zjbxqVePz9xZSrjGH1vcgkOeZS1mzYw9Zsyeod5SqBzAjrkdc6w73NAIEDYixNgOYYQi2MeAuURRxwRRnB69913E+vNVh533nln7Qtf+EIY2SgpX47jtPLkk08m5pX1BcoGgkraPRq/w6nl/vvvz8p2yvcMwlWa5KZgTz/9dG2GGWZIrHPkKNaKQ8lzzz03pb24nm1VWXnRmKrIIks4Ryhu1yEPQTcr3Pt0001Xu+KKKxoxxb6H3b333ltLW1GDIvH5z3++xn2bU9XYV4kNrF599dXE54HnH7Z5trThd22ZZZZJzYv8khzy+C396U9/OuV6Vh6uvfbatT/96U/NTRr7mXa+6aabplzf+NvFPVFee5EoV1nGFphdeumlsXVurD+/3TiHE8Wn1UT5H3300dDxj9+3xnyb37P9XxGRFloto+dLQAISkIAEIgLoUox5zWNU42cW0KTpY1FeeV4ZJ/NEVECeIvJ5XKqaDKSOONX5LOo36ohTmagjxj3FtVAP3WKLLVJ/e9BJkuYZqqYjUkv1xPi2LuJo2ToiEXyi36+kV/rj5z73uY50xEUXXTR0Bki6B8fVEYvoMeYhAQlIQAJlEkAfIzBG2njGd9h8fvzjH7dclEhnXHLJJVPvwfztddddl5k/cuNPfvKTKXkxh45DYd4gE5QnaZeZuDl0zv/jH/+Y6kyI/ZPF3K0motVjQ5p99tnD/LHbodM3Ju6fx45VRYe8uLbC3lFmW2WxQrdda621GhHHvof7Qw89FLZN2rPB7gTPPPPMoDxox5122mlKP23Og3Lg5Nrc3s0ZEWEw69lhviXJIY96PPXUU6k2Ya7ffPPNE3W15jKRZ7NNGFt9s02Y6zi3l89Pc9nL+kw9J5fkkMdvtPpNWS1nvhLoDwI65PVHO5VaSoSqL37xi4mCRSRoMHGNAxLCKVsWIWyMHTu2ts8++4SOev/7v/8bbp2EcDHbbLOlRsYjT4SEPffcM9YBKW+FGSSJ1BCVMe0VAQkv/ywBqfHe5F81hzzKf/DBB6fWGeUKYTHNgYe6YXxDYVhkkUUGtBfKE4JvY6oiiyzhvBNjC3VHKKW/p/WrOeaYI4wsyHMUl6I+utBCC6XmQ5v9+c9/jssiFHqr1g+rwgZgKApp7cRvTdbW2AjF3/ve91IV86gfoNjHbVlLH2jeoptniUiLBx54YKbz8Ysvvlhbd911B/UTfrvYapsy9iLRh8tyyKM+77zzTjh2RHyTXpmcQdm+9tprM1daRpwwGBKFFX70g6S8Oc7vxXHHHdfRmBTd11cJSEACEpBAOwQYcyfXJwCRC5PGLMazAw44oJ3sE69hvPzsZz+beM+oLMi9b7/99qB8qiYDRfJ3VO60V3XEgc0JO3XEgUyaP1VFD6Kt1BHj9eeozdQTIxLFv9L/ytQRGWt22WWXzHGpHR0RXb4VHfGHP/yhOmLxXcgcJSABCUigYAJvvvlmuJtPmu7Dd2z7/qUvfSm0e+QpAvLU+eefX1tiiSVS583RU3fddddYh57m+2DfSppDP+iggzLn0NlFpdU5dHTeLOcq5o9x9MuTyO/yyy+vjR49ujZixIgpMguySZxdLY8dq4oOed1uK2TMLFb0Y5zHmMdPspeQz+OPPx7ag9H5k54L+i327bh8mOf40Y9+lHhtVA6i3yUl+uqYMWNSnx3yoRxJDnnkTZS6LJswTHbeeedMm/DDDz8caxPG5tXcd6N69fL5icpQ9it9ZnJJDnmUXf2m7BY0fwlUm4AOedVun66UDqGKVQ1JQknccYQYnBcQMBnocdTjD+MRwkPcNc3HWC3yt7/9reM6Eh2C7Qyb82/+TLlwPmslMQhXbZKb8mMEyIrkRVvgOImj5GmnnVb77W9/G3rhI0SidLGSmJU7KAzNQilORM1RvarIIks479QhD6H73HPPTe3TsGPF9KqrrhqGqOZ8HIYuvvjiUClYf/31Q2exZsaN/ZO+efTRRydO8laRfVXY8DxQlqxoDjgJv/7665w+KCEM45QcPQuf/vSnU39Pkhzy+C2lHzS2bfSesOE45q2zzjphW9NPeCajvvKVr3yltvTSS4fR96Jrolf68THHHDOo3N06QP8r09hCPdiWYOutt45lF3Hgld8mnC/ZLvqaa64JJ2jg3pgwsBDl7qKLLgrHBiJTZo1LfP+1r30t1smgMW/fS0ACEpCABMokwCQwW6U0jn3N7xkLb7nllkKLwX1PPPHE1PtG43BcdOgqykDqiFMjwjX2IXXE/y7CaDeKOg9eVfQgdcRk/Tn6gVRPjEgU/9oNHZEFa3l1xFlnnTXUEdGv2YUjTkfE2fjCCy/MrSOih3/9619XRyy++5ijBCQgAQmUQICxGQekUaNGZep12PEWWGCB0BHp7LPPrt1xxx3hohyihGGvI1LclVdeWTv88MNrq6yySujElza3it2DIB3YrPIknIvIt1FPid53Oof+3e9+N7YI8MGWtNxyy8Xel/tTR2wIu+22WzjvTLAL5Mko4Vx1ww031L797W+Hjl7YhNDPo7Lzit2gecvc6N6N5zW/R+6ookNet9sqD6uIHXP+G2+8cdgmRKEjvfXWW6Fd8xvf+EZtnnnmSXWEo98uuOCCif2WsvBMZD1T9IMvf/nLoT2CuRX+7rvvvjD4A88FNnT6FpH4orI3v/J9mkMeZXn22Wdz2YR5tpttwiwwybIJ03ebbcJR34/apRfPT1SGsl+p4+QSHfIov/pN2a1o/hKoLgEd8qrbNl0rGULlDjvskCgMNAsHRXxGUMVJDOGk00QeF1xwQWb5uSfe/60kBmHCGqfVGWEJZ5o8Kc+EMIIPKw7SEnVGsE+LCkaZESpRsBBOZ5555tBxDEdIjnGfpHrFGfqqyKJshzzagOhdRx55ZCKriCFKEw5drDKjXRDEYZ3GmWvpPzvuuGOoLCS1eRXZV4UN5YDP1Vdfnep0BWeieuIIx7awbKt93nnnhYoITnQo+zwvm2yySe2rX/1qansnPaMoqGnbEtPePFsoX/QTnsmor/BMUsaoPzW+Eo0maXVSUp8p8jh8y3bI4x5MauTdghxFFn6wwfGYyHkYa3DORtnG2ZhnkOeykWXce7gfddRRqc9gkTzNSwISkIAEJJBEAAcC5JW48YpjyCqLLbZYuDo6KY92jz/99NPhRHHSvTnOmLn99tsPukUVZSB1xHiHvKgfqSOePKgft3JAHTGZVhXYRKVTT4xIFP/aLR0RQ3gvdET0SBZNYtQ1SUACEpCABPqFALYnFjBn2YwinYBAG8xR49jOXCqLyZlrxSmNeVd0hjxzq1zHojHkgzyJqHtlzKFTjrQ5dHREtlqde+65E3Vu2MCF+pPffPPNV1tqqaXC+Wc+wxYbUNI8PnP/EyZMGIABLnnsWFV0yOt2W+VhRRtFf9hpaJO55pornCvhlf6L/YX5k+i8uFfamSiHaf2WZwqn1bjrG4/xrPDssBMZO2VRhqif8AwRzW/55ZdPzIf+lOaQR4ei/7J1bNbzXaRNuLEj9+r5aSxDme/pB5NLdsjjHuo3ZbaieUugugR0yKtu23S1ZHhms2oAQbNRkCjjPQIIK1WIWlBUIiT3wgsvnFh2hBBW3SBAtZIYILMcURCW8kbe4/6EDU7jirCYJgRG5cdgd+utt4arj9Lya/U7WKFkvPzyy9GtwtcqsiDiWVr96Gs4XXWa3njjjXDlE05Aafdr9TvKR2Q2ooOlpSqyj8rbazZROfg9OfTQQ1PbB96RwyRKEe+jiQX6PVEnWQXIiqG0tkx6Rnm+Cc2fdm2r36EYXnXVVYU4L0es2nlllVlW2Zlw+MMf/tBO9uE19PPnn38+dJJs9Vnj3lxDG2eVs/F7+sCPf/xjDS1tt5oXSkACEpBAUQQYB4nwmraYA71j3LhxRd1yQD441W2++eaZ4ygO781Rh6sqA6kjTjVUNMo/7bxXRxzwuIQfeq0HqSMObpO4I+qJcVSKOdYtHZFoO0T06JaOyDinjlhMHzEXCUhAAhLoPgECPdx11121rB1g2tEJmq9BR1hppZXCaGDok3kTdq08W9M33y/tc945dHTXBx98MHbL26T8k5zvms/nvLFjx8baPV977bVUXZu5bbYGrlrqdluh42Q5L9LvcJSEWWMbcLzxc9p77OA442UFRqE9WKCRd4EIZWgsB7YKdj5Cd0zbpY6+Q9CcrER74PzKFtJp9Wv1O8rM7k3NNuHm8vTq+WkuR1mfqX8WuyJsYOo3ZbWg+UqgugR0yKtu23S1ZAg6CBaPPfZYGIqalQRZA08737PS5swzzyx8ywe889mKNalMCD7f//7322LKBC7lTsv7V7/6Va68Keexxx6bmBeCD46DeRMCGNtxfP7zn0813iWVvfE49yaEMs5ICAT0ieZUNRYoeqw4aaxH43uEo+YQ4c11yvuZ54OQ5GkrWRrvnfYe1jiQ/uIXvwiF8TxlqBr7xjL3mk1UFgwCREpLYx/3He0xevToMDQ/SgXb3MSdx7GsZ/TVV18NQ/qzNS3nJuWT5zir7thSh5VovU6UgUh0aeXGuTFtFWKeOvC7g4J62223hW2Sdr9OvuO3Yffddw+3JCeKh0kCEpCABCTQawKMgUysJo1vyBWMxVkLOdqtB/dn/E1zCKRsfM+CpeZURRlIHVEdMe55Ukdsfnr/+7nouYqq6IjUTj0xvs07PdptHZEFqejtcc91EccY39AR2SVDHbHT3uH1EpCABCTQSwLYjJ544onannvu2bJDe94xdZpppqnttdde4ZaezKe3mtAfr7jiitBJqdtz6JSXnVoIskFUs7x1TjoPGWLLLbes/fa3v61Rr7iE3JRmxyKPouxYcffv5Fg324p5iSyHPJzXCIqAba3VADP0NZxVkSvzOONF3AgicPDBBydGRmzuG9wHG/tJJ50U2sLpc/vvv39iX8N+zVbIeVIZNmFs60k24eYy9eL5aS5DWZ/z6DcE6yjKBqZ+U1ZLmq8EqkdAh7zqtUlPS8QkLJEEGFBwnFt//fUHrTRoFi7yfGaQ2m233cItY997771S6ogQTXjtuPIg0E6aNKmt+8Lkl7/8ZbhCAIeTKH+EJLZGPPDAA2NXvSTdDMGGLUoRyBpX1xCm+zOf+cygkNZJ+UTHEVJZYXPffffVDjrooLBMURnzvBLieJtttgmdiIiUmDbxWDUW1B1FZ4UVVgjDUEf1pb0XXHDBUKlqZXVWxDTplbzoZ0Qs22KLLcItaaN75nllW9QNN9ywdtFFF4WhiVsR+qvGvplRL9lEZaE/0D6EEV9jjTWmPKtpbTNq1Kja6aefHq7+gTEpiqLQvNIq7zOK4I6x/Pbbb68dcsghtWWXXXbAs55WHr7jdwwFjS22y/q9jJjlfYUt/R6HVH7PG+vACkS2zzv55JMLi+SHYglD2nKjjTYKtxRuvGe774mIxwTJ+PHjw+g+UZvn5eB5EpCABCQggTIJ4JSOjNm4GIiJXKL1jBkzpvanP/0pdtFMUWVChsEoghxFGRoNI7xnax+MLkkGlyrKQOqI6oiR3KiOmP1LUfRcRRV0RGqtnpjd9u2cMZR0xK222kodsZ1O4DUSkIAEJFBZAozT2Izuvffe2h577BHuEhPJxZ28Yt/YZ599wnyJnM592k2N+iM733R7Dp0FJE899VTtJz/5SW311VdvyXmRRT4E1jjyyCPDbXBxWqM+SYk56DQ7Fs5YRdqxksrR7vHGtirT3kF/yuOQt++++4Z2kzvuuKOGHEd7pPVrbLnYGHDiY44A20MriXLR37kee1LavbC3Hn744WEgFexMJK4nGM5mm202YK6FeRacQomOhy6WN5FfJzZh7E95bcJJZerm85NUhqKP85ym2cAWX3zxGltLF2VTKtMGpn5TdO8wPwl0RuAjXF4fPEwSGECAblEXsoK6c1ZQX00c1MNcB/WICUFdgA/qWzqGxwdcEPOh7nAW1J03gs997nNB3QEiqBt1ghlmmCGoO6HFnN35obrAGiyyyCLBM888MyCzulATrLnmmsGECROCuuA14Lu8H2BRd1QM6sYnnFinXEZ+dSUkqDvqTDmW9aYuLIV5kWd94J5yOlzqgmNQdxgJ6saCKcfzviEv2qvuwBMyoK0ef/zxoG7YC+rCYlAXkML60wZ1oTGoR9gIVl555aAuRAR1h5qg7mQT1LcAybxd1VjQ7rRNXXiZ0ja0OW1DnfgrOnHPiDWM68bRoK68heWAN9/VnTfDfkHfqDt2BSuuuGJQj0AYHqdM9VVkLRerauzjKtArNo1lqTs6Bm+//Xbwl7/8Jaivbg/qjqZBPdx0+FpXgsI2WHTRRYO6A2xQV5yD+va14XPcmAfPC+fyvEbPfKvPKL8XPI+Uh/vTT/j9pK/UlfQwf/oqz19dCQoWWGCB8DeT55LfgREjRpT2e9lY17zvaVv6d/PvYPS88dvC72GRCXa0A/etrxgKbrzxxqAePSioK85hObLuxe9AfdVbsN5664V/q666avibQFn5vTVJQAISkIAEqkQAmQO5HZkPGSRKyCDIjsiV7eozUV5Zr4z3yEHI1o1l4DrujdyCnJKWqiQDUR91RHVE+msks6ojJj+9Zc1VVEFHpNbqiclt3+43vdQRGS+Zp2xVR0QPZG4GHbG+CDmcE+B3QR2x3V7gdRKQgAQkUGUC2IyYJ6877wT1xePBzTffHNx5553B5MmTQ70zq+yMmwsuuGBQ35UmGD16dGhnw87HvHVRummz/nj//fcH9eAaXZlDRwdn/p75Z/Rg7AkPPPBAaEdgPpo/5B3mvOuOViEL9Evm75nPRz/GDpTH5hknN5Wto2S1b6vfl91WtMezzz4b2tOSygbrvffeOzjjjDNC+wDtVo/iH8qE9QAHQX2Rf9g/68FUgnnnnTfgtb7Fa9h27drlorIwV4OdZ+LEieHzVI+cF/adqG9gh15uueVCuZJnhPaNEs8idszm+R6eI+Z7mGdpPD+6Lu01ySaMnEzfhQ35d2oTTipDN5+fpDIUfTzuOeUe0bNapg1M/abo1jQ/CVSHgA551WmLypaEQRUhgT8GI4wzOL3VPfZD4QaBHkEsmsBCcMDZC6cvHMsQShFYWxUmWgFCGeurIYJ11113gJMbeSBw/PjHPw7qKzdaybKvz0UQo61ol8ihKDKoIbDChD8c8HRK6aypYQxrmMM44k1/hzWvMOZZaMfRsrPS9fbqXrPh/vxeRW3DK78VUZug6NAmZf42RS1Av6AslIm/qJ/wfdRXGvtJN8oUla0fXqNxCCMaYxEMUSpRsFGC+WMsqoepDydDUIKZFKlHFArbmLZmLMrjdNwPPCyjBCQgAQlIoF8I9FIGUkcc2EvUEQfyKPMTsqo6YjzhKrChDOqJ8e3TT0fjdESMWJF+yCuLJdEJ0Q35Q09UR+ynVrasEpCABCRQFAHGTeRT5lZ5ZX4Vx6enn346dNphzOQ75k5xMMPpBBsfDk3MqTK3Gv2VOW/da/0RGTGSE2EWzeE3zt8zhw+nMjkU1e5l5lNGW8G8FYe8qH7ouvTpqO0abaDYQWkzXotK3Is/GPAX2Vsje1NR92kln17r+7Sdz08rLTb4XBjSrxptYOo3gzl5RAL9SECHvH5stQqUmcGdv0jgoEgIoI2CKUJPtxJl+cY3vhEcd9xxg26JwkAUM6KUmSQgAQlIYGgQiMYfXhkDUFgYd5r/hkZtrYUEJCABCUhAAq0SUEdslZjnS0ACEuhvAuqI/d1+ll4CEpCABLpLAH2JhQrMqUZ/lIC5Vex8kSNTd0vl3YYzAfphOw55w5mZdR/aBNRvhnb7WrvhQ0CHvOHT1kO6poSVZltCtoJsTCgObEHBFhbddBBsLIPvJSABCUhAAhKQgAQkIAEJSKC7BNQRu8vbu0lAAhKQgAQkIAEJSEACEpCABNoloENeu+S8TgISkIAEqkxAh7wqt45ly0UAD/Ff/OIXwec///kwYl/jRaziOf3004O999678bDvJSABCUhAAhKQgAQkIAEJSGCIElBHHKINa7UkIAEJSEACEpCABCQgAQlIYEgS0CFvSDarlZKABCQw7AnokDfsu0D/A3jttdeC1VZbLZg0adKgysw777zBww8/HIwcOXLQdx6QgAQkIAEJSEACEpCABCQggaFHQB1x6LWpNZKABCQgAQlIQAISkIAEJCCBoUtAh7yh27bWTAISkMBwJqBD3nBu/YrXnagG559/fnDttdcGBx98cLDuuusOKvFzzz0XRr9jS1rOb0xExzvllFOCL3zhCwFb15okIAEJSEACEpCABCQgAQlIoH8JqCP2b9tZcglIQAISkIAEJCABCUhAAhKQQBIBHfKSyHhcAhKQgAT6mYAOef3cekO87P/+97+D3XbbLbj88svDCHfLL798sOKKKwZLL7108NGPfjS49957g5tuuimMjPfhhx8OoIED3tixY4NLL700+NSnPjXgOz9IQAISkIAEJCABCUhAAhKQQP8RUEfsvzazxBKQgAQkIAEJSEACEpCABCQggSwCOuRlEfJ7CUhAAhLoRwI65PVjqw2TMmNsOeCAA4IzzzwzrPEnPvGJIPrjwAcffBC8//77gyLj8d2oUaOCiRMnBgsvvDAfTRKQgAQkIAEJSEACEpCABCTQ5wTUEfu8AS2+BCQgAQlIQAISkIAEJCABCUgghoAOeTFQPCQBCUhAAn1PQIe8vm/CoVsBjC3jxo0Ljj322JYqOe+88wbnnHNOsMEGG4SR9Fq62JMlIAEJSEACEpCABCQgAQlIoJIE1BEr2SwWSgISkIAEJCABCUhAAhKQgAQk0DGBF154IQy4kpQRu6ftt99+wamnnpp0isclIAEJSEAClSKgQ16lmsPCNBL4z3/+E5x++unBF7/4xcbDie/ZpnbNNdcMr1lsscXCaHqJJ/uFBCQgAQlIQAISkIAEJCABCfQVAXXEvmouCysBCUhAAhKQgAQkIAEJSEACEshN4J///Gcw88wzB7zGpY997GPBUUcdFQZzifveYxKQgAQkIIGqEdAhr2otYnmmECA88Q033BBsuummU44lvUEI22effYJvf/vbweyzz25kvCRQHpeABCQgAQlIQAISkIAEJNCnBNQR+7ThLLYEJCABCUhAAhKQgAQkIAEJSCCDAFHxDzrooODnP/957JmzzjprcOuttwZLLbVU7PcelIAEJCABCVSNgA55VWsRyzOAwGuvvRYceeSRwfjx44PJkycH//rXv6Z8P2LEiGCBBRYINtlkk2DbbbcNBbCRI0dO+d43EpCABCQgAQlIQAISkIAEJDC0CKgjDq32tDYSkIAEJCABCUhAAhKQgAQkIIGIwBtvvBHcdtttwaRJk4K33347PExQljnnnDNYY401AnZI47NJAhKQgAQk0A8EdMjrh1YaxmUkAsJbb70Vhif+8MMPg9dffz149913A5zxZppppuDjH/94MO200wbTTTedAtgw7idWXQISkIAEJCABCUhAAhIYHgTUEYdHO1tLCUhAAhKQgAQkIAEJSEACEhieBD744IMwQAv6f5RwwvvkJz/pDmkREF8lIAEJSKAvCOiQ1xfNZCEjAv/5z38CBLCPfOQjCl0RFF8lIAEJSEACEpCABCQgAQkMUwLqiMO04a22BCQgAQlIQAISkIAEJCABCUhAAhKQgAQkIIEKE9Ahr8KNY9EkIAEJSEACEpCABCQgAQlIQAISkIAEJCABCUhAAhKQgAQkIAEJSEACEpCABCQgAQlIoH8I6JDXP21lSSUgAQlIQAISkIAEJCABCUhAAhKQgAQkIAEJSEACEpCABCQgAQlIQAISkIAEJCABCUigwgR0yKtw41g0CUhAAhKQgAQkIAEJSEACEpCABCQgAQlIQAISkIAEJCABCUhAAhKQgAQkIAEJSEACEugfAjrk9U9bWVIJSEACEpCABCQgAQlIQAISkIAEJCABCUhAAhKQgAQkIAEJSEACEpCABCQgAQlIQAISqDABHfIq3DgWTQISkIAEJCABCUhAAhKQgAQkIAEJSEACEpCABCQgAQlIQAISkIAEJCABCUhAAhKQgAT6h4AOef3TVpZUAhKQgAQkIAEJSEACEpCABCQgAQlIQAISkIAEJCABCUhAAhKQgAQkIAEJSEACEpCABCpMQIe8CjeORZOABCQgAQlIQAISkIAEJCABCUhAAhKQgAQkIAEJSEACEpCABCQgAQlIQAISkIAEJCCB/iGgQ17/tJUllYAEJCABCUhAAhKQgAQkIAEJSEACEpCABCQgAQlIQAISkIAEJCABCUhAAhKQgAQkIIEKE9Ahr8KNY9EkIAEJSEACEpCABCQgAQlIQAISkIAEJCABCUhAAhKQgAQkIAEJSEACEpCABCQgAQlIoH8I6JDXP21lSSUgAQlIQAISkIAEJCABCUhAAhKQgAQkIAEJSEACEpCABCQgAQlIQAISkIAEJCABCUigwgR0yKtw41g0CUhAAhKQgAQkIAEJSEACEpCABCQgAQlIQAISkIAEJCABCUhAAhKQgAQkIAEJSEACEugfAjrk9U9bWVIJSEACEpCABCQgAQlIQAISkIAEJCABCUhAAhKQgAQkIAEJSEACEpCABCQgAQlIQAISqDABHfIq3DgWTQISkIAEJCABCUhAAhKQgAQkIAEJSEACEpCABCQgAQlIQAISkIAEJCABCUhAAhKQgAT6h4AOef3TVpZUAhKQgAQkIAEJSEACEpCABCQgAQlIQAISkIAEJCABCUhAAhKQgAQkIAEJSEACEpCABCpMQIe8CjeORZOABCQgAQlIQAISkIAEJCABCUhAAhKQgAQkIAEJSEACEpCABCQgAQlIQAISkIAEJCCB/iGgQ17/tJUllYAEJCABCUhAAhKQgAQkIAEJSEACEpCABCQgAQlIQAISkIAEJCABCUhAAhKQgAQkIIEKE9Ahr8KNY9EkIAEJSEACEpCABCQgAQlIQAISkIAEJCABCUhAAhKQgAQkIAEJSEACEpCABCQgAQlIoH8I6JDXP21lSSUgAQlIQAISkIAEJCABCUhAAhKQgAQkIAEJSEACEpCABCQgAQlIQAISkIAEJCABCUigwgR0yKtw41g0CUhAAhKQgAQkIAEJSEACEpCABCQgAQlIQAISkIAEJCABCUhAAhKQgAQkIAEJSEACEugfAjrk9U9bWVIJSEACEpCABCQgAQlIQAISkIAEJCABCUhAAhKQgAQkIAEJSEACEpCABCQgAQlIQAISqDABHfIq3DgWTQISkIAEJCABCUhAAhKQgAQkIAEJSEACEpCABCQgAQlIQAISkIAEJCABCUhAAhKQgAT6h4AOef3TVpZUAhKQgAQkIAEJSEACEpCABCQgAQlIQAISkIAEJCABCUhAAhKQgAQkIAEJSEACEpCABCpMQIe8CjeORZOABCQgAQlIQAISkIAEJCABCUhAAhKQgAQkIAEJSEACEpCABCQgAQlIQAISkIAEJCCB/iGgQ17/tJUllYAEJCABCUhAAhKQgAQkIAEJSEACEpCABCQgAQlIQAISkIAEJCABCUhAAhKQgAQkIIEKE9Ahr8KNY9EkIAEJSEACEpCABCQgAQlIQAISkIAEJCABCUhAAhKQgAQkIAEJSEACEpCABCQgAQlIoH8I6JDXP21lSSUgAQlIQAISkIAEJCABCUhAAhKQgAQkIAEJSEACEpCABCQgAQlIQAISkIAEJCABCUigwgR0yKtw41g0CUhAAhKQgAQkIAEJSEACEpCABCQgAQlIQAISkIAEJCABCUhAAhKQgAQkIAEJSEACEugfAjrk9U9bWVIJSEACEpCABCQgAQlIQAISkIAEJCABCUhAAhKQgAQkIAEJSEACEpCABCQgAQlIQAISqDABHfIq3DgWTQISkIAEJCABCUhAAhKQgAQkIAEJSEACEpCABCQgAQlIQAISkIAEJCABCUhAAhKQgAT6h4AOef3TVpZUAhKQgAQkIAEJSEACEpCABCQgAQlIQAISkIAEJCABCUhAAhKQgAQkIAEJSEACEpCABCpMQIe8CjeORZOABCQgAQlIQAISkIAEJCABCUhAAhKQgAQkIAEJSEACEpCABCQgAQlIQAISkIAEJCCB/iGgQ17/tJUllYAEJCABCUhAAhKQgAQkIAEJSEACEpCABCQgAQlIQAISkIAEJCABCUhAAhKQgAQkIIEKE9Ahr8KNY9EkIAEJSEACEpCABCQgAQlIQAISkIAEJCABCUhAAhKQgAQkIAEJSEACEpCABCQgAQlIoH8I6JDXP21lSSUgAQlIQAISkIAEJCABCUhAAhKQgAQkIAEJSEACEpCABCQgAQlIQAISkIAEJCABCUigwgR0yKtw41g0CUhAAhKQgAQkIAEJSEACEpCABCQgAQlIQAISkIAEJCABCUhAAhKQgAQkIAEJSEACEugfAjrk9U9bWVIJSEACEpCABCQgAQlIQAISkIAEJCABCUhAAhKQgAQkIAEJSEACEpCABCQgAQlIQAISqDABHfIq3DgWTQISkIAEJCABCUhAAhKQgAQkIAEJSEACEpCABCQgAQlIQAISkIAEJCABCUhAAhKQgAT6h4AOef3TVpZUAhKQgAQkIAEJSEACEpCABCQgAQlIQAISkIAEJCABCUhAAhKQgAQkIAEJSEACEpCABCpMQIe8CjeORZPAUCPw73//O3jllVeCj3zkI8F0000XTD/99D2p4quvvhpQlo997GPBLLPM0pMyvP3228G7774b1Gq1YI455giZdLsgH3zwQfD666+H9x4xYkTwqU99qttFCO/30ksvha+f/OQngxlnnLEnZXjjjTeC999/P2Qx++yz96QM3lQCEpCABCQgAQlIQAISGL4EqqCnDl/61lwCEpCABCQgAQlIQAISGI4EqmK3HI7srbMEJCCB4UBAh7zh0MrWUQIVIfDWW28FSy+9dPDhhx8GOD0dcMABwc4779xVJyyEa+556623Bh//+MeDXXfdNdhnn32CRRZZpGuU/vOf/wRnnXVWcPTRR4cOYGuvvXZw4IEHBuuss07XHPNwBHziiSeCtdZaK7znAgssEJZh22237apj3r/+9a9g9OjRYVlw0tx7772DPfbYI5h77rm71h70iW9/+9vBGWecEXz0ox8NNttss7BvrrTSSl0rgzeSgAQkIAEJSEACEpCABIYvAXQSdNMJEyaEeuouu+wS7Lvvvl3VU4cvfWsuAQlIQAISkIAEJCABCQxXAgTPwG5JAIvZZpttit1ypplmGq5IrLcEJCABCRRIQIe8AmGalQQkkE4AI8Mpp5wSfPnLXw5wSiMqG455OEBtt912wRprrBE6RKXn0tm3OKLdcccdwfbbbx88//zzYaS+GWaYIcApjjJsuummXYnc98ILL4SOgePHjw+mmWaakMVSSy0VlmGbbbbpikMaCsa4ceOC4447LuQOh1GjRgVbbrllWI4VV1yxM9g5rqY9fvvb3wa777578Oabb4bsUXQ+97nPhWXglch5ZSbKMGnSpPB+f/7zn4Npp502gAUOefQJeMw666xlFsG8JSABCUhAAhKQgAQkIIFhTKBRT33uuedCvQidhAVU6K7d0lOHcRNYdQlIQAISkIAEJCABCUhgGBLAbnnaaacFhx12WLizFnZLHPM233zzgAAWa665Zul2y2GI3SpLQAISGDYEdMgbNk1tRSVQDQJs03rPPfcEJ554YnDNNdeEjnlslUp0NFahHHLIIcGYMWPC7WTLKjER+iZPnhz8/Oc/D84+++zQEQynOMow11xzhZEIiNQ2cuTIsooQ1putWi+77LLgJz/5SfDkk0+GkRAoA4aXrbfeOvjSl75UekQEohbecsstwQknnBDgHEiEuKg9Vl999eDQQw8N1l9//dI4kDFbxf71r38NTj755ODiiy8OP0ftEUXuI0IEjnJlJZQuDF8XXHBB6DSKs+YnPvGJsE/MPPPMAfcniiEOiyYJSEACEpCABCQgAQlIQAJFE0jTU+ecc85QTyW6e5l6atF1Mj8JSEACEpCABCQgAQlIQAJVJ4Dd8t577w1tdQSQIKAI9qjpp58+IJAGdsuxY8eWarf8f+ydd5QWZdK+i0VFcs5JlIyAiEiWIBkkg6ICCqgkRcxhBcUsqGDEiIACBoLkJILkIJJzzjmKcc93fnvV9/X8ZlndFel+neG9+5zXYcaZfuq5qv/oOnU/dyV1RopPBERABETgzxGQIO/PcdNfiYAInAcBxpQiBNu0aZN98cUX/tmxY4cL0mgucPofsRwvu1FdvFCfOXPGcKqbMGGCff7557Z48WIf38oJmGLFitnw4cP9a1QxcN8ff/zRTpw44aOJEOdNmzbNf4YojlM4COU4hRPlhVMe+Vi9erULBMeOHetccKYjHx06dHAXPUb8RnUhiMMafPfu3cb6PBerVq3yAod8VKhQwcVyUQricKWg8Dp69KjNmDHDn4mvvvrKT0UhlMybN6+Pta1Ro0ZUGHRfERABERABERABERABERCBOCbwR+pUDhEVL148jilp6yIgAiIgAiIgAiIgAiIgAiIQLoHEfcvRo0d7fyhx37Jhw4b2zjvvRNq3DHdHupsIiIAIiEBSICBBXlLIgmIQgTglgAgLARTCuJkzZ7oz2aJFi9yVDCHaXXfdFTkZRFiI4ohjzZo19t5777kojYWbNWvmwrDIg/jnArjEEQPObAgBiePYsWOGE8LmzZt9pG3UcVBwEAOjYxEpMl547dq17tg3atQoF0pGHQMNKPLBM7FkyRIvcCZNmuRja7t16+bOilHHwDMR5IOCa8iQIf4hLk5DIRRMkSJF1GHo/iIgAiIgAiIgAiIgAiIgAnFKIHGdSk1Gffjpp586DRzlx4wZE6dktG0REAEREAEREAEREAEREAERiI5A0LfEQGLWrFneJ1u4cKH3Lfv372/du3ePbnHdWQREQARE4IIjIEHeBZdSbUgEkieBkydPuhvcM88842Knp556yh5//PGYbganOOyoe/bsaYcOHbKqVava3LlzYxoDL/sIA3mpX7BggY9NRaSXNWvWmMVB84dxuk8++aS9/fbb7lI3dOhQH9sasyD+udBPP/1krPvAAw+4UPCmm27ykbaxjAGRIsUW4lDG6pIH2EiQF8ssaC0REAEREAEREAEREAERiF8CjLL98ssvE+rUypUr2/z58+MXiHYuAiIgAiIgAiIgAiIgAiIgAjEggHnFq6++ak8//bSv1rdvX3viiSdisLKWEAEREAERuFAISJB3oWRS+xCBZEgA4RcjSjnpzwcnOEanMhp09uzZdsUVV8RkV5x0ocExcuRIF18hDkyZMqWPSL3xxhtjEgNCvG+++cZwosMRDtEXYrDbb7/dx6T+7W9/izwO8sEYYWJghC/ucDjmXXnllcbo1uzZs0ceAwswMhbHhxEjRtiKFSvcsY/xxbj2xWpcLOJMxtYSA+6NuBXi3kfB1adPn5hw0CIiIAIiIAIiIAIiIAIiIALxS4A6lQNj1Kkc1qJOpS5kZC2HlXSJgAiIgAiIgAiIgAiIgAiIgAiES4A+2Z49e3ySFrVY4r4ljnlFihQJd0HdTQREQARE4IImIEHeBZ1ebU4EkiaBffv22eTJk23ixIm2ePFiH0+K8AvBU6NGjezZZ591ERiiuKiuYEwu4jfEZgiuiAH3gaJFi9qLL75o9evXt0svvTSqEAwR3tKlS50DPHbt2uUx4AyXPn16e/TRR92ZLXPmzJHFQHGxbds2FwHCAgEcbBjPigtcu3btXISGODJKV7jjx4/btGnTnAXCRJpN5ANG5cuXN6zAcSy8+OKLI2OBCG/evHkeA7HgTEgM/DxHjhzWr18/u/nmm2MyPjiyTerGIiACIiACIiACIiACIiACSZYAtRj1KbXy2XUqjR/q1AYNGkRapyZZOApMBERABERABERABERABERABCIgQJ+MftBv9S35f/QKn3/++cj7lhFsTbcUAREQARH4iwlIkPcXJ0DLi0A8EOCFdcOGDe44Nn36dPv2229d8IXoC7ETIqvGjRtb586dXXSVIUMGd6gLmw1jaGlqEMOcOXPsxIkTHsfPP//sS5UrV87uuOMOa9q0qWXLls0uueSSsEPw9RiDi/san7179/rPEOEhPsuTJ4917NjRbr31VitYsKDhDBf2hfBx5cqVzgEWjMglF8SAIDFNmjTWqlUr69Spk8EEcWDYDn08E5wyggExMHIJB4jgmUD8V716devSpYvVq1fPsmTJYhdddFHYKNx97+uvv/Y4eDZ4RuDAhxgRIsIBp8TcuXNb6tSpQ49BNxQBERABERABERABERABEYhfAn+kTqUuatasWWR1avzS185FQAREQAREQAREQAREQATikQD9n40bNyb0qOhbYtAQ9KjoW2IgEvQtM2bMGEnfMh7Za88iIAIiEE8EJMiLp2xrryIQYwKcKPniiy/8s379ehc5IX4LRHiVK1e2Jk2a+An/fPnyufgsbBEcL9BTpkzxEaw4rwXCs0CEV6xYMY8BQSCjWRHAhS26QgC3aNEijwGnA9z4AtEX/w/xX8OGDT2OatWqGYJERHFhiuAoLrZv356QD/5NDHBAhIcTYM2aNV0YiQAuZ86cziJsERwiSMYuMRIXd8CAA88EIryyZcsm5KNw4cLuRpcqVapQn1z2y0hkYsAJjzHJAQs4MTKZ54Fns0KFCh4D+YjSITDUDepmIiACIiACIiACIiACIiACSZpAUKdSL1On8n1QkxA4ru033HCDN4BKly4dSZ2apAEpOBEQAREQAREQAREQAREQAREImQD9nwMHDtiYMWO8V7Z27VrvkVGL0aOiHxb0LenZRdW3DHlbup0IiIAIiEASJiBBXhJOjkITgeRIgBdaRq8OHDjQBU+InWgu/OMf//AmQq1atVx8xlfGgCJ+QwwWpvgMbritDRkyxN5++223mkaIh/iMMbiMQOVlGuEZY39YnzjCFp8htps6daq9/PLL7khHDHy4ChUqlBDDNddc42yII2zxGflADEkMjKQlF3xw42MUbp06dTwO3OhwoQvyEbb47OjRozZ48GDPyZEjRxJOGSHApMAhH3Xr1rUCBQok5CPskcUI8Wh48Wxu2bLFOQTCzJIlS7owFOtxGl4I8MhH2AJRT77+IwIiIAIiIAIiIAIiIAIiEJcEqFM/+uijhDqV2izWdWpcgtemRUAEREAEREAEREAEREAE4pYAfbLdu3fboEGD7NNPP3WThsR9S8wq6FHRt8SsIuiThd23jNsEaOMiIAIiEMcEJMiL4+Rr6yIQNgEEaJwsuf/++w3RFS+0CJpq1KhhLVu2NMROmTJlcqETwrMoXmZ5sWY8LmNG161b58I8fobIqkWLFj7mJ3/+/B4DgquwRXgB01OnTtm9995rX375pb/cIwbLlSuXr08cjIJl/ShFX+QDEdzTTz/t43k55UMhQR6IgeKCcbTEQD7CFuHBAva4A9555522Y8cOO3PmjK9z7bXXegy40FHgBCzCFuEF+eDU01133eXuE4hEYcNIYDjwKV68eEIMWJHrEgEREAEREAEREAEREAEREIGwCAR1KuOOcGFAmMfPcGmnHmnevLnFok4Naz+6jwiIgAiIgAiIgAiIgAiIgAgkBwL0gsaNG2f33XefHT582M0i6Asm7ltiXhH0yaLoWyYHTopRBERABEQgGgIS5EXDVXcVgbgjQDNh1apVLvJiLCljV++44w5r37692zoHJ0qiEH0lho3orGrVqh4LMdHYQIh11VVXuRiNOKISfQVx4D730EMP2VtvveVuB6x9zz33uCNfunTpPI6oRV/snVG97dq1c0Egordu3brZjTfemOBMGJUIL+DAV4SZjH3FNZE933zzzdalSxcfwRS40EVd4JAPOCCORBh53XXXWc+ePQ1XQGLgmYhKmJmYhf4tAiIgAiIgAiIgAiIgAiIQnwSoU6tVq+bO6dRqzZo1s65du8a0To1P8tq1CIiACIiACIiACIiACIhAvBKg9lqzZo3hgHf8+HHvW9Kfom/JgahY9S3jlb/2LQIiIAIiYCZBnp4CERCBUAgEbmw9evRwcdOwYcMM97O0adNG4oT3W0Hzcr1t2zYrVqyYuw3gPvDiiy8aIrioBXCJ42E879VXX+0v+qVKlfJRsYzn5YRNrC5EaI8//rjvnxyMHz/eKlas6AVG1AK4YI/kY/bs2Xb99de7K17fvn2tV69e/kzEUgCHCC9btmwuTMQVcOTIkZYxY8bQxwMH+9ZXERABERABERABERABERABEQgIUBdt377dDyXx79tvv9369+8f8zo1iEdfRUAEREAEREAEREAEREAERCAeCNC3fO+99/wwFD3CDz/80A9HxbJvGQ+ctUcREAEREIHfJyBB3u+z0f8RARE4BwI0FnDIQ/T1yy+/+BjStm3berMBh7hYXYzJJQZOvSDEQwyGU1+9evViJspDDMfY3kGDBvmaZcqU8RjatGljINrkYQAAQABJREFUWbJkiQkK8jFt2jRr1KiRr8dpnw4dOvjJn6JFi8YkBhY5dOiQuz7s37/fxxXfcMMNhlASd7pYCQPJR+vWrd2WHFEk43JxTcSVgsJLlwiIgAiIgAiIgAiIgAiIgAhESYA6tVKlSrZ69WqvU2vXrm133nlnTOvUKPene4uACIiACIiACIiACIiACIhAUiNAn4xeIT2hn3/+2adHMUXqtttus3LlyiW1cBWPCIiACIjABUhAgrwLMKnakgj8VQRwImMs6N13320HDx50NzYET7jEMToWAdRll10WaXi8YNPkQHC1aNEiu+SSS7zhkTdvXnfsIwZGqEYtBjt8+LA98cQT9u677/pacMicObMLBImhbt26zidKGIxFwqnwwQcfdHc4xrMiUixfvrznA3Fcrly5ogzBOIE0f/58z8f69evdJRAWhQoV8ucBFqVLl440Bp6JPXv2WO/evW306NHu4AgHXPPq16/vLGrUqBEzwWakm9XNRUAEREAEREAEREAEREAEkhyBoBFEnbpw4cK/rE5NcmAUkAiIgAiIgAiIgAiIgAiIgAhESIC+5YQJE6xnz5524MAB71HRH4pl3zLC7enWIiACIiACSZyABHlJPEEKTwSSGwFOmezcudOtn7GCPnbsmAugUqdObQjCypYtaw0aNHBBGi+8KVKkCH2LOKIdOXLExo4da6+//rqtW7fORXHEwKdAgQIJMVSuXDmS0aU0XE6dOuXNltdee83d6vhZqlSpPIasWbNazZo1PQ6+8n0U148//mibN2+2wYMHuzjvzJkzLjwjFwjjECeSjzp16ljhwoWjCMEY4UuhM2LECHvrrbf8+UiZMqVzIB849gXPBGLBKMbZwv748eP21VdfGfmYN2+eP3s45hFDzpw5nQFx4N6XPn36SFjopiIgAiIgAiIgAiIgAiIgAvFJ4I/UqRwYwt09qjo1Pslr1yIgAiIgAiIgAiIgAiIgAvFMgL7lrl27EvqWR48e/c2+JX2yK6+8MpK+ZTzz195FQAREIJ4JSJAXz9nX3kUgIgK4oiH84qWWsaljxoyxr7/+2jiJcvHFF/sJFIRQuKQ1bdrUP1G4pCFGQxSHUx4xTJw40QWCiMFYnw9COJoexBGFSxp7Pn36tG3atMkFgsSxZcsWf6EPxHkI46pUqeKOcQ0bNnQnvTBTQz6+//57F8VNmjTJWeDKQEMIB8FAlFa8eHGPARZXXHFFmCEYgjjyceLECZszZ47HMGXKFH9OEOAF+cCxr3Hjxp4PRg+TqzAvCi/ygYsibnnjxo2zvXv3umAzyAdivFq1ajkLnAzJjy4REAEREAEREAEREAEREAERCINA4jqVQ2S4NXCQLXGdmiVLFq9TcRSPok4NYx+6hwiIgAiIgAiIgAiIgAiIgAgkFwKJ+5bTp0/3/tDs2bPtl19++be+JdOl6JOVKVMmuWxPcYqACIiACCRRAhLkJdHEKCwRuBAIIMJibCoNh0OHDrkojxfdWbNmuVAucEnDre3qq6+2rl27uhgrbIc0XqgTNz1mzJhhxIGTHw59iMGIIX/+/Hb77bdbhw4dLFOmTKGmAPHbDz/84B8c+2bOnOlixe+++87HugZisIwZM1rr1q3tzjvvdOe4MIMIRHHEgQgNtzhYfPPNNx4X3HGLg8V1113n+UCYFraLIaI4YkCcN3fuXGdBPhhzzChhYuBTpEgR59C2bVuPKUwWuPYRA8LRFStWOAfEo+SG/Qb5YKztLbfcYl26dDHGHusSAREQAREQAREQAREQAREQgTAInF2nBjXi2XVqvnz5rFOnTta+ffvQD2+FsQ/dQwREQAREQAREQAREQAREQASSC4Gz+5aI8oK+5cmTJ/2gVNAnK1eunPfJmjRpEslkp+TCTHGKgAiIgAj8eQIS5P15dvpLERCBcyDA6ROEWAj0cCjjJRcnAERQfI9zHs5k11xzjQ0cONBKlChxDnf/Y7/KizZND+JAoIcQa/z48e6ch101AkHc0Gh4PPPMM9aiRYs/duNz/C3EYIFQkXVxrYPFt99+63fiZR9hHgLFhx56yAWD57jEf/118kEMfBjlijCPGHAyhA2CtMAp7uWXX3ax4n+96Tn+AvkgF3wQxi1ZssS+/PJLmzx5sgs4EQiSD4R5AwYMcGeIc1ziD/06LoZBPhjvCwc+gTiPGHCoIBfkJGzXvj8UpH5JBERABERABERABERABETggiTwe3UqdSLiPA4tpUuXzg8IUae2bNnyguSgTYmACIiACIiACIiACIiACIhALAmc3bdkuhO9IfqWTN8K+pbly5e3V1991UqVKhXL8LSWCIiACIjABUBAgrwLIInagggkNwKBEAvhFy5pjJIdPny4LV261F9wCxYs6C+8l19+eaRbQ4hFDDilLViwwD7++GOPBTe7zJkz2+uvv27t2rWLNAbWQgxGDIjBRo4c6R/G/SKIu/HGG+3dd98N3aUu8abIRyBIO3z4sI/WHTZsmK1fv96FeRQZnBBivG+UV+AQwXhd3Ps++eQTd8/DsS579uw2atSoyER5wb4CsST5WLVqlY0YMcI+//xzFwwikrz33nutb9++wa/rqwiIgAiIgAiIgAiIgAiIgAiESuDsOpW6iKZQUKcOGjTIXbxDXVQ3EwEREAEREAEREAEREAEREIE4JvBbfUt6hhhJIMwrUKCATZ061QoXLhzHlLR1ERABERCBcyUgQd65EtPvi4AIhEogEIMhwsIdrWfPnt5oeOqpp+yxxx4Lda3/dDPEYLi0IcK64447bMuWLVatWjUf5/qf/i7M/xeMUT1w4IA9/PDDNm7cOHdC2LRpk+XOnTvMpX73XpwIQqSIa+GQIUPs8ccf92Lj/fff9xFJv/uHIf8PBILkY+HChda5c2c7cuSI3XzzzS7cDHmp370djTCEeTt27PDnct68ecYI22C07u/+of6HCIiACIiACIiACIiACIiACIRAIKhTV69e7XUqh7iqVq1qc+fODeHuuoUIiIAIiIAIiIAIiIAIiIAIiMDZBBL3LTkc1aNHD6N/16dPH3viiSfO/nV9LwIiIAIiIAK/S0CCvN9Fo/8hAiIQKwK83GIF3a9fPx9ly0iet99+2xsOsYxh+/bt1r9/f/vwww/95bp58+Y2evToWIXg65w8edLXf+GFF3xsK650jLVNkyZNzOLAeYGxsU8++aQtX77cGB3L93Xr1o1ZDDwTNJ2ee+45d6hj4XvuucdtwWMWxD8XwjHwjTfe8DHKiBSLFSvmzoGxjEFriYAIiIAIiIAIiIAIiIAIxCcB6iLq1AEDBtgHH3zgdWqzZs1szJgx8QlEuxYBERABERABERABERABERCBGBCgFuMgFH3LWbNmGX3LN9980+66664YrK4lREAEREAELhQCEuRdKJnUPkQgmRHgZXbPnj3eSPjiiy9c5HTq1Cl3x2vTpo2Pac2QIUPku8KZb9KkSUYMOKAhiMOdrXjx4v6zkiVLRh4DArj58+e78AzhGyIw3OHSpk1r7733nrVt2zbSkbVskHzgtgAHmjvbtm1zlzwc8+6++25DIHjppZdGzoJRvTglEseyZcs8hp9//tmqVKniI2vz5csXeQy4UDAylxhmzJhhx48f93zkyJHDR9jWrl078hi0gAiIgAiIgAiIgAiIgAiIQPwSoE6lNvz888//rU7lZ6VKlYpfONq5CIiACIiACIiACIiACIiACERAgD7Z3r173agDs45169Z5jwp3vFatWnm/LmPGjBGsrFuKgAiIgAhcqAQkyLtQM6t9iUASJMDLLOM/p0yZ4h8EVwjPGJGKKO3yyy+3Rx55xF9sM2fOHNkOTpw4YTNnzvQGx+zZs11wRQwIvxABduvWzT+Iv1KmTBlJHIi+GMcKi2nTptnu3bt9PCpiwBQpUhjufIytLVu2rKVKlSqSGMjH+vXrE/KBIx0jWmGBEK9MmTI+srZBgwaWPn36SGLgpocOHXIGsEAUiTCTOBgZmz17duvdu7fdfvvthiCOU0hRXOwZl0ZiQITHWFpi4Jm4+OKL7dZbb7X77rvPihYt6t9HEYPuKQIiIAIiIAIiIAIiIAIiEL8EqFM5GIQQ7+uvv/6XOpV6jDq1e/fuFmWdGr/0tXMREAEREAEREAEREAEREIF4JECfbOfOnQl9sqVLl/5L37JQoULet2zdurVF2beMR/baswiIgAjEAwEJ8uIhy9qjCPyFBHiZXbNmjb/MTp061dauXesOdAjPEKUhdsJxrF27dj4SNUuWLJE4se3fv99Ynw9COMaPEgOCKy4cBm655RZr2bKl5cmTx93pEMaFeSE+RACI6AtB4JEjRzyGQACH4Aw3PFiUKFHCxYFhCwIRPn777bceA0LALVu2JOQDAVzq1KmtYcOGHkONGjU8hrAFgYmFmeQDYSbit+CZgHnFihU9hqZNm7ooD7fAsC+c72h4kQ/yQgMsEGYSY4ECBeymm26yG2+80cWiNMGiEgSGvTfdTwREQAREQAREQAREQAREIOkToE6lLqMuWrBgwW/WqTfffHNCnZouXbrI3dOTPjVFKAIiIAIiIAIiIAIiIAIiIAJ/ngD9H3qV9Iaoxehh0p8KelQXXXSR1apVy6jF6tWr50I8eme6REAEREAEROBcCUiQd67E9PsiIAJ/iAAuZ4z8HD58eIIID7ET1s5p0qSx6667zurXr2916tRxARw/C3skKmshuBo2bJg7DCQWfSGsKleunMdQt25dYzQtMfBSHaboihd7bK2JAYvrY8eO+Us9QsBA9AUHXuorVarkTnTEwQt/mBcudCNHjvSRq4yjpbAgHwj0sNhGFEkMfMWVjhjCFuKxJuOBeSYQRSYucBBmsn9i4INbIiI8nokwhZEwX7Jkiedj4sSJ7sZHHIEws1ixYr4+OSlfvrzHwDMRtjAyzNzqXiIgAiIgAiIgAiIgAiIgAsmHAHXqrFmzbOjQob9Zp1511VVep1IXRVWnJh9ailQEREAEREAEREAEREAEREAEwiFw8uRJGzNmjPeHEpuHYFZBTyzoW15//fWWN29e/1nYfctwdqK7iIAIiIAIJBcCEuQll0wpThFIJgR4cUV81r9/fztw4IBbO9NwYBQsL7GNGzf2kyWZMmVysRUvs2EK4MCE6IrRp3379rWVK1d6DAiuELkh+mrUqJG7wDHqh/X5hC2AI4Y9e/ZYv3797Msvv0ywuCa+IkWKOAfiYCxsEMMll1zC/w71QoT41ltv2RtvvOFiQL5HhJc1a1Zv8pCPatWquRAwiCNMARybgQXiN1hs3brVWeCOiOCPAgcONJty5syZwCJsARwxbNiwwfr06eNueLgVIsRjr6VLl07IByNpAw6IBHWJgAiIgAiIgAiIgAiIgAiIQBgEqEnmz5/vNclfVaeGsQ/dQwREQAREQAREQAREQAREQASSEwH6lhhF0LfEpZz+EH1LpiJhGkKPCrOKKPuWyYmXYhUBERABEQiPgAR54bHUnUQg7gkgeuvatauNHTvWR+0gdkLsxchPxqDixIbbGEKssEVfAfz/+Z//sY8++sgefvhhH0GK+AwBHDG0atXKEovwwhZ9BTHQaFm1apWPn921a5cLvxjF26JFC/8ZjgdwQPgVpeiL0z5Yas+dO9e+//57X4vigrG4fMWBjjgQAkaZj2effdZeffVVd6MjP2XLlvV8NG/e3BjTGwjgwhZmJs7H119/bR07drTDhw+7G17u3LmtTZs2zgIRXpCPsIWZQQz6KgIiIAIiIAIiIAIiIAIiEL8EqINwxHvooYcS6tTChQt7XdS6deuY1KnxS187FwEREAEREAEREAEREAERiFcC9C27d+/uE6xOnz7tvbCqVat6LYYQLxZ9y3hlr32LgAiIgAiYSZCnp0AERCAUAoELGmIvXnA5TfLEE0/YlVdemWDrHJXoK/EGEKFdccUV7gbH2NPHH3/c3c+wm+YTlegrcQyIAGmqjB8/3kVvPXv2tDvvvNMyZ87sMUQpwgvioOEzePBg6927t5/0QQz4yCOP+ChYOCCCi/rimdi8ebOPfuXEEW6AONThiocAjk8s8sFJp4oVK9p3331n2bJlswceeMBuueWWyMYDR81V9xcBERABERABERABERABEUheBE6dOuV16tGjR61QoUIJdSqHpGJVpyYvYopWBERABERABERABERABERABM6PAH2yKVOmeL+OvmWtWrW8b8nUpKBPFou+5fntQn8tAiIgAiKQnAlIkJecs6fYRSAJEeDF9uOPP3YXMpznunXrZk899ZThDBfL69ChQz76lJdohF+vvfaaC8FiGQMCMNZetGiR5c+f3wYMGOAv/LF8sScfONMhgEP49uCDD7prIEVGrC4Eed9++61VqFDBhXc44sGCBlQsL/JRsGBBtyIvWbKkDRo0yMcnxzIGrSUCIiACIiACIiACIiACIhC/BHDqzpkzpwOoXr26vf766zGvU+OXvnYuAiIgAiIgAiIgAiIgAiIQjwTok40YMcLat29v9C3vuusu69evn2XNmjUecWjPIiACIiACfwEBCfL+AuhaUgQuVAIHDx60unXr2urVqy1dunQ+dgenuJtuuslKlSoVk23/+uuvbj/9/vvv+2hcHNHq16/vMXD6JRYjSXnJ//zzz+3WW281RGmZMmVyURocEKVhgR31FbjT4VS4b98+d4PDMZDRvXxiJYr74YcffDTs5MmTXRhIE6pJkybWrl07q1y5cmSjchPzJR+MzMUZD3dC8kETjBgaN27scSX+ff1bBERABERABERABERABERABMIkQJ3ao0cPe++997xOpQFEnUpNEqs6Ncz96F4iIAIiIAIiIAIiIAIiIAIikBwIYOJRr149W7lypU+0wkSjVatW3jNkwpcuERABERABEYiSgAR5UdLVvUUgzgggfNq2bZs988wzNnz4cN897myM4UGQhxCrUaNGVrx48UjJHD9+3Bsdzz33nDEaKFWqVG4/nS9fPmvYsKGLsBCDRSnO+/HHH23GjBk+Jnb9+vUuBMOdjrG1NFwQgiFezJAhQ2QsGJ27du1at+BmfC4ngMgHYsny5ct7DOQD97ioLoSBCDUHDhzoznTYgjMul2cCUSAc+Fx99dWRjq/9/vvvbcyYMT4aas+ePXbJJZd4DNmzZ7c6der4s1mzZk2J86J6EHRfERABERABERABERABEYhzAtSpHByjTj1x4oTXRdSIQZ1KbValSpVI69Q4T4G2LwIiIAIiIAIiIAIiIAIiEGcE6Ftu377dJ0oNGzbMTTQS9y2DHlXUfcs4w67tioAIiIAI/B8BCfL0KIiACIRKgJdbRHCrVq2yIUOGuFPcmTNnvKnASy6fYsWKuRsAgjSEYQjFwr5Yc/fu3W5H/dFHH/m///a3v/n6CMJy587tQixOxjBeFoFY2Ncvv/xiR48etQkTJtiHH35oixcvdkc4BIJwQIxXrVo1P52DKCxPnjxhh2CI8k6ePOlrEwPCPOJCkAYH4ihbtqzHAAtOBIU9WhdRHoK4rVu32tChQ+2TTz4xRjYFAkHiKFCgQMIzQRMKRmFfP/30k4sDR48e7flArMheAw6MV0aUBwecBWVbHnYGdD8REAEREAEREAEREAERiG8C1KkcEKImojbatWuXH0yiLqMuyZUrlx/colauUaNGJHVqfGdAuxcBERABERABERABERABEYg3AkHfcs2aNd4bYsIVPStMO6jF+MSibxlv3LVfERABERABMwny9BSIgAhEQuAf//iH0WxAeDVz5kybNGmSzZo1yxhhyksuzYZAiIU9NKNtixYtGmosvGSz3unTp23hwoU2ceJEmzp1qu3fv9+bHkEMjDDFjaBNmzZWtWrV0AWCuOXBYsOGDc4BFoz1RQwWCONwRsC1r23btu7WFrZAkBFJFBjsHQbEMG/ePBfnMcY1YFGkSBHnQD5wagjzQhxIPnCD+Oabbzwf06dPt2PHjjnzIAbGDDdr1sxZ4JwXpkAQcSD5gMWKFSucA+N0t2zZ4usgBCQOXARxMiQfNMOiEAiGyVb3EgEREAEREAEREAEREAERSB4EEtepixYt8rpoypQp/1anZsyYMaFO5SBXFAfZkgcxRSkCIiACIiACIiACIiACIiAC508gcd/yq6++Suhb0r9L3LdkrG3Lli29V4ZQT5cIiIAIiIAI/FkCEuT9WXL6OxEQgT9EAAEUzmR8EGIhAqPZwDjXI0eOJLikIUBr0KCBPfDAA+7S9odufg6/hCscQiwEYQixEKVNmzbNNm7cmOCSRgyM1r3vvvtcFIejXpgXL/twII4dO3YYYjRY4JzH/0OchzAPV4SuXbta586dXRgWZgw0f4IYcO+bPXu2x4BYEmfD4ERQ+vTpDaFk7969fbRsmDHwTAT5QBi3dOlSj4F8BA4RiOLIx7XXXmsPPvigu0OEGQP3QqQYsOA5YH3ywfMBJ2IgH4z0vfvuu+2WW27xHIUdh+4nAiIgAiIgAiIgAiIgAiIQnwSCuog6deXKlV6nUqsmrlOpSahT77///kjq1Pgkr12LgAiIgAiIgAiIgAiIgAjEK4Gz+5bz58/33hA9u7P7lkxUom9ZpkyZeMWlfYuACIiACJwHAQnyzgOe/lQERODcCPCS+/PPP7sIihMnc+bMsTFjxnjTge8RQGXOnNkee+wx69GjR6jOaIkjTSzEYmwpI0zHjRtne/fudUEao2RvuOEGe/311w1hWhQXbnGBGGzfvn0+ShYWiMFwhMOhrUSJEj72l69RXImLDsba4mRIDJwMojFE4yd79uzWv39/PwkUVQyJ84E4jxgYrYtgEJEizhAdO3a0Z599NjJB3NliybFjxxofXA1xouA5qFixon3wwQeWN2/eKFDoniIgAiIgAiIgAiIgAiIgAnFMIHFd9Ht1apMmTeyNN96IrE6NY/zaugiIgAiIgAiIgAiIgAiIQBwSSNy3xEBi7ty53qPCvCHoWzJl69FHH3XjhjAnOsUhbm1ZBERABOKOgAR5cZdybVgEkg4BxHk4AXDi5LPPPrM333zTx/QgyhsxYoQ75kUdLUIsYuBFGyHaa6+9ZsuWLXMxWrdu3WzAgAFRh+BubIF735o1a2zw4MH+ws/CV111lS1YsMAYKxvlFRQdsEAgOHz4cHv33XcNoR4jZGFTunTpKEPwewcOEazLWN1Bgwa5OwQCxWeeecZ69eoVeQyIJYN84F7Ic8nJKHJQv359FwtGHoQWEAEREAEREAEREAEREAERiFsCietU3Mypi6hTU6dObdSpL7/8ctyy0cZFQAREQAREQAREQAREQAREICoCQd8Swwj6lhyI2r9/v5uJDBs2zF3Lo1pb9xUBERABEbjwCEiQd+HlVDsSgWRHADEYJ004edKiRQsfJYpL3tNPPx3TveBYt2fPHnfHY0TQ1Vdf7U2PWAZB44XRvowj4uU+VapUtmnTJitQoEDMwmBcKwJFnOo6depkjO5FJNilS5eYxRC495EHRhkfPnzYmjdv7m6GMQvinwshEKTwwqGPMcuM0WW0b9jjjGO5J60lAiIgAiIgAiIgAiIgAiKQfAgEdWrTpk3dwbtcuXL27bffJp8NKFIREAEREAEREAEREAEREAERSGYEgr4l42zpTeFo/tBDD9lzzz2XzHaicEVABERABP5KAhLk/ZX0tbYIiIDxUrty5UoXn3366ad+0uSiiy5y8VONGjViRujAgQM2cuRIH0mKCAxR2sMPPxzTl2vc6SZOnOgx8JLP99dcc43x76gd8gLQ7HvRokU+KpeRrYjRGOG7ZMkSK1asWPBrkX7lmdixY4d9/PHHNnToUP83C+JUd9ddd0W6duKb49KHKPH999+35cuX+7hlmmCMN9YlAiIgAiIgAiIgAiIgAiIgAlEToE4dNWpUQp2KmzdNoOeffz7qpXV/ERABERABERABERABERABEYhLAvSoVq9e7f0p6jEc8ujRMca2du3acclEmxYBERABEfhzBCTI+3Pc9FciIALnQYCX2Z07d9qXX37pH8a04pDHmFDGo7766qvWpk0bu+SSS85jlf/+pwiueIEmDtz5cD4jjpQpU/po1L///e+WMWPG/36j8/gNTtUguEPkRSyHDh3yGHDKu/76690OO2ohHPnYsGGDxzB+/HjbvHmzx4A1d8GCBV0Ix6hWuER54YI3YcIEHwmLKJBcIEq89NJLrU+fPnb33Xf7KOEoY8B9gpFQ5GPmzJl27NgxjwOhIs8kI4zz5csXZQi6twiIgAiIgAiIgAiIgAiIQBwToE6dOnWq1ySJ61Rcunv16mVPPPFE5HVqHOPX1kVABERABERABERABERABOKQQOK+JX0yBHlB3zJr1qz28ssv20033RR53zIO0WvLIiACInBBE5Ag74JOrzYnAkmHAIKmtWvXuvPdtGnT3BUPsRUiPMRnWbJk8fGojEW97LLLfFRrFNHv27fPvvrqK29wzJs3z0V4xID4jBMuzZo1s549e/q42vTp00cRgo+DpbEyffp054HrATHw4SpfvryLzxo3bmyZM2eOZDwqzL/77juPgXwgyAtiwHUhT5481rVrV2vfvr3/OwpxJAXO9u3bXfhGw2nx4sUJBQ6jYlOnTm3t2rWzbt26WYkSJXxcbBQJOX78uM2ePdvggBjvyJEjzoJngqtWrVp2zz33GI6NCDRTpEgRRRi6pwiIgAiIgAiIgAiIgAiIQJwSCOpUapJAhBfrOjVO0WvbIiACIiACIiACIiACIiACcUog6FtizkAttmLFCjeJwLgBM42gb9m5c2fvW2IeoUsEREAEREAEzoWABHnnQku/KwIicE4EEFzhfocDHc5niK94kQ1eZhF51axZ01q0aGE4sOGOlzZt2tAFaAjeGAVLHMuWLXOxFTEg+uIqU6aMx4AYDzFgunTpjLG5YV40U3ipx3kN0RdufAELXvpz587tYkBYXH311R5D2C/3rLN06VLnMGnSJKPpE8SAQC9NmjSeB2LAdjtTpkz+szAFaMEpI04YkQ+ejyAG8oHrw7XXXmstW7a0Jk2auBiQfITtzne26wTi0CAO8s5zQAzNmze3kiVLej6iECWG+YzpXiIgAiIgAiIgAiIgAiIgAsmHwMGDB71O/r06tXTp0l6nUpNEVacmH1qKVAREQAREQAREQAREQAREQATOnwA9qnXr1nmvjr7ltm3bEnpDiPDoA2HOQH8oyr7l+e9EdxABERABEUgOBCTISw5ZUowikMwI4LA2efJke/vttxMEcAjS+DkOY4i96tWr585j2bNndyc0xGdhC7+wlCYGXqq///57F+Ih+sIJr1KlSv4yzVjYK664woVnxBC28Ismy5AhQ2zo0KHGvwOXA1LKKFpe6OvWresiPMSIuMIRX5gXTm+jR4+2d955xwsNYuCDQA/+rE8+qlev7o58xBC2GJAiZ8GCBZ4PhImBAI4Ch7Wuu+46j4FnI3/+/An5QKAX1hWIAd99910bNWqU4YwX5IN1EGY2aNDA6tSpY1deeaXHAIuwxZlh7Uf3EQEREAEREAEREAEREAERSF4EqEn+SJ1KXVS4cGGvD6lJwq5Tkxc1RSsCIiACIiACIiACIiACIiAC50eA/uSUKVNs8ODBtmTJEu8N0R86u2+JiUiOHDki6Vue3w701yIgAiIgAsmRgAR5yTFrilkEkigBmgtbt261e++918VXiOAQXGXIkMHFVk2bNvWTJYyCRYSVKlWq0N3wQMO6/fr1cxHc6dOn/cUaUVWVKlXshhtusIYNG1quXLk8hihEeMSA2G3EiBH25JNPuhAPARp8ihQp4k54xFG8ePEEDlG4r7EeY2l79erlTnRwwQkva9asxjhcYoAJznhBPsIURcKB6/Dhw/bII4+4Ix4xIBBkPU4Z8UwgBsT6O4ghimYTz+Gbb75pL7/8sgvxyAdX2bJlPQbc+AoVKpQQQ9iiSF9M/xEBERABERABERABERABEYhbAtRCTz/9tH300UeWuE6tXLmy1ySxqFPjFr42LgIiIAIiIAIiIAIiIAIiEJcEgr5l7969bf78+XbmzBmfnkWfEsMM+mSI8KLuW8YlfG1aBERABETAJMjTQyACIhAagf379xuOc4jyEECVK1fOOnbs6C+0mTNnThA7RSH6CjaB4Iw1GQ3L6RZGwbZv395uvPFGK1CgQMKpljCd14K1g6+I8T788EN74IEHfDQtQrNWrVrZzTffbOXLl09wOYjSeY0iY8OGDS52Y2Qvp3xwoevQoYP/LHFxEcQdxVeEbxQ0uOMhxLv88ss9P/BAFBm48UX5TJAPGl+I8WiCIRC96aabPB+MoyU/cp2IIvu6pwiIgAiIgAiIgAiIgAiIAASoU2+77TYbO3as16nUQtRmsaxTlQkREAEREAEREAEREAEREAERiDcC9MeYirR58+a/rG8Zb8y1XxEQAREQgf9PQIK8/89C/xIBETgPAoieGM165513uusd4icEaIxhRfAUpeAqCBsR2q5du3wULILAtm3b2gsvvODua7jAReG8Fqyd+CvNFpznli1bZgi+4IIzHixi5bxGPp566ikXoiE2++CDD3w0bZCPxPFG9W/ywYkjxi0hCLz77rvt4YcfdkEcMUUpiky8J54FxuAeOnTIqlWr5mNzg7G4UYoiE8egf4uACIiACIiACIiACIiACMQnAeqi3bt3W9GiRb0B1KZNG3vxxRdjXqfGJ33tWgREQAREQAREQAREQAREIF4J0CcbOnSodenSxftRL730kht40C+kRxWLvmW8ste+RUAEREAE/peABHl6EkRABEIhQJNh2rRpPg6Wl1jc8Z544gljFGgsRU8nT560yy67zE6cOGE5c+a0Bx980Dp37myZMmUKZZ9/5CaIz1q2bGnjx4/3sbw49uGWhygvVheFxnvvvWddu3b1QgN3PPJRq1atmBUZPBPbt293gSRMGAn72GOPWbt27XxMbqxYIJCsUKGCrVixwm3Hu3Xr5mN88+TJE6sQtI4IiIAIiIAIiIAIiIAIiEAcE6BOpR46fvz4X1anxjF+bV0EREAEREAEREAEREAERCAOCdAnmzlzpo+mpW951VVXeZ+MqU6x7FvGIXptWQREQARE4P8ISJCnR0EERCA0AoyI/fvf/26vvPKKv8wyFrVgwYLWokULa926tbvFhbbY79yIF+wvvvjCT7wwnjRdunSWLVs2a9CggceAMC3qF22EaOvWrXOHPr5y0iZjxoxWqVIljwGRIt9HfSFK7N69u40cOdKd+RjViiiQXCAYpCEU9YU73eDBg+3+++93lzyeCcYzwYA4rr322sid8sgHTn2Mqd23b5+LARFo1qhRw3CnqF+/vucoaha6vwiIgAiIgAiIgAiIgAiIQHwSoE4dPXq0HxZLXKdSi1AXUZtEXafGJ3ntWgREQAREQAREQAREQAREIJ4J0Lfs06ePMdWLKVpB37J58+Zei5UqVSqe8WjvIiACIiACEROQIC9iwLq9CMQbgVOnTvmJk2effdaWL1/uL7gI0rCALlGihDvoNWzY0EqXLh2ZU9tPP/1kq1evtv79+9uYMWOM5gdjc4kBV7R69ep5HIwvTZUqVSQpwhFuz5499s4779hbb71lOCJccsklCWIwhIFwqFu3rmXNmjWSGBCiIcobN26cj+7dtGmT5wMOfHAxJAbEioxPiur64YcfbMmSJfb888/b9OnTXYAX5APBJjHwQZwXVRMKYeC2bdvstddesw8//NB4Rsg9HOB//fXXOwe+UpDpEgEREAEREAEREAEREAEREIEwCfz8888JdSrivMR1au7cub1ObdSokUVZp4a5H91LBERABERABERABERABERABJIDgaBvSY9q2bJl/9a3pEdGj6pMmTKR9S2TAyfFKAIiIAIiED4BCfLCZ6o7ikDcE/jll19cgDZv3jwbNWqUTZw40RBlIbZCiIVAr0CBAi6AouEQhRALQRwv2Rs3brRPP/3UPvvsM3dH+9vf/pYQQ+bMmSMVYiGIO3PmjO3fv99FcTjVfffdd/5CjxgMFmnTpvX9B6K0fPnyhf78ID5jNNKsWbPcLQ9RHAK1iy++OIEFgrwgBmy7se8O82JsLKLEVatWeQw0oI4dO+aFT/BM5MiRw5tQFD84RPDzMC8aXrhR7Ny5090peDZ5Ptgra/FBjEcDjOcS4Wb27NnDDEH3EgEREAEREAEREAEREAERiGMCQZ3KYSnqkd+rU2vXru31mQ4MxfHDoq2LgAiIgAiIgAiIgAiIgAiERiDoWy5YsMBGjBhhkyZN8v7db/Ut6ZVVrFgxMgOJ0DalG4mACIiACCR5AhLkJfkUKUARSL4EeMFFiHfkyBGbM2eOTZs2zb766qt/E2Ihzrv11lutXbt2Ps40zB3T8CCG06dP+8kXYuCzdevWfxFiIc7DorpDhw5WtmzZMEMwhHnYYiPO27x5s6+PKI6TOAjVcM5DDIY4r3r16taxY0cXg4XtFocjAzEcPHjQ8wCH2bNnu0gtcdGBOA8Obdu2NUa7hnmxX2JALEnhQwyw2Lt3b4JzHiwQ57F++/btrXDhwmGG4E4UPBN8cFIkhhkzZtjKlSt9HfKBaJRxx4jyYIGjYdgixVA3pZuJgAiIgAiIgAiIgAiIgAgkGwK/VadSF23ZsuVf6lTqsaBO5eCULhEQAREQAREQAREQAREQAREQgT9PIOhbHj161Ptj1GEzZ878t75l/vz57ZZbbrGbb77ZcDTXJQIiIAIiIAJ/hoAEeX+Gmv5GBETgnAggSEMMhlMbDmUIsSZPnmxTp051cVjKlCl9dGiWLFmse/fu1rNnT//+nBb5A7/MizYxII5bv369n4AhjnXr1nnTIxBhNW7c2Pr27WuMUw37QpBGDHxwzkMMxkmc+fPnu2sdznkI86688krr16+fO8WFHQNOcUE+cK1DLAkHCg9G3CLOI4acOXPa/fffb506dQr9JBDPRJAPhHErVqxIyMf27dtdnEc+cKyj4Hn00UctW7ZsYaNw5kE+cM6DAx/EkjTJEAcizKtUqZI9/fTTpiZY6CnQDUVABERABERABERABEQgrgkEdRF16oYNGxLqorVr1/5LnYqL95NPPhlJnRrXCdDmRUAEREAEREAEREAEREAE4o7A2X3LhQsXei1Gz+7AgQM+3SlNmjRG37Jr16529913e98s7kBpwyIgAiIgAudFQIK888KnPxYBEfgzBAIxGE5pOLQxUpaXXBoRiJ9wiWN8D2KsqC6EcTQ8+CDIYz3GqOLmhwgL1z7GB4Xtlpd4PwjjAoEg4rwxY8Z4HIgFEcXh2vfcc89Zly5dEv9ZqP9OXHQgzkOUB4tvvvnGneQyZMhgzZo1s/fee89H3Ia6eKKbMUI3yAdiOGL48ssv3dmQoqdEiRLOh7xEdSHAC/KxY8cOz//nn39u/BvXPASB7777riHY1CUCIiACIiACIiACIiACIiACYRNICnVq2HvS/URABERABERABERABERABEQgqRNI3LfExIIeVeK+ZbVq1fxn9Mx0iYAIiIAIiMAfJSBB3h8lpd8TARGIhAAvuQjzED298MILLopD/DRo0CC78847I1nz7JvS9MCl7dixY/b+++/ba6+95t8zGuiLL744+9cj+R5xHoI0HARxDsSNjbG6jG7dtm1bTE7eIM5DkAYLRIrEwChX3PIQJ+LIEIsLYSYxHDp0yJ+DDz74wMWBOCe+8sorsQjB3fGIgXyw9xdffNFPRZUsWdLWrFkTkxi0iAiIgAiIgAiIgAiIgAiIQPwSCOrU48eP+wGpoE7lwBSHyXSJgAiIgAiIgAiIgAiIgAiIgAiETyDoWzJVib4lfUL6lvSnunXrFv6CuqMIiIAIiMAFS0CCvAs2tdqYCCQvAoxKRQD2+uuvu/gKZ7iHHnooppvAIW3YsGH22GOP+SjdGjVq2Ndffx3TGBDFLV682Hr16mVLlizxl/zDhw9brE/d4NgHh6FDh/r42E8++cRuvPHGmLKg6OF54LlAGNehQwcbMmRITGMgH5yC6t27t4+PQiB58ODBmMagxURABERABERABERABERABOKXAHXq8OHD7dFHH/Va5LrrrrPZ/3Sa1yUCIiACIiACIiACIiACIiACIhAdAaZKPfPMM24cgakGvSrqMl0iIAIiIAIi8EcJSJD3R0np90RABEIngNiJ8awjR470E/67d+92t7wrrrjCZs6caQULFgx9zd+6IYI3TrhgQb1q1Sofk8ppF75v2rTpb/1J6D/DmQ5nPNZEBIhAEUeEe+65x0/dpEiRIvQ1z74h+Vi6dKnnY/z48e4Ih2tfhQoVbMqUKZYlS5az/yT074mB54AxxoyL3bhxo4vxMmXKZJMnT7aKFSuGvuZv3RABICNzycfChQuNwovYXnrpJbvvvvt+60/0MxEQAREQAREQAREQAREQAREIjcDv1anUz7jk6RIBERABERABERABERABERABEQiXQNC3pDeEM/muXbu8b3n55Zd73/Kyyy4Ld0HdTQREQARE4IImIEHeBZ1ebU4Ekh4BXmY3bdpkEydOtEmTJvn4T0aDIvxCdIYLW58+faxIkSLuzBbVDo4cOeICOGKYN2+enTp1ysek4j5Qrlw5H1FavXp1S5UqVVQh+HjYOXPmOIfp06f7iFZYMLI1e/bszqF9+/aRuuNxqmflypUeA4K3zZs3OwfycfHFF9sdd9zhToX58+f3/EQBg2di7969LrgjHzgDMsYYFsRXq1YtwzGxfPnydtFFF0URgt8TER5CUGKYNWuWjzAmhl9//dUosjgJxRjjNGnSRBaDbiwCIiACIiACIiACIiACIhC/BP5bncq4JBzyoqxT45e+di4CIiACIiACIiACIiACIhCPBIK+Jb0hPqtXr07ok9G3bNOmjfXt29eKFi0aad8yHtlrzyIgAiJwoROQIO9Cz7D2JwJJgABOb8uXLzdEZ3w2bNjgYjREX/y/tGnTWqtWraxTp05WtmxZF6D97W9/CzVyXqi3b9+eEANjYRF94UyHAI6XaoRft99+u9WtW9cyZ87sgrRQg/jnzY4fP+5iLzjghHf06FEXIzKelRh5oScGXvBz585tqVOnDjsE3++iRYt8FOuMGTOcCxzIB4JEnPDatWtnHTt2tGLFiln69OlDF+Ox13Xr1hnrw+K7777zAifIB2LAhg0b+jOBMDJjxoyWMmXK0FkcOHDARXjEMHfuXHfCgwP54EKcST4Q4iGSVOMr9BTohiIgAiIgAiIgAiIgAiIQtwSCOjWoi6jTzq5Ta9as6TVJvXr1IqtT4zYB2rgIiIAIiIAIiIAIiIAIiEBcEqAX9u233yb0qOhb0huiR4VJQ9C3pD901VVXRdK3jEvw2rQIiIAIxBkBCfLiLOHargjEigCNha1bt9pnn33m42AZQ8qLLJ9AhFe7dm1r1KiR1alTx8VOvOCG7YCGAG7cuHEeB6LAIAZEeAi8rrnmGmvcuLGLv7CcJoawRVesheMaY1hxYAsaLMTChfsaMcACFzhiwIUtzDG15INxvMTAKNaDBw8msKDwQICIEJE4atSo4d8TR9giOARwjAfmuQiEmXCgwGFMcJUqVTyG+vXrW758+ZwFPw/zwvWOEbzEgAiP7xHgBSK8kiVLei7Ix5VXXukxXHrppaHmI8z96F4iIAIiIAIiIAIiIAIiIALJi8B/q1OpC4MaMao6NXkRU7QiIAIiIAIiIAIiIAIiIAIicH4E6JNt27YtoW/JONqgZxj0LTHuoBaLsm95frvQX4uACIiACCQnAhLkJadsKVYRSAYEeKFFaDVgwAC3dkZ8FjivZcuWzTjVj/NZ1apVLVOmTIbQKQqxEw2Ot99+2z744AN3oQtGjyK2Y8RPgwYN/IU6T5487kJHDGGLz3iBR3z2yiuvuDgxEH4htCtdurRzQHiGAIz1ccPDGS7Mi3wsXbrUXnrpJfvmm28SbLb5OXuHA/moWLGipUuXzuOAUZhiQPazb98+GzRokI0YMSJhPDB8WBNhJnHwlWcEDvAI2yWR53DYsGH2xhtv+IjcIB+IQBFmIsDj+aThFeQjbIFomLnVvURABERABERABERABERABJIXgaRQpyYvYopWBERABERABERABERABERABM6PAP2wjRs3et9y4sSJbppxdt+SHlW1atUi7Vue3y701yIgAiIgAsmRgAR5yTFrilkEkiiB//mf/3HB02OPPeajWTlZgssaL7KMpEUIx/cIrnA9C1v0BRZerFesWOEjfXDoQxCIsKtSpUoeAydbEH0huIpC9BWk5tixY3bXXXe5I97p06cNNgi9WrZsaS1atLDChQsnCM+iEn3hfNe/f38XBJ48edJH1eKE16RJE48DJuQiyEcQe5hfycdXX31l3bp1c1EeRQ6iQ1z4YMGzwThacoEQMGwRHnshBhwasRZftmyZff/99/4z3O94Lps1a+ZufIEQMGxhZpg8dS8REAEREAEREAEREAEREIHkRyCoUzt16mRbtmxJqFM5GEVNQo0Wizo1+ZFTxCIgAiIgAiIgAiIgAiIgAiLw5wnQm/v444/t0UcfNfp2Qd8SswxqMXpV9C2DHlUUfcs/H73+UgREQAREILkTkCAvuWdQ8YtAEiFAgwGxE2NPT5065SNoe/ToYe3atfN/I3YKexTsb20dwVeFChXcpQ9h1c033+zCuCJFiiSIz6J+oUYI16tXL3v//fddBMepmnvvvdddARlFyydq0RdFBqNpO3To4M2eggULekyIAXEmjFKElzgvjMa9+uqrjVG17Ltz584ujMufP7/HQJETi3wg/mNMLbnBCe/uu++2cuXKeUywiEIImJiD/i0CIiACIiACIiACIiACIhC/BKhTr732Wlu/fr3XgtTJXbt2tVjWqfFLXzsXAREQAREQAREQAREQARGIRwL0Lb/77jufzkTfkkNQPXv2tJtuusn7lvSsYtG3jEf22rMIiIAIiMD/EpAgT0+CCIhAKAQQgA0ePNgQ4eH4xqhYTpfwQhu14CrYAC/X27Zts2LFirkDWseOHe3ll1+2DBkyRC6AC2LgK6NYEaGtWbPGSpUqZePGjTMEaLgCxupCePb444/biy++6Kd7Ro8ebdWrV3cRXCzzMWfOHC92WBPnxIceesjjiaUA7tdff/XiioKrZs2a9sknn3jhFfZ44FjlVuuIgAiIgAiIgAiIgAiIgAgkHwLUqdu3b7eiRYt6ncqhqVdeeSXmdWryIaZIRUAEREAEREAEREAEREAEROD8CdC3xDiDaVb0g959911r06ZNTPuW578L3UEEREAERCA5E5AgLzlnT7GLQBIiQJOB0/6c+mdMLCdNbrjhBkMUhxAsVgIsnAcYjYtbX7p06TyeLl26WNOmTV0IFgtkiOH+/ve/2wsvvOAv+bge3Hbbbe7Wlzdv3liE4I2e2bNnW7169dwVLnfu3C6QpPlzzTXXxCQGFjly5Ig7Fu7YscNH0yKIY3Rsw4YNYyZQJB/t27e3kSNHuu04o2oZFdW2bVvLmjVrzFhoIREQAREQAREQAREQAREQgfgkQJ3KKKSlS5cm1Km4hzdr1ixmdWp8kteuRUAEREAEREAEREAEREAE4pUAfcsNGzZYxYoV7fvvv/d+UJMmTbxvSR8xVn3LeOWvfYuACIiACJhJkKenQAREIDQCOMPNmDHDXfJwAGAcadq0aa1QoUIuiKPZUKZMmdDW+60b8YK9ceNGH886ffp0F8QRAwLB+vXre8ODRkjUbnXHjx+3559/3l599VXjFA4xpE+f3qpUqeIxMDY1S5Ysv7WF0H72888/G854jMtFGEc+ECmWKFHC84FIEbFglBd7X758uXXv3t2bT3CHRZ48eXx0LM9EpUqVIncw3L9/vzsGfvTRR15kEUPGjBmtVq1ang+Ei7DRJQIiIAIiIAIiIAIiIAIiIAJhE6BO3bRpk9ep06ZN+7c6ldqMw0tR16lh70v3EwEREAEREAEREAEREAEREIGkTIC+5cyZM71vyYStxH1LTEWCvmWsJkslZVaKTQREQAREIHwCEuSFz1R3FIG4JvDLL78Y4ifGgjLCdvfu3S62Sp06tY9LLVy4sAvj6tat6+51jLcN+0IEhiCORsfrr79uixYt8rG5vGgTR44cOez666/3ODgFgzAriuv06dO2YsUKe+utt1wYx+jUVKlSeQyI8ypXruwx1KlTxwoUKBBFCPbTTz/Zrl277MMPP/QxwgjzYB7kg5G6DRo0MPJRtmzZSE4E4VDHumPHjrU333zTR/ly8oh8MNIY10DWRxRXtWpV/1nYMGiAnTx50hYuXOgxTJkyxV0Eg3xkypTJnRURbdauXdty5swZdgi6nwiIgAiIgAiIgAiIgAiIQBwTSFynvvHGG16b0PRJXKdSi1CTcIgsqjo1jlOgrYuACIiACIiACIiACIiACMQhAfqWBw4cSOhb0jNLmTJlQp/siiuu+Je+JeNtdYmACIiACIhAGAQkyAuDou4hAiLwLwQQP/3www8ugJozZ44LsRBAYQmNGIyGAx+EcY0bN7bmzZu7ZTQvwGFeOMQhilu1apXH8OWXX7pAEDEYQixiQBiHEwExIAjDOS3Mi9M37JsX/AkTJngcOMZx4X4QsLjqqqs8BpwRcI8L86LxwxjhY8eO+UkghHFfffWVi/UCcR5x5M+f38cMwwJxXtgnghjTRD6WLFniHOBx+PBhFwEGHBDGkQdiwL0ubIcIRJHEsHXrVhs3bpzHwahl9ho8E4gVsTAnBuzLNdY2zKdR9xIBERABERABERABERCB+CYQ1KmrV6/2eoS6hINssaxT4zsD2r0IiIAIiIAIiIAIiIAIiEC8EQj6lidOnLBvvvnGa7GpU6d6v4jeJD2qwNCDvmWspjvFWx60XxEQARGINwIS5MVbxrVfEYgxAZoNCLF4yZ0/f76PtGWULC56iV3SihYtal27drU2bdr4i2+YYSLCIgZEgitXrvQYcM9bu3atLxO4pGXPnt3at29vXbp0sVy5coUZgo+tDWLYuXOnC+KIASaczuHEDS/7jE1lnC0jXsuVKxdqDBQc5AMOR48e9aKDXGDXjVgvKDpwrUMg2KNHDxdMhu1iyH5hgVBx2bJlRgywQCSX2CEiX7581rlzZ+vQoYMh1AvzwrUvyAejo2BADMSDiBIhIPnAlaJVq1bWrVu3yMf7hrk/3UsEREAEREAEREAEREAERCBpE6DuoDbjwyGyGTNmeE2yZs0aD/zsOpXaKHfu3El7U4pOBERABERABERABERABERABJI4gcR9ywULFniP6vf6lnfddZe1bds29L5lEkek8ERABERABEIiIEFeSCB1GxEQgf9MADEYQixGqNJwwCUNx7rJkyfbwYMH3TkPMVrJkiXttddes/Lly//nG/7J/4s4jxgQYyEAw6Vt/PjxLs5DIIgYDee+vn37ujgvbJc4wkYMRgx8GOWKeyAxzJ0718VgnMTJkCGDr//UU0+F7tpHDIE4jxgQxrE2MXAiCPEkAkHcA6+99lof+8uo4Siu4JkgHwgkiYHP9u3bXbDJM4Fz34svvujiwChioBEW5GPfvn02adIkj4FnFE4I8xAE9uzZ0x544AFnE0UcuqcIiIAIiIAIiIAIiIAIiEB8EgjqVOoS6tSgLqJGSlyn9unTxw8sRVGnxid57VoEREAEREAEREAEREAERCBeCZzdt1y6dKnXYhMnTvy3vuXAgQOtQoUK8YpK+xYBERABEfiTBCTI+5Pg9GciIALnRyCxSxrjU4cNG2azZs1ylzZGtuJWVrx48fNb5L/8dSDEChwJPv74Y/v8889drJc5c2YXgeGWF+XFOFmaLgjS9u7da59++qmz2LNnjwvxsMUmrqgbLsGJoF/0i6sAAEAASURBVJMnT7ogjXwsXrzYneKKFCnijn45c+aMEoUFTSjysWjRIt83ok0EjFmyZPHv69evH2kM5INc8Nm2bZuNGDHC18VREJEkp6FeeumlSGPQzUVABERABERABERABERABOKXQGI3b8baBnUqdRJ16gsvvGB33HFH/ALSzkVABERABERABERABERABEQgAgJn9y2HDx/uvTGmS9G3xFwDUxFdIiACIiACIvBHCUiQ90dJ6fdEQAQiI4Ag7cyZMz42tGPHju4Sh0PdE088EdmaZ98YMRgxbNmyxW699VZjjGmlSpUMu+pYXYjBaLIg/nrooYfss88+c1Hexo0bLW/evDEJgxNB5APXvJEjR9q9997r7oXvvfeekZtYXRQ+5GPFihXWrl07O3z4sNuCE1OsLhphxHDgwAEfp/z11197AwxXQ1wqdImACIiACIiACIiACIiACIhAlASoU6kRgzqV2rBixYq2cOHCKJfVvUVABERABERABERABERABEQgrgkEfUuMRDp06OB9y8cff9yefPLJuOaizYuACIiACJwbAQnyzo2XflsERCACAjjVcbLk+eefd2c0xE4ffPBBTAVgCNFwH+jfv7+NGjXKEMe1adPG/x3Bln/3lozvfffdd23QoEEuzMOVjvGtjE2N1UWhMXr0aM8HI5IuuugimzFjhtWsWTNWIfioWMSQuD/wbJAfxsUyujZWF2vu3LnTR/a+88473ggrXbq0rVy5MlYhaB0REAEREAEREAEREAEREIE4JhDUqQMGDPDalENDrVu3dmf1OMairYuACIiACIiACIiACIiACIhApASCviU9Kg5E4ZJHn6hTp06Rrqubi4AIiIAIXFgEJMi7sPKp3YhAsiFAY2H9+vX2xRdf2NixY134dPr0aRfCde7c2V555RVLly5d5PvBeW3cuHEuQFu+fLkRA+Nby5cv7w5xhQsXjjwGBHAI3hDBMb73xIkT7szGmNYhQ4ZYkyZNIh9ZiwDx22+/9RjGjx9v+/fvdxZsnlM/fC655JJIWfBMMKoXDnx4PsgHrhD16tWzjz76yHLlyhVpDNycNSdPnuzP5rx58+zUqVM+wrZAgQI+wrZKlSqRx6AFREAEREAEREAEREAEREAE4pfA79WpV199tdepRYoUiV842rkIiIAIiIAIiIAIiIAIiIAIRECAHtWGDRsS+pY7duzwfhH9s9tvv90GDhwYk75lBFvTLUVABERABP4iAhLk/UXgtawIxCMBXlpxocPxbOrUqbZu3ToXOv34448uxCtTpow9+uij1qBBA8uYMWMkiHih3rdvn02bNs3j4GQLAixiQPiVI0cOu+eee/yUC+50UY0mZSQsI1BhgQiPhgsxIAa8+OKL7ZZbbrHevXtbsWLFIhPCccIHER7iM/Kxbds2d4FDIAin6tWr2yOPPOJfoxJHss7WrVsT8rFs2TKPARa4PyCCwxnvpptusqxZs0YmTDx27JiPTCYfs2fPdlFkkA/23qVLF+vRo4dddtll7hgYycOpm4qACIiACIiACIiACIiACMQtgb179ybURWfXqdmzZ7devXpFXqfGLXxtXAREQAREQAREQAREQAREIC4JBH1LemR8mBpFb4gP/4++5cMPP2yNGjWKrG8Zl+C1aREQARGIEwIS5MVJorVNEfirCCD6WrJkiU2aNMlfZnfv3u0vsoi++H9p0qSxxo0bW7t27axatWqWIUMGS5UqVajhBqIvYkBwxchRXqaJAQEcojtczxB94UaXLVs2jytFihShxoHoCyEgAri5c+e68xox8OG6/PLL7cYbb/RRuYUKFbL06dOHLghkv6xNDNOnTzdG5AYsEMBlypTJWrRo4XFcc801ng8EgmFe5ANhJjGQD04cBRx++eUXFyTWrl3b81G3bl3DKTCKkb0IMymwiIOG1w8//JDwTLDfK6+80mNo2bKl5c2b108+hf1MhMlV9xIBERABERABERABERABEUg+BII6NaiLVqxYkVCbBXVq5cqVE+pURHnUz6pJkk+OFakIiIAIiIAIiIAIiIAIiEDSI0BvcunSpQl9y127diXUYon7lvTrrrvuukj6lkmPiiISAREQARGIgoAEeVFQ1T1FQATs0KFDPt7z448/NmydA8EVoi8EVnXq1LH69etbjRo13PmMxkLYI1FZc8KECTZ06FB/uQ6EZzjhIfqrWrWqj0JF9FWwYEFvblx66aWhNjhosixatMhjQBCIMx5xIDzjQvTFOFY+ZcuWtbRp07r4LGXKlKE9RcRAQTF8+HAbNWqUj6MN8sEJnzx58hgMiAFRJO6E5CNsIR57Z0Qx+QhOGREHBQ775lngmbj++ustd+7cCfkIDcQ/b8TzhzMh429nzZqV4MZHPmDOCChigEXx4sU9BsSAUTklhrk33UsEREAEREAEREAEREAERCDpE6AGmjhxotckNIHOrlM5LBbUiFHVqUmfkiIUAREQAREQAREQAREQAREQgXAJBH3LTz75xLZv3/5vfUt6U0HfMjDuCLtvGe6OdDcREAEREIGkTkCCvKSeIcUnAsmMAM2Ft956y15//XU7evSoC54QQTH+lVG0uOHRYECAhfgNYVzYJ/wRoOG89uSTT9rmzZs9BgRXCKtq1qzpMSBA44Wa9YkjTAEcKSOGTZs2WZ8+fXwkbeC+xl4RfWFvzQdXPNbnE7YAjjhOnjxpL7/8sn3wwQfuyEccxJY/f37nQAw44cGGGCguws4H+f/000/tueeesz179tiZM2dchIcbIsJMXAnJC0LAgEXYAjj2zHjexx9/3BiLSwzBeOBKlSp5Lng+8+XLlxDDRRddBEJdIiACIiACIiACIiACIiACInDeBKhJcOju27fvf6xTs2bNmlCThF2nnvcmdAMREAEREAEREAEREAEREAERSGYE6FsOHjzYBg0a9C99yxw5ciT0LTHwiLJvmcyQKVwREAEREIGQCEiQFxJI3UYERMD8ZH+HDh18LCtuaIi7EL4xjhbBVeKX2ah44fiGGLBfv34uRuN7BHCMo23WrJm78QXis7CFZ8GeaLQwphc76wMHDrgbHiNP27RpY23btrXChQt7g4U4omywIIhs3bq1uwMixMP1DvEbLBh9FHCI8oQP7nePPvqovf/++y4IhDmFDTEgBkSURxxRCDMT5wN3wi5duhhjg4mJHJAf+AQiPOIIWwgYxKCvIiACIiACIiACIiACIiAC8UuAuvTNN9/0Q2McmuL7cuXKJdSpHBYL6rOo6tT4pa+di4AIiIAIiIAIiIAIiIAIxCsBHMlvu+02N/Ggb4kxBo7k9Idq164dk75lvLLXvkVABERABMwkyNNTIAIiEAoBGgrjx4/3hgJudE2bNnU3MoRPCMEQXMXiOnHihF122WUu/ipZsqQ3PBADEgMNjlg0N3CEa968uSECy5w5s91///3+wp8+fXqPI0oRXsA4aPiwNgLBW265xR588EFDGAiLKEV4QQysu379eqtQoYKLNXGie/KfroXly5f3GHDDi0U+EOCx5urVq33/CARbtWrlhRYsJMILMqavIiACIiACIiACIiACIiACURBAhEedylfqVFzyatWqFdM6NYp96Z4iIAIiIAIiIAIiIAIiIAIikFQJ0CejT4dZxq+//uqGFUxRKlKkiNdisepbJlU+iksEREAERCB6AhLkRc9YK4hAXBDgxXbUqFEu/EJwhgDs+eeftzx58sR0/7jCZc+e3ddEhDVw4EB3ZItlEAjAOFkzd+5cH9X7zDPPWKdOnWIq/CIfL730krvTIb7r3r27j89FIBirC0HeypUr3fkB4R3jaV999VUrVapUrELwdQJHvF27dlmhQoWsf//+1rJly5jGoMVEQAREQAREQAREQAREQATilwBO3dSp1Eh/VZ0av/S1cxEQAREQAREQAREQAREQgXgkQJ/s888/dyMR+pY333yzPffccz41KR55aM8iIAIiIAKxJyBBXuyZa0URuGAJHDlyxE+YLF682E+X5MyZ0xo3buwjaxmRGis3tIceesiFX1hPI0CrXr26v3ATCy55UV80WSZMmOCW17gFMpYVFwQssDmJkzt37qhD8EbPjh073Hp769at7gaHOBIhGnFcddVVkcfAAtiBd+zY0YseThtlzZrVhXmMrEWgR46ivii63n33XevRo4eLIskHY4wZpYyTYZYsWaIOQfcXAREQAREQAREQAREQARGIYwIcEnr44YftlVde8RqIOrVatWpekzRq1Mjr5zjGo62LgAiIgAiIgAiIgAiIgAiIQCQE6FvecMMNtmjRIq+7cuTI4X1MelT0LTVBKRLsuqkIiIAIiMD/EZAgT4+CCIhAaAQQou3evdsGDBhg77zzjltAM5Y0bdq07kxGowFRHI4AUb7kMgZoxIgR1q9fPztw4ICPZyWGbNmyWd26dY04gvFAoW3+rBv9/PPPNm/ePHvsscdsyZIldtFFF/nLPmNrGd3apEkTa9CggeXKleusvwzvW0bnbtmyxZ599ln75JNP/MYIEhnTWqJECc8FLK688srwFv2NO1HwIIjDsY/c8EwQA8JEGPBM0IyKUpz3ww8/2NSpU32M8oYNG3wtYsiYMaPVqFHDn4n69eu7gPM3tqAfiYAIiIAIiIAIiIAIiIAIiMB5EaAWGjlypNep+/fv/5c6lcNK1EVR16nntQH9sQiIgAiIgAiIgAiIgAiIgAgkMwL0Lffs2eOHo95++23DRCNx37Jhw4Zei11zzTWR9i2TGTaFKwIiIAIiEBIBCfJCAqnbiIAI/C8BXm5Pnz5tmzdvtuHDh7sQDEEWdtC85CIIy58/vwvj6tWr5+Nk+XnYF85siPG++OIL++ijj2zdunXu0BfEkClTJhdiEQPND8R6YV+//vqrHT9+3GbNmuUxzJw50xDJMUI2EMbxko8QDKFg0aJFww7BcIc7deqUrV692mPAnpv8IBAkBngULlzYnfRgce211/r/CzuQM2fOeNFDA2rYsGG2fft2L26CfDC+iTG/xEATChe7sC8KLUYaT5o0yYYMGWILFy70JXDuIw7EkpyIIgbyUaBAgbBD0P1EQAREQAREQAREQAREQATimEBQp44ePdrrs7Vr18a8To1j/Nq6CIiACIiACIiACIiACIhAHBI4u2+Jocfhw4f/pW+ZL1++hL4lBhL0jHSJgAiIgAiIwPkSkCDvfAnq70VABH6TAMIzXMlOnDhhc+fOdRHUtGnTXBCFOA8RFIIwhHBNmzb1kbKMEQ3z4iWbhsf3339vK1eutClTptjkyZNt48aN3vQIhFjp0qWzmjVregwIsRDMhXnhlocgbefOne7SRgzYYzO2iLV4sedTunRpHyfLWFlGu4Z5sRYxIEj7+uuvPR9fffWVi/UQ5wX5YKxtq1atrG3btla8ePEwQ3BxIM8E+cA1EA7kZNeuXS7OC/KBGA/nPCzDGTfM8xLm9dNPP3kMuAciziOG7777zsf8Js5HxYoVPR88nzwjukRABERABERABERABERABETgfAkkrlNXrVrlddFv1am4vAd1KoeGwq5Tz3cf+nsREAEREAEREAEREAEREAERSE4Ezu5bUofRtwxMRYI+Gf25Zs2aeX+IiV+6REAEREAERODPEpAg78+S09+JgAj8IQI0G3AmQxiHIGzZsmUuSkMEhUCN0bWI0Wg2VKlSxR555BEf6fqHbn4Ov4RbHUIs4sC9j/GlfJYvX+5CMWJghGmhQoWsd+/e/qKNUC3Mi5d9YuBz8OBBQxAHhzlz5rh4kZGtxJAlSxa7/fbbrXv37qEL88gHAkE44JS3YMECj2H69OnuKEg+iIF84Nz38MMPW8mSJcPE4PfimQjygXtfkI/EDhHEUapUKXvwwQfdMjxFihShxkE+4MAHy/IZM2Y4i/nz5/u4ZRpexJAzZ07r1q2bdenSxbmEGoRuJgIiIAIiIAIiIAIiIAIiELcEzq5TaQZRIwZ1Kg0hajPq1HvvvdcPLYVdp8YtfG1cBERABERABERABERABEQgLgn8Xt+SPtWOHTv+pW/JVCX6lnzVJQIiIAIiIALnSkCCvHMlpt8XARE4LwKJhVjffvutj5QdP368O7chgGKUbK9evfwFF3FYFBducYEYDFHgmDFj/INzHm5sOLQxNvW9995zcVwUMTBKNhDGHTt2zJsujC2aN2+eCwRpulxxxRU+WrVcuXJRhOCOcEE+EEsiRCMGTgUh1kOkiDjw6aeftk6dOkUSAzdN3IQiB8QwduxYd86j2ZQxY0Z37Rs4cKC7KkYRCOK8IB+IJXkmeS4QkCIExCGvTJkyPm6XZpguERABERABERABERABERABEQiTQFCnUqvSBKIeoS7asGFDQp2KY977778fWZ0a5n50LxEQAREQAREQAREQAREQARFIDgSCPhnmDfQt6VHRI8I5L+hb3n333fbYY4+5WC857EkxioAIiIAIJA0CEuQljTwoChGISwIIsRhhevLkSfvyyy/t1Vdfte3bt7sAa+jQoW4JHTWYwCUNQdrixYs9htmzZ7sY7Y477rDXXnst6hBcGEfTBRbbtm2zd955xz7++GMfaYtD3NKlS2MynigQpDHW9tNPP/W9Hzp0yDJnzmw46MXCmpsmFEUPY21nzZplr7zyirtDIFDs27evu+VFnRDEksRAPtatW2dvvPGGN8IQiCLUxLVClwiIgAiIgAiIgAiIgAiIgAhERSCoU6lJFi1aZBxO+vrrr71Oxbn79ddfj2pp3VcEREAEREAEREAEREAEREAE4pZA4r4lojz6lvTtMI748MMPrWXLlnHLRhsXAREQARE4dwIS5J07M/2FCIhAyASwh0YAxcjQG2+80R3THn/8cevXr1/IK/3n23EKZsuWLe7GhlMbAjTEcLG8aLzgmMc4ohEjRhgjihixmz9//piFQT4QKH7yySc+qhUhGiLBzp07xywGFkKkuHLlShdmHj582Jo3b+4nk2IZBALBAwcOWMeOHV0giFMeAtKo3BtjuTetJQIiIAIiIAIiIAIiIAIikPQJBHVq69at3S0PB3VcG3SJgAiIgAiIgAiIgAiIgAiIgAhEQyDoW86cOTOhb/nwww/bs88+G82CuqsIiIAIiMAFSUCCvAsyrdqUCCQfAriRMaZ12LBhCRbQiNA4/V+pUqWYbIQX661bt7orHSI0xgMR15NPPmlPPPFETGJgkePHj7vgbMiQIbZixQoXKVavXt144b/44otjEgenfxBGkg9c8YiJsbVLlizxEbqxCIJ8rFq1yvOBU9++fft8WU4fdejQIRYh+BoI8UaNGmUfffSRN75gg2AUoaQuERABERABERABERABERABEYiSQFCnUqMGdSoHuHAO79OnT5RL694iIAIiIAIiIAIiIAIiIAIiELcEgr7l8OHDvW+JYcSll17qvbOqVavGLRdtXAREQARE4NwJSJB37sz0FyIgAudJgMbC6tWrbdy4cTZx4kS3e8aRjZGp+fLl81GpjRs3jlyEhtCL9RmXi8MAY1Jx6kMQ+Mgjj1jv3r0tffr057nb//znjCBCAEcMjGg9ceKEu9Pxwo8j3IABA6xQoUL/+Sbn+X9p6uAESAyTJk2yvXv3egw4MZQoUcLefPNNQxiYMmXK81zp9/+cZ4JxxViA81mzZo3HQD6wAufU0e23326pU6f+/ZuE8H/gP2XKFI9h7ty5durUKR9dy61xCMS1MWfOnCGspFuIgAiIgAiIgAiIgAiIgAiIwL8T2L9/v02YMMFrkmXLlnldRN1InYojA3VqhgwZ/v0P9RMREAEREAEREAEREAEREAEREIE/RSDoW9Kfoh7DxCNx33LgwIF2ww03RN63/FPB649EQAREQASSLAEJ8pJsahSYCFxYBBB3IfpCfDZt2jR/mUVsxQfxWd68ee3OO++09u3bW548eeySSy4JHQAv1Js2bXLHualTp7oIjxdqYsD9LG3atHbTTTdZ165dXYjG91FcnKZBfAeHOXPmuAsdMSBITJEihdWuXdt69OhhNWrUcDFaFONRGQc7f/58d8HDCW/Pnj3OgTjgVKRIEevevbu1adPGsmfPHkmRQd4RZvJMkA/+zfp8GBWbKVMmu+2226xLly52+eWXRyLGY68IEHEhhANujadPn/YYyMdFF13kRRYsrr32WhdokiNdIiACIiACIiACIiACIiACIhAGgcR1KjViIMKjZqOOTpMmTUKdWrJkSa9bw1hX9xABERABERABERABERABERCBeCZAXzDoW9KjQoQX9KiCvuUdd9zhfUt6mFH0LeOZv/YuAiIgAvFAQIK8eMiy9igCfxEBnNcYdTp27Fh3Xjt48KDRVODD/8N9rkGDBtaiRYsE8RnNhjAFTzQ3tm3b5m58OMBt2LDBhW9BcwPBVZUqVdyNrlGjRpYrVy5Lly5d6G5wjH6dPHmyx4EQjpd6YkD0xYUADkc8PsWKFfMYwn65p5mD6xv5oNFz7NixhBjIR9asWa1JkyYeQ+XKlT0/ONKFnY+1a9d6DJw02rlzZ8IzQfGD60OtWrU8hnr16lm2bNm84RS2KJFnkfVxaVy+fHlCPmDEVbZsWY+hWbNmVrBgQc9HrMYGewD6jwiIgAiIgAiIgAiIgAiIwAVLgDoVh3DqET5/VZ16wQLWxkRABERABERABERABERABETgNwggtFu8eLHXYUyMOnDgQEKPij4Z/cGGDRsavaGaNWu6cUTYfcvfCEs/EgEREAERuEAJSJB3gSZW2xKBv5IAIrPRo0fb22+/bevXr08QO/Gii/sdQis+COEYR4roCyFWmBcNjgULFvi4VdzoGPETOK/hfMeLdP369V38lTt3bo/h0ksvtTCFX8Swa9cuGzx4sI0aNcrH0RIDfBj/Wr58eY+hTp06Vrx4cY8BFogEw7xwfPt/7N15uE5l////d5MmFEJmJZQpM2UmQ0gUJdyFUimiSaVBpJQm0UjpNpUSUckQhYTQYGo2S2QWle7P/Tl+n9f7911779iysda197ae6zi2vV372mud5+O8/ljncb7W+xwzZowNGzbM1qxZkzQeukbRokU9FNmwYUOvAKfJhtoQdhhQY68KdNr+VpOd4CkjTXBy5MhhDRo08M+EqgIqhKc2aDzCDgPq8/jiiy/6ZCuohKcgoPpbvXp1t1Bbgop8akOUW/WGOc6cCwEEEEAAAQQQQAABBDK2gOaI8+fPt+eff96rpu8/T9V8KJinau4czIvCnKdmbCFahwACCCCAAAIIIIAAAgiELxCsW2q97ptvvklaJ9McTYU6Uq5bavcmzcXCXrcMv1ecEQEEEEAgowsQyMvoI0T7EMhEArpxVfWzbt262ZIlS2zPnj2+9WiePHl828/LLrvMqlWrlrSooBBUmIGrgErV6O69914PBaoNutFWsEpBKz3VogCcbqj1mm6oo1jc0JarQ4cOtccff9wr0WmhRX2tWLGit0GV6AoWLOhtUDvCDuHJQuOhanw9evSwn376ybQ9r4JxhQoVshYtWviXKsHp+voKO4QXjIe2hO3Zs6cvOGk8VIUue/bsvtCk8dCik4KAwXhE8ZlQNcKBAwd6GG/37t0+2QqqI6oNeuJJn9PAghBeMHp8RwABBBBAAAEEEEAAgTAENE+977777J133vG5csp5quZnekhKD6wFc5Io5qlh9INzIIAAAggggAACCCCAAAKZRSBYt+zevbt9/fXXf1u3bNasma/XVa1a1VQFL1gni2KNKrN40U4EEEAAgXAFCOSF68nZEIi1wPr1673inLYhVeUzVaG79tprfWEhqspr+4Or2tlVV13lW7IqhFWsWDHr3LmzXXHFFR64Cp5qifKGWqE3VTx48MEHTVXYFD5r3769f5UoUSIpkBhl6EuTDIUitSXw1q1bnUlb8mo8atWq5W2QRdTbsCqApyeLtC2sgnjlypWzTp06eRhQlfGC8dh/HMP8vz6LvXv39jCeQokK3l133XXWtm1bK1y4cNJ4sOAVpjrnQgABBBBAAAEEEEAAgUBAD2xpnjp16lTfDkkVuYN5at68eZNCeFHOU4O28B0BBBBAAAEEEEAAAQQQiIOA1slUMKJevXq+e5TWimrXrm0dO3ZM6LplHKzpIwIIIIBA6gIE8lJ34VUEEDhMAYXQXn31VevatatXnNN2ta1atTJtD6unShJx6OZaW7Jq+1cteHTo0MEr1CkQp+BXogJXura2P1UIrXTp0r5drarS6QmbKCrhpWariUWfPn3sscce876/+eabHsRTGxJVZlvj8emnn3plQn0+7r77brvzzjv9M6HxSNRik0Ka2pZ4+/btXo3vtddes9y5c/t4RBmKTG1ceA0BBBBAAAEEEEAAAQTiJaB5kR5aK1mypM9T9bDWE0884Q9uJXKeGi91eosAAggggAACCCCAAAJxF9C61Ouvv2433nijrw++8MILduWVVyZ03TLuY0D/EUAAgbgLEMiL+yeA/iMQkoAWGT7++GPfDlZBq1KlSlmvXr2sdevWHnwK6TKHPI22Iz3vvPNsy5YtlitXLt8+Vzfb+fPnP+TfhvUGheFUfU1bEWkb2DZt2tgdd9zh29WGdY1DnUcTjREjRnjVBQURq1Sp4tv4qgR31FXxgrbpM7Fu3TpfeFJ1vAIFCnggT1X6cubMGbwt8u8KSF588cW2aNEin2jp6afbbrvNVK2QAwEEEEAAAQQQQAABBBCIWkCV01W9PT3nqVH3kfMjgAACCCCAAAIIIIAAAhlJQGtUs2fP9gp5Wre84IILfN1Sa3YqXsGBAAIIIIBA1AIE8qIW5vwIxEhAW8Q+/vjj1r9/f+91tmzZTNvvNG/e3J86qVatWuRV6hREmzx5sm+LqopoqtB3xhlneGU0hQMbN24c+Y22bvJ//PFHr9CnEJgqBMqibNmyHlBs2bKlV2yL+qOhcKJCka+88opX5lMbVKnv8ssv9/G48MILo26CV4AYNWqUde/e3f744w8fDwUlGzZs6G2oX79+5AFBjcfixYt9y2CNi6pQqGpi1apVvQ2XXXZZQgOCkaNzAQQQQAABBBBAAAEEEMhQApqnfvjhhz5P3bZtW7rMUzMUCI1BAAEEEEAAAQQQQAABBBIgoHXLgQMHWr9+/fxqWbNm/du6pXa7StTuWgnoLpdAAAEEEMhgAgTyMtiA0BwEMrvAnj177LPPPvMteD755BO/kVUgTU+bFC5c2C699FJr0qSJKZwXVaU2VWP74Ycf7LnnnjOFwfbt2+fbtKoNqsymEJjaoe8K60VxaMFl8+bNXqVO7di0aZP3V2Ew3fCrYp3aoIBg0aJFo2iCn3PXrl02ffp0H48vvvjCx0NtkIUqxAXjUb58eYtq+1YF8ZYuXWpPP/20TZgwwWSjz4TaocCmwnlqR61atXxhKgoMVclbv369DR061LSdslxUvVBt0GdAFfSaNm3qbTn77LOjaALnRAABBBBAAAEEEEAAgRgLBPPUwYMH28iRIw+Yp9arV8/nJPp+5plnxliKriOAAAIIIIAAAggggAAC4Qlo3XLevHkezJs5c+YB65Zas9SXwnlRrVuG1xvOhAACCCCQmQQI5GWm0aKtCGQSgf/85z+m6mxff/21vfXWWzZ+/HhTtToFvhTE0lfu3Lk9/KQQVJ06dTwYFWb3FPrStkBr167167/99tv23XffmcpSn3zyyX49BeNq1Kjhix4KxuXJkyfMJpgqs/3++++2detWmzJlilt8+umnpi1tFQYLQmmlS5c2bSWrUJpKZod9KJCo8Zg/f76NHTvW3n//fdME5MQTT0xqg7b0lYHGQyb6XZiH+qw2qEKdxmLcuHG+na2ePAo+EwrG1a1bNykYF3ZYUuOhfisoOWnSJG+HKhjqCMZDQcWKFSsmjUeUYckwfTkXAggggAACCCCAAAIIZHyBtM5TgweGtCgU9jw14yvRQgQQQAABBBBAAAEEEEAgXIH91y1VPELVy1OuW5511lnWqFEjX6OKYt0y3B5xNgQQQACBzCBAIC8zjBJtRCCTCugGV4E0BeP09IkqtelLlcoUxAqCcVpguPrqq+26666zc845J9TeasFDbdDXihUrbNq0ad6GJUuWeGAuCGIpnKfFjo4dO3ogTcG9sA4FwVQWW23YsGGDzZgxw9ugcJ6qx+mJmyCcV6FCBd/GSNvK6rUwD1VkUBt27Nhhc+bM8TaoLb/++mvSE0GqGKdtbdu3b+9b7oZdLU7BPLVh79699uWXX3ob9Jn49ttv/xaWVBivRYsWbqHqfWEeGg+5qx2rVq2yjz76yD8XCiyqkl7wmZBFzZo1/TOhz0bYIcUw+8S5EEAAAQQQQAABBBBAIPMI7D9PDebKeqhN85VgTqJ5qh6c6tSpU+jz1MyjRUsRQAABBBBAAAEEEEAAgXAEgnVLFZBYsGBB0hrVunXr/rZuqaIiwbrlueeeG87FOQsCCCCAQOwECOTFbsjpMAKJF9CCgsJgCqXpS4sMH3zwgX344YceiFI4T5XJsmfP7uGnXr16RbKVrMJWur7CWLq5VtW6yZMnm6qkKSimAJwWPGrXrm2PPvqonX/++aFjaeElcFDVQJXHloO+K6SmcN7pp59u5513nvXp08eaN28eehs0Hqqap3YolLZw4UIfD3ls3LjRnwjSeOTKlctuvfVW69atW+jhQHVKE59gPFQ5T2MhC21vq0OBOI3HZZddZn379rUCBQr462H+o3EPxkPBRAU21Q4FFvWZ1UKY2lC2bFn/TKh6IAcCCCCAAAIIIIAAAgggEJZAWueptWrVssceeyySeWpYfeE8CCCAAAIIIIAAAggggEBmEEi5bqk1QxXxCNaoVq5c6eE8rVGpeMS1115r99xzj5155pmZoWu0EQEEEEAgAwkQyMtAg0FTEIiLgIJYusHV1+LFi30bVW0hqkp6Cj9VrlzZVC46R44ckZEEQSy1Yc2aNb59qbZS1Ra3qtyXL18+b1e1atUia4Nu+IMwmMJ52kpWW/x+/vnnfrOv/vfu3dtuv/32yNqgEyt4JgeF81S1780337SpU6d6aC9btmy+tfCYMWPcJaqGpFyE0tbC2lr3nXfe8ep9mvToCaSJEyd6UDGqNqQMS2pbW30G1Y7ly5d7dTwFFIcMGWJt2rSJqgmcFwEEEEAAAQQQQAABBGIssP88ddy4cT5H1DxVDwvlz5/f52vVq1ePsRJdRwABBBBAAAEEEEAAAQTCFUht3fK9994zVdJTEY1KlSrZu+++azlz5gz3wpwNAQQQQOCYFiCQd0wPL51DIOMLBNuo/vLLL/bUU0/ZyJEjvULbM888Y7fccktCOqBFD4XRFAgcPXq0DRw40Ld1VWU2hcAScSicp1CcquR99tln9tBDD9myZcv85l6LLwoqJuJQ5bxgK1dVX9AEQ4E4BdPkkYhD4Ty1QSHFV155xUNwalfXrl1t8ODBiWiCKZwXjIeq9vXr18+Dm8WLF7fvv/8+IW3gIggggAACCCCAAAIIIBBfgYPNU1VFXQ+0cSCAAAIIIIAAAggggAACCIQvEKxbbtq0ydctR4wY4euWTz75pHXv3j38C3JGBBBAAIFjVoBA3jE7tHQMgcwloBtbhdCGDx/uDVco7o477khoJxT6eumllzx8tXPnTmvQoIF99NFHCW2DgnkzZszwvqsym6r1bd26NWGBPHVWbVi1apWX4B4/frxPNFS578orr0yoxZ49e0wTHAU1VUmwc+fONmzYsIS2QcE8VU689957vXqiKlL8/PPPCW0DF0MAAQQQQAABBBBAAIH4CmgxKJin7tixw+rXr+9zxviK0HMEEEAAAQQQQAABBBBAIHoB7aTUp08fe/XVV/1iAwYMsLvvvjv6C3MFBBBAAIFjRoBA3jEzlHQEgcwnoLCTtmfVFqnarvXXX3/1qmRlypSxKVOmWIECBSLvlMJna/5vy1oFzrQd0E8//WQKgqkEtbYsveSSSyJvgy6wa9cur3Igi0WLFvn/5XP//fdb37597bjjjou8HapM98knn3g1vOnTp3sQUCHFunXreqW8M844I/I2aDy++eYbb4PCgBs2bPDxyJs3r38mypcvH3kbdIEtW7b450FhvKVLl3pZ8uOPP96ef/55u/HGGxPSBi6CAAIIIIAAAggggAAC8RTYf566cuVKr+iuearmSQ0bNownDL1GAAEEEEAAAQQQQAABBCIUCNYttWuU1i0VytNuSqVLl/Y1qoIFC0Z4dU6NAAIIIHCsCRDIO9ZGlP4gkMEFtO3OF198YdoGVF+qxKbtSVUB7aSTTvIqaL169bIiRYqYAlBRHFrc0DawkydP9jaoPdoqVjfVutlWAO2RRx6xKlWqWJYsWaJogp9TVfhUgU8OCsLp/7JQME791zaprVq1irQ63n/+8x+bN2+eW0ybNs0DcGqDgninnXaa9ejRw7p162Znn312ZKFAjcd3332XNB6qDKg2aDx0tGzZ0qsnasJz4okn+mtR/KNA6NSpU3085s6d6wteaoc+swqJPvroox7Q1Ba+HAgggAACCCCAAAIIIIBAmALBPFXzQ81V95+n1qlTx/r37x/5PDXMPnEuBBBAAAEEEEAAAQQQQCCjC2hdUPMvzcNULEQPRGl9Sl9at+zUqZPvKBXlumVGN6J9CCCAAAJHJkAg78jc+CsEEDgMAYXtFHBS1TUF0FT1TDeyel1hp7POOsvatWtnHTp0sJIlS1q2bNlCD3/phnrZsmXeBgXP9LOur3YolKatYZs2bWodO3a0GjVqmKrBhR3+0gLLxo0bvQ2y+Oyzzzz0pXYoAKejcuXK3oYWLVq4yymnnHIY0ml762+//WazZ882OcycOTOpMqHaoTaqMuG//vUvH5OiRYt6tcCwK/QpdLh48eKk8fjxxx+TxkO/U+UHbZF73XXXWYUKFSx79uy+dW7aepi2d6mvmlgFn8uFCxd6MDMYDwVCteilz0Tjxo0tR44ckQY009Zq3oUAAggggAACCCCAAALHioDmqXogSXMzzUtUnTvlPFUPiDVr1sznRTVr1oxknnqsWNIPBBBAAAEEEEAAAQQQQCCtApp3aY0uWB9av379AeuWbdu2tWuvvTaydcu0tpX3IYAAAghkXgECeZl37Gg5AhlaQGGnJUuW+Ha0EydO9O1Pg6BTEMJTyEkhuFq1avnCgkJYJ5xwQqj9UgBOW9FqS1ptR6s26EshPIXdateubZdeeqk1atTI8uXL50GwsKviqcqanqzRdrTz589Puqn/66+/PHhYrlw5X2RROxRIlIPaFmYITgs9urbaoLZoi9xgPDRW+fPn97FQG6pXr+6hSFXIC7NKoa6jiojB9sAKZgbjoRCegpgNGjTw8dB3BTXVBj2BFOahSoT6TKrk+FdffZXUBo2HQphVq1Z1iyZNmlgQSIwiGBlmnzgXAggggAACCCCAAAIIZB6BX375xeepmpPsP0/Vw2J6MCjqeWrm0aKlCCCAAAIIIIAAAggggMDRCwTrlpqHaY1oy5YtSetkWrfMnTu3rxVqLqa1QxXuiGLd8uh7whkQQAABBDKLAIG8zDJStBOBTCKgG1qVdh4wYIDNmTPnb1uPFi5c2BcVdDOrSnAKW2n7TwXgwgyfiUoLHIMGDbIxY8bY7t27PQSn0JduoC+55BJvhxY5cubM6eE3Ba7CDJ+pDQqbjRw50gYPHmw///yzWyj0pYDZRRddZAp8KZQoF11fX1FU5dN2uI8//rh9+eWX3ga1S4fCfwpEqg0KBWo81IawA4lBEG/gwIE2adKkpO2BgwmOrq/PhCoTqhJeYBH2Z0Kfg1deecWGDh3qEy0FJYNgpj4LGo+GDRv69rxBG8IOiDo8/yCAAAIIIIAAAggggEAsBTZt2mTPPvtsqvNUPZSk+VnU89RYwtNpBBBAAAEEEEAAAQQQiK2A1qhUnEHrlrNmzfL1Qu2epdcLFSqUtG5ZpUqVSNctYzsAdBwBBBCIsQCBvBgPPl1HIGwBVWF74YUX7JFHHvEKbAqf5cqVy7T9qrYf1c1sEHQKO/QV9EU30PPmzbPrr7/eghLTulb9+vW9DQpcBaEvVR4IO/QVtEMLLZ06dfK27Nmzx2/sL7zwQmvdurV7qCJdYBFV6Ethsz59+ngITdvU6v+67hVXXOFfZcqUSWpD2FXoAgeNx/vvv2/dunXzKoma5Cj4pwCeLPSUUVARMIpgptqhNmhrWm3Du2LFCtN4KHxZrVo1a9OmjVcn1Oc0GI+wg5mBBd8RQAABBBBAAAEEEEAgngKak6hieefOnZPmqZqDKYSnubLmqaoYrgfWopynxlOfXiOAAAIIIIAAAggggEBcBbRu+dJLL1m/fv183XLfvn1eqCPluqXmYVofimrdMq729BsBBBBAwIxAHp8CBBAIRSAIwumJfoW/9FTJHXfcYa1atfKqdEElvFAu9g8n2bt3r1WoUMEDWLqmgnk33HCDFShQwINgiVjcUOW3m2++2UaMGGH6WZXXbr/9ditfvrwvsKhdUYe+NMnQVr3qvyrBnX/++XbXXXd5W7JmzeoWYVfjS21YtGWwxkOlv88880y79dZbPRiXJ0+epMWm1P4uzNdUGbF58+Y2c+ZMP61CeN27d7cSJUokjUdUwcww+8G5EEAAAQQQQAABBBBAIHMKaE6meZG2p9V8UME8zVMLFiyYsHlq5pSj1QgggAACCCCAAAIIIIDAkQlo3XLBggW+LhasW/bs2dMfitJuWolatzyy1vNXCCCAAALHggCBvGNhFOkDAhlAQAEwbQd6yy23+LarqpTXoUMHv6FNVNhJN9dr1qyx8847z0XatWvn2wFpW9qoA3Aph0ABMG3Ju3TpUitVqpQH49SmqKrQpbx28LOCgA888IBvVauKdG+88YZvTaunfBJ1aDy0bXG9evW8EuGdd97pbVLlh0R9JtRXVQZUAHDXrl1ekU9BSQU0ExFITJQ110EAAQQQQAABBBBAAIGMKaB50dq1a61YsWLewGuuucYGDRrkVRkSOU/NmDq0CgEEEEAAAQQQQAABBBCIRkDrlq+99prdeOONvh40ZMgQu/baaxO6bhlNzzgrAggggEBmESCQl1lGinYikMEFtMigp/21DeiOHTt8cUFBLN3cqkJcoko9//nnn9aoUSP79NNPfStUbcuqrWO1Paq2JU3EoZv8Rx991B566CEP4RUuXNi06KKA4AUXXJCIJvg2rdoSSWOgQFru3Ll9m1iNR506dSyqbXL379z27dvt4osvtu+//963ClZQsWPHjl45UZX6EnEonHjTTTf5xEsVErUQpu1rNSZFihRJRBO4BgIIIIAAAggggAACCMRYQPPUxo0b+wNLp59+ummeqnmRqncnap4aY366jgACCCCAAAIIIIAAAjEUCNYtq1evblqrUvGOunXr2nXXXZfQdcsY0tNlBBBAAIH/J0Agj48CAgiEJqDKcHPnzvXtQJcvX+4hPC025MuXz7SVbYsWLeyiiy6KtDKZbrBVJe+ee+7xynQKnqkNKj+tG+3LL7/cA3uq0hblsXv3bhs8eLA99thjpsUXValTO7RNkRwuu+wy39Y3yjb89ddfNmXKFOvRo4dXZFB1PLVBITRt4ap2VKxYMdJqdQonrlixwlQG/OOPP/aAotqgiU/Dhg29DfXr17eoK/dpy1yNxfPPP29qk8ZDgUBNxPSZ0OdTVfQ4EEAAAQQQQAABBBBAAIGwBQ41T9XcTIG9qOepYfeL8yGAAAIIIIAAAggggAACGVlA65bz5s3zdUvtaqXiIVqjCtYttVanohLsqJSRR5G2IYAAAplXgEBe5h07Wo5AhhRQNTaFn8aPH28vvfSSffvtt75drAJXp556quXPn9+DWApj1apVy298w+6IAlfanlThQG2d+9FHH3nFOFVHUxsUztO1teChMJhuvKM49uzZ45Xhhg4damPGjLG9e/d6IE1tUCCsfPny3oZLLrnESpcuHUkwTqG8jRs32ptvvulbCmurJIUUNR5qg6r3yUHjobCkjMI+VKFOVROnTZtmL774ok9+tGVt8JlQRQhV8lNlQ4Umo6gQoQWw3377zb7++mt7+eWX/fMpG02+NB6agFWtWtWfitJ4BNtJhW3B+RBAAAEEEEAAAQQQQCCeAinnqZoXTZ8+PdV5quZFmqdq7syBAAIIIIAAAggggAACCCBwdAIK5WndcsKECb5uqSISxx9/fNIaldYItUamuVhU65ZH1wP+GgEEEEAgswoQyMusI0e7EcjAAgo/qSqcqsQtWrTIJk6caB988IFt3rw56SZXYSwF43SD26pVKw9khb2trQJXCsVpK91Jkyb5l260FQZT8CwIhCmIpTaoalzYYTCF0dSGX3/91aZOneoWc+bMMU0ATjrpJG+D2qEAWMuWLb0dJUqUCHV0NR6///67j4e28tV4qHLezp07k8J5asNZZ53lleLUjho1aoS+re2+ffs8FKcx0HioHatXr/bx0PX1pWCcJjwaj0svvdSr2IWJIXeNx4YNG2zy5MnehoULF3rVPH3+1AYF9EqVKmVXXHGFV88rVKhQmE3gXAgggAACCCCAAAIIIBBjgWCeunLlyqR5qirMpzZP1dxMFRvCnqfGmJ+uI4AAAggggAACCCCAQAwFgnVLFW5IuW65adOmA9YtFc4L1i2jKGIRQ366jAACCMRWgEBebIeejiOQGAEtNvzxxx9eHe6LL77wanWqlPbDDz8kBbEUgFLoqUuXLnbttdeGvk2PQnFqg0JpCufNnDnTw3EKYimgFVRJO/PMM+2qq66yrl272jnnnBMqUHCzrzYonDdr1iyviKC2aAKgqnVBpbbatWtbt27dTN/DPhSKk4XCkgsWLEgaj/Xr1ydNOtSO4sWLu8PVV18detU8mQfjoXDejBkzfDyWLFniwThNcFS9TwHBf/3rX/65OPvss0OlUHUKtUFfCudpO11VqFBYUq+pPLnaoICggoHdu3f3ioahNoKTIYAAAggggAACCCCAQGwFUs5TFc7TvEhz5c8///yAeWqbNm3slltuCX2eGlt8Oo4AAggggAACCCCAAAKxFUi5bvnll18mrZN9//33f1u3LFiwoN14442+TpU9e/bYetFxBBBAAIEjFyCQd+R2/CUCCBymgG5yVTlPX998801SNQBVSVN56KxZs3qluEGDBkUSRlNzFQYLQmm//PKLV0lTtTaF8xSaUxgtZ86cds899/iCh9oV9qEwmNoQVBFUGExt0AKMtrVVIC1btmxeMW/gwIGWI0eOsJvgfQ3GQwE0TTrUBlUy1Ba3CgiqDWXLlvVtf/U9ikNbHAfjoe1033vvPf9SOE8VIhSIUxivf//+pnBgFIfGI/hcbt++3RfB1A6FJmWkqnmabHXq1Mn69Onjn5Eo2sE5EUAAAQQQQAABBBBAIJ4CKeepqtCgednB5ql6gEzzNQ4EEEAAAQQQQAABBBBAAIGjEwjWyVKuW2p9aNWqVUnrlueee65p3bJOnTpHdzH+GgEEEEAgdgIE8mI35HQYgYwhkLJK2vz5823kyJH2/vvve1AsT548XjGtXLlykTY2ZZU0VSR44403bNSoUb6Vq7bT7devn1dGi7IRCgEGgbStW7fau+++a8OHDzc9iaNwYOPGjW38+PF+4x9lOxSMUzBP27kqIDhixAivJKiFnqJFi9rs2bMtf/78UTbBggoRaoe2bBo9erSNHTvW26WQ5LBhw7xMeJSNCCoZqg0KJo4bN87HQ1X0FBjt2LGjDRkyJMomcG4EEEAAAQQQQAABBBCIsUDKeaoWgcaMGfO3eWrfvn3ttttui7EQXUcAAQQQQAABBBBAAAEEwhdIuW6pHaa0bqlwntaN8ubN6wU+ypcvH/6FOSMCCCCAwDErQCDvmB1aOoZA5hHQEygKgs2dO9e3jNVN7wMPPGAPP/xwwjqhMJiq02nr1tatW3sgrmrVqr6ta6IaoZt6BcF27tzpFfoUSNO2qd99951v6ZuodiggqG10FQ686aabvPrC0KFDvUJcotqgz4DGQ32//PLLbcuWLT4ub731VqKa4NvnaothBSW1nbIqGCqoqSp6UVROTFjHuBACCCCAAAIIIIAAAghkCoGU81RtW6v5UeXKlb3Ce6boAI1EAAEEEEAAAQQQQAABBDKhQLBuOW/ePNNcTEUtevfu7YU8MmF3aDICCCCAQDoJEMhLJ3guiwACyQIKPSn89dRTT5m2KlXYSZXqrrnmmuQ3RfyTqhB89tln9uyzz3qlPv2/ffv2/gRMxJdOOr0CeWvWrLGXXnrJFIDbtWuXB/GCanlJb4z4B11X1QJl8eOPP9qJJ57oFfIuvvjiiK+cfHoF8j766CN7+umnfetY2Wiy88gjjyS/KeKfdM0VK1Z4RTx9HlWyvFKlSrZo0aKIr8zpEUAAAQQQQAABBBBAAAHzh4S0ABTMUxXQa9eunc+X8UEAAQQQQAABBBBAAAEEEIhGQMUzgnXLr7/+2gtXvP7669ahQ4doLshZEUAAAQSOSQECecfksNIpBDK+gAJvn3/+uW/H+sEHH9jmzZu9Kpta3rNnTw9eacvWKA8FrlavXm0TJkzwrx9++MHboCddateu7du2FilSJMom+LlVEW/y5MluocUWVafTzb62iP33v/9tDRo0sOOOOy7SdqjPc+bM8TZMnTrVtm3b5lULTzrpJOvfv7/16NHD9HOUh8bjm2++8TZMnDjR1q5d6xZadLriiis8qHjWWWdF2QQ/96+//mq6vj4XX375pTsojHf++ef7NroVK1aMvA1cAAEEEEAAAQQQQAABBOIpoHmRHtQaP368LwDpAS1VlFeFhkTOU+OpT68RQAABBBBAAAEEEEAgrgLBuqXWhrRuuWnTpqR1S62RqWCEdrXiQAABBBBAIK0CBPLSKsX7EEDgqAW0gLBgwQKbNm2aKfSlwJWCZwo7adGhVq1a1qtXL19kyJYt21FfL7UT6Dra5kfX15cq8qlCn9qh4JcCeHfccYe1bdvWcuXKFdnWpAp9qQLclClT7NNPP7Xdu3d7O2SUNWtWu+GGG6xr1652zjnnRBaEU591bTlMnz7dfvnll6TxUACwWbNmdtddd/mWSFFNMmS+dOlSd1A7NDZql740+SldurTdfffd1qJFC98uNopgoj4TGzZs8M+lxkOfUS14qQ0KKupzcOutt/qYKCR5wgknpPbR4jUEEEAAAQQQQAABBBBA4IgEgnlqMFdWBYb956m33367V5GPcp56RI3njxBAAAEEEEAAAQQQQACBTCqgNTkVD9H6lOZjejhKa0PBumXNmjV93bJOnToW1bplJqWj2QgggAACaRAgkJcGJN6CAAJHLqCb1lmzZnkFOAXQtm7d6jeyel1hLC0mqPpZmzZtTJXHdEObJUuWI79gKn+pYJcWNFSF7sMPP7SVK1cmtUGBq5NPPtmr0F199dV2ySWXWI4cOSzs6nxB6EvXVzsWL16cFDzTDb+O8uXLm9pw+eWXW4ECBez0008PPRCo6nszZszwNnzyySem6nwaC33JSddt3bq1XXXVVXbBBRf4eGjL2jAPbUerCY4cFIBTGC5og36n8J/CgLJQSDN79ux2yimnhNkED4D+9NNP/pSTxmTZsmXeBk20NB7aNllb9KoNakvu3Ll9PKIIBIbaMU6GAAIIIIAAAggggAACmUIg5TxV8yLNT4J5keapmhdrfhrlPDVTQNFIBBBAAAEEEEAAAQQQQCBEAa0DaccorVGpWEVq65YtW7b0dbJKlSpFsm4ZYnc4FQIIIIBABhYgkJeBB4emIZBZBRQ+U/W7ESNG2NixY03V4HSDu2/fPg9CFSpUyBo1auRfF110kd/MKoQV9paoCp+NGzfOt3399ttvkwJXCgIq5FW/fn1vQ7169SyaDG0QAABAAElEQVRv3rwewgs7+KVrffzxxzZ8+HBTAC54skahL/W3atWq3oaGDRta8eLFPYymNigQFtYRVFtQG7TtkUJ4wXjoGrpu48aNTW2oXLmyV+hTIDHsIJ4mNWPGjLFRo0b5U0bBYpOMtBWtrq8vPWmUM2dOtwg7nCl3lRp//fXXbeHChUnjEQQzFQDUZ1MLX4ULF04aD4J4YX0aOQ8CCCCAAAIIIIAAAvEWUDXut99+O13nqfEeAXqPAAIIIIAAAggggAACcRPQOtm6deuS1i03b96ctE6m3xUsWDBpnUzrllpDjGLdMm7u9BcBBBCIuwCBvLh/Aug/AiELaHHhqaeesmHDhiVtw6qbWW29qkpj+lIlOIXO9KXqdGEfCngpeNavXz+vvrZ3715T5TVVvlPYSm2oXbt2UuU1tSHMAJz6oz5rO9x7773XFi1aZGqDAokKmNWoUcOaN2/uN/dnn312kkUUW6EqBPfII494MDLYhlXtK1WqVNJ4nH/++UltCDsAp2spBKcw4JNPPmlbtmzxrZc0RgpBNm3a1L9UjU6Tm+AzEXYATuOhJ5569+5tCmdqPNQuBQ8VyNR4KISnio1BG6IYD3lwIIAAAggggAACCCCAQPwEgnmq5mfr16/3OUmi56nxU6fHCCCAAAIIIIAAAgggEHcBFe949tlnbejQobZr1y5fo9KaUdGiRX1tSOtUFSpU+Ns6WdhrVHEfA/qPAAIIxFWAQF5cR55+IxCBgAJf2upUwafff//dK61p+9W2bdtalSpV/GZWAaiwK+Gl7Iq2/Xnsscfs6aef9kCgbppVcU1tUBW4YPtThfCiuqEOwl/t2rXzAJoWWUqUKGHXXHONXXnllZYvX76kanxhBwFTWugJnxYtWtjy5ct9PFSFTtsDy6JMmTJJ4xF2JbyUbVDfu3fvbm+88YZp0qOxVyhSFnXr1vVtYIMAXMq/C/NnfSZUKbFbt25eHVALYZpcqQ36fCqEp8+l2hHVZyLM/nAuBBBAAAEEEEAAAQQQyFwCmpMMGDDAH17bvXu3zzv0kJjmZk2aNEnIPDVzidFaBBBAAAEEEEAAAQQQQODoBbRuqXnX7Nmz/aGorFmz2mWXXeavVatWLWmdLMp1y6PvBWdAAAEEEMisAgTyMuvI0W4EMpiAFhhUla59+/amn/X9nnvusfz580ey9ejBur9t2zavxqebbG0Hq+oDlSpV8jZEGcJL2R6F0FRxbfr06aYKeA888IC1bt3aw2cKfkUZwgvaoTEYNGiQj4Eqvd10003Wo0cP3xpWleiiDOEFbVAwcdmyZVa9enXfLljb0fbt29dKliyZNB7Be6P8rvEoW7asff/993beeed5G9QWOWg8COFFqc+5EUAAAQQQQAABBBBAYPv27V59QfNUPayWcp7Kg0F8PhBAAAEEEEAAAQQQQACB8AW0TjZx4kQvzqBCDSqioXXLAgUKJHTdMvyecUYEEEAAgcwiQCAvs4wU7UQggwvoxlZVyPSkiQJnLVu2tIEDB1qxYsUS2vIdO3ZYnjx5TDfXqgKnbVJVGS+RhwJgCnzNmjXLcubMaQ8++KDdcsstvl1totqh8VCVwF69enn4rlOnTr6FrwKCiToUyFN1vnLlynnoTdvSPvPMMx6UTFQbdB2NhyoUrl692goWLGiPPvqodejQISHByET2k2shgAACCCCAAAIIIIBAxhTYuXOn5c6d2+eppUuX9kp5iZ6nZkwZWoUAAggggAACCCCAAAIIRCOgdbIJEyZYmzZtfD1IOyZp3VKFGzgQQAABBBBIhACBvEQocw0EYiKgMJy2ZP3kk0+8zLPCaAqmXX311XbJJZdEulVtQKzwVb9+/bzigKrAnXHGGVaxYkUPCiokqDZFfSiINmPGDN8eVlv3ZsuWzashqEqeLIoXLx51E/z869evt2bNmnmVOlWD0wKQ/q9thWvVqpWQQNq+ffs8jDh8+HAPJGo8atSo4eOhKoKnn3565BaadI0ZM8auv/56r96obYtVpU8OmogppMeBAAIIIIAAAggggAACCEQloHlq//79vVp3ynmq5oetWrVKyDw1qr5xXgQQQAABBBBAAAEEEEAgowpo3VJrQVqzU3VyrRFqvVJzMa1fslVtRh052oUAAggcGwIE8o6NcaQXCGQIAQXRNm3aZC+++KJvl6rteHSDqzBYvnz5vFJd06ZNPQyWJUuWyNr822+/2aRJk6xPnz62atUqv6FWGxQGq127tofSdKOdK1euyNrw119/2eLFi70NutHXtrHaHlUBtAsvvNDbcOmll0YazlMQbe3atV4pb9iwYfaf//wnaTyKFCliur7GQ1v7RrmFrSY8CsRpAWrz5s0ezNN4yL9+/freBk2AsmbNGtl4/PHHHzZnzhzfPljjovFQG3RN9V9BRXkQzotsCDgxAggggAACCCCAAAKxFtA89b333rOHHnrogHmqHpjSnKRRo0aRzlNjPQB0HgEEEEAAAQQQQAABBGInoHVLrUtp3fLZZ5+1lOuW2lFKlcuDdcuTTz45dj50GAEEEEAgWgECedH6cnYEYiegm9u9e/faunXrbOzYsTZq1Chbs2aNV2NTOE+hNAWxGjRo4IsN9erV86Bc2FB//vmnbdu2zSZPnmwjRoyw+fPn+yUUBFQbFMSqXr26t0GLHgqohX2oCsKuXbvs888/9zZo8UXt0hM3gcUFF1zgbdBNf4UKFUKvWqfx0MLPTz/9ZKNHj7Y33njDJx8KpAVtUFhSgTg5KLCooFrYhwJxCmuqPPjIkSNt6dKlvo2tJjgaD4Ula9as6ZMftSWKrXUVSFQ4UBUc9Zn46KOPfDtbfSaC4KjCkhoLfWlsjjvuuLApOB8CCCCAAAIIIIAAAgjEVEAVxLdu3fqP89Rq1ar5fEQPkRUtWjSmUnQbAQQQQAABBBBAAAEEEAhHIK3rliogoXUyrVueeeaZ4VycsyCAAAIIxFqAQF6sh5/OIxCdgKqzabtWPW2yaNEimzJlik2dOtVWr17tIScFoPSl7UObNGli11xzTejbqOomWwE4BQQVSAvaoAppap/CYEEgTFXS1IYWLVqEvo2qgmBqg57CUbU8tWPWrFn+mirTBcE4LbaoTLa+wq7U9t///tfHQwHBefPmeRumTZtmv/zyS1JYUu1QuW4ZyKJy5cqhfkA0HgrmyWLFihX24Ycf+mdi+fLlfp0gLKlAoIKBaoOCcWE/laRFMLVhw4YNNn36dG/HZ599ZqpquH9YUm3QNsxnnXVWqBacDAEEEEAAAQQQQAABBOIpkHKeunLlSp+baY74xRdfmOZtwQNDenCpSpUq1q5du0jmqfHUp9cIIIAAAggggAACCCAQV4GU65ZaJ9Q8TF/7r1tmy5bNd1Rq27atr1uqwAUHAggggAACRyJAIO9I1PgbBBA4LAEFnRSMUxjrm2++8RtchfOCIJaCYAphqTrZvffea6oEEPahhQ1dX+3YuHGjB7F0oz137lwPYmnRQ21QtbjbbrvNOnbs6EG5MNuhm32FwdQOBeO0haraoEpt27dvT9pGVSFFhfLuvPNOy58/f5hNMC3+BOOhwORXX32VNB4KLaoinBZ+tLXuxRdfbL179/YtXUNtxP+dTNUDg/FQBUV9HhTQU3hTY6UQntpwzjnnuEObNm1C31ZX4xF8LlVN8eOPP3YLfVeQVGFJfSYUUuzcubN169bNcuTIETYF50MAAQQQQAABBBBAAIGYCuw/T9XcUPOi1Oap3bt3t06dOoU+T40pPd1GAAEEEEAAAQQQQACBGAsE62Rap/r222+T1smWLVvmKlq31BpV2bJlfd1SlfM4EEAAAQQQOFwBAnmHK8b7EUDgqARSBrG+//57Gz9+vH+tX7/eq5Np61KFnx599NHQA1hBw1MGsX799VfTVrLvvPOOVyRQIE1Pv2ibIG23mydPnuDPQv2uYJzCeQqEaUtZhcBkoYptel1BsEKFCtlrr71mNWrUCPXaKU+m6n2acOhryZIl7jBx4kTbsmWLV2ZQWe777rvPevbsmfLPQv1Zi1BBME6fg3fffdctFN7Uk0cKKF566aX2yiuv+FbDoV78/50sqFKhduzcudMDgvpMKDSp9mniVbJkSf9MaCtbDgQQQAABBBBAAAEEEEAgTIHU5qmaI6pyQ8p56siRIy1v3rxhXppzIYAAAggggAACCCCAAAKxFUi5bvnDDz/4OtmECRNs3bp1vk6pdTIV8RgwYEBk65axxafjCCCAwDEuQCDvGB9guodARhYIbnJVjUxBtCeffNK3MlUgTkE0VUWL+tCih8Joqhanin3PPvusffDBBx5Gu+666zwEFnUbgnCe2qAtZF999VUbNmyYt6t48eIelAt729bU+qRwntqwe/duUyjvmWeeMVWvU1U4VWmoXr16an8W6mtBhQi14/PPP7ennnrKQ3Gq2qdqfQ888ECo10vtZEE4T21Q/1944QUbPXq0VxdUOFLbDXMggAACCCCAAAIIIIAAAlEJpJynrlixwuep77//vs9Tr732Whs6dGhUl+a8CCCAAAIIIIAAAggggEBsBVKuW6qCudYttXaowhGah2l3Kw4EEEAAAQTSKkAgL61SvA8BBCIVUChOITBtwaNgmIJXffv2jfSa+59c11U56muuucZ+/PFHq1y5si1cuHD/t0X6fy28bN682bfNVYU2baW7atUqK1CgQKTXTXlyBdIURlMo8I477rDjjz/eJxqqXJjIQ5UC58+fb23btvWKfVdccYWNGzcukU3w6nhr1671qo2zZ8/26omqoCcTDgQQQAABBBBAAAEEEEAgagHNU7UApHmqqjVUqlTJFi1aFPVlOT8CCCCAAAIIIIAAAgggEGsBrVtOmjQpad3y3nvvtf79+8fahM4jgAACCByeAIG8w/Pi3QggELLAX3/9ZdOmTfOtQGfOnGk7duzwbUk/+eQTX2gI+XKpnk4BtK+++sqroCkEpyp1em3gwIEeSEv1jyJ48eeff7axY8e6hRZatH1qo0aNvGLfiSeeGMEVDzylgnjawnfEiBG2YMEC27Vrl5199tkejCtSpMiBfxDBKwolzp0718aMGeOTna1bt/oWTW+88UZCqiaqSxr/lStXmq6pL1XK00KYAqOqYMiBAAIIIIAAAggggAACCEQpEMxTNS/Sg0nBPPXxxx+3u+66K8pLc24EEEAAAQQQQAABBBBAILYCWrfUrl6jRo2yGTNmJK1bfvzxx17II7YwdBwBBBBA4LAFCOQdNhl/gAACRyugks/z5s0zbbkzZcoU27hxo1dk001uyZIl7bnnnrP69etblCE0LW6oCp6eblE7vv32W2+DnnjRlrmqztelSxc7/fTTj7a7//j327Zts8mTJ3sbZPLbb795O/RH2oqoX79+VrBgwX88x9H+UsE/VX9TEE+TDAXg9u7daxqnKlWq2ODBg/17lFXhNB5LlizxNmjLYFUFVDhQbcuTJ4+XBdcWxqeccsrRdvcf/16hSH0e9PXFF1+4g9qhz+Jtt91m9913n+XMmfMfz8EvEUAAAQQQQAABBBBAAIEjEUg5T9W86JtvvvnbPPXhhx+2G2+8MfJ56pG0nb9BAAEEEEAAAQQQQAABBDKrgNbDVKRC62Qffvjh39Ytixcv7uuWl1xySaTrlpnVjnYjgAACCBxcgEDewW34DQIIhCiggNecOXPso48+8i893a/wmwJXWnRQEO/mm2+21q1bewDrpJNOCvHq//+pdEOtSnhqg6ryfffdd94GtUO/U9Dquuuu8+1Jzz33XDvttNNCb4P6qmpreqpGbdAN/p49e9xBW7Sq3y1atHALheGyZ8/u1eHCbogqEc6aNcsDeHqqRyG8YDx0LW2D1LVrV2vevLm7RBGOVABT/Q8sFMLT50Ht+O9//2v58+f3UGSHDh08lBhFGE/joTBm0IYvv/wyacFLFfH0GVAQ8KabbrIyZcp4WDPsseB8CCCAAAIIIIAAAgggEF8BzX00DwnmJJqfaE6UyHlqfPXpOQIIIIAAAggggAACCMRVIOW6peZjKh4SrJNp7ahEiRJJ65Z58+b19bu4WtFvBBBAAIEjEyCQd2Ru/BUCCKRBQAEzhb7effddD35p+1MFrvSlbUl1A6vAV8uWLa1q1aq+Ve2pp54aagBNN81Lly61CRMm+JMtGzZsSGqDQni6np5qufzyy61BgwaWK1curzYQdjU43cirGp8sVAkucFAoTdeqXLmyt0EehQoVcouwQ4mq9DZ16lRvg8ZFk42gHRrOwoULexhQFhdeeKG3IewQnBabFi5c6OOhig9btmxJaoN+d8YZZ1iTJk3cok6dOh5IVJXC4447Lg2fuLS9RZ+J1atXexsmTpxowfbAslAIT+41atRwi0svvdTy5cvnn4koQolpazHvQgABBBBAAAEEEEAAgWNJIJinan6oeWJq81TNTzU303w1qnnqsWRKXxBAAAEEEEAAAQQQQACBQwloTU7rY1oz1I5R+69basemyy67zNeHqlevHsm65aHayO8RQAABBI4dAQJ5x85Y0hMEMoyAKr6NHj3aXnnlFVu3bl3SEyVqoEo7K3DVsGFDq1ixogedFIrLkiVLqO1X4E8300OGDLFFixYlVT3T62eddZZfv1GjRlarVi2vAKc2nHzyyaEHv1SFT23QIotc9HSNQl+6lq4tC23PqxCe2qCvsMOA2hb3tddes9dff902b97sFpp0KORWtmzZpPFQBbigDWGHAdVnLTa98MILtmLFiqTPhBaiVAmvcePGpvG46KKLPIQXjEeYHwpda/Hixb4Fr6okKqAYVJ3ImjWr1atXzy3q1q3rYVG1QYHEsMcjzD5xLgQQQAABBBBAAAEEEMg8ApqPai4yePDgdJunZh4tWooAAggggAACCCCAAAIIhCOgAhXBuuXatWuT1qh0dq1bao1K65baPUpFIrQ+FPa6ZTg94SwIIIAAAplJgEBeZhot2opABhdQ4Enht1tvvdWrjukGVwsORYsW9Sf79XR/qVKl/EZWgbSobmYVOuvZs6cH8n777TcPwJ155pmmamdqg4Jw2opUYauwQ3jBECmA9vTTT9ugQYNs9+7dfnOvkJuurTaoLapyELThhBNOCP40tO8aD4USZfHzzz97RTy9pjFQG7Q1rrbmDcJvYYfw1BFdT9XobrnlFvv88889lKjKhMFTRmqHtuYNwm/6TIRZDS/A1GexT58+NmLECNNnQtUbdc2UVSdUnS8YD0J4gRzfEUAAAQQQQAABBBBAIAwBzVNvv/12mzZtms9JNGdMOU+tWbOmL/wEc5Io5kVh9INzIIAAAggggAACCCCAAAKZRUBrVCrU0K1bN1MBjWDdskiRIr5Oph28tGameZi+olq3zCxetBMBBBBAIFwBAnnhenI2BGIroJvaNWvWmLYZ1fasOpo1a2adOnXyqmcKwCkAFfW2n6r8pqCZSk7rZ229esMNN/jWuApcBeGzKAdKIcQnn3zS+vfv7zf3Cp/JoW3btkmV8HRjH+UCi8ZDW8NqC9zt27f7Nqxt2rSxa6+91sqXL+8OsogiCJjSVmFEVZxbvny5KYinrWCvv/56f9JIVenUhqgnONoKV6HE4cOHezBSE60uXbrYlVde6cHA4DMR5XikNOFnBBBAAAEEEEAAAQQQiJeAwneap37yySc+Ty1XrpzPU7UVUqLmqfESp7cIIIAAAggggAACCCAQdwGtk6kantYtVbRCa0BNmza16667zteqErVuGfdxoP8IIIBAnAUI5MV59Ok7AiEKKIQ2bNgw69q1q4e8tD2qAnkq7Rx14Crohm6uV61aZRdccIEphKUQ3IABA0zBr6gDcEEb9F3Bs6pVq9rXX39tpUuXtokTJ/oWqLq5T1TlNfX/wQcf9P5rDCZMmOBt0s9RVMJL2f/gZ43H7Nmz7ZJLLvFKeQ888IDddtttSVUfgvdF/V2LX3nz5rWdO3d6OHDkyJGWI0cODwMmajyi7iPnRwABBBBAAAEEEEAAgYwpoHmRqoaff/75Pk/t2LGjPf744wmfp2ZMHVqFAAIIIIAAAggggAACCEQjoHXL1157zW666SYvFqI1TD0olch1y2h6xlkRQAABBDKLAIG8zDJStBOBDC6gRYa5c+f6kyZq6nnnnefhq/bt23v4KVHN13akWuhQlT5t/9O5c2e7+eabrXjx4olqgi+y6AmbMWPGeBhR29OqQlvt2rUTFsjTROPNN9+0Dh06+DVVgUHbI6kqnCYbiTrWr1/vAUmVAVcoToFNVSwsUKBAoprgAcl69er551PV8FQpsHv37la5cuWEtYELIYAAAggggAACCCCAQHwF9uzZ4/NUVWVQRTxVDU/0PDW++vQcAQQQQAABBBBAAAEE4iigdcv58+dbzZo1vfvFihWzHj16WLt27SxnzpxxJKHPCCCAAAIJFiCQl2BwLofAsSywb98+e/755613794eglJlOt3UNmzY0INgCkVFXS1PQTRtA6SqA1rsUAArW7ZsXh3uiiuuMG0JlCtXrkiHQTf5KoOtMKDaoj6rDbrZb9WqlakdJUqUiLQNOrkWffr162dPP/20l+JWG3Lnzu0ludUGbR8b9Za1qhao6nxabFKFOoUBs2fP7uFEWag8uD4nUR4aj2XLlnkZclUtVLVEWZQqVcrHQu0oVKhQlE3g3AgggAACCCCAAAIIIBBjgZTz1A0bNpiqpyd6nhpjfrqOAAIIIIAAAggggAACMRXQuuWLL75o9913n2k3pZTrllobatCgQeTrljGlp9sIIIAAAv8nQCCPjwECCIQqoEpoX331lYfA3nvvPd+qVAEoBePy5Mnj25eqYpyqxUUVxNJNtQJxL7/8sg0dOtRUNU+huCCcpyBakyZNrFGjRpY/f/5Q+x+cTAsuW7dutXfeeceeeeYZW7lypYff1AYtvpQpU8bkoDaULVvWA3PB34b5fffu3fbZZ5/ZU089ZR9//LFfR23QV8GCBf36asdFF13kQbUwrx2cSxOe77//3oYMGWKjRo0y/f/kk0/2Nmjr2Dp16vh4aGvbqMKS2sJ306ZNpu1q1Y5ffvnFS5RrLPRVqVKlpPFIZDXFwIjvCCCAAAIIIIAAAgggcGwLpJynaqskzdUSPU89toXpHQIIIIAAAggggAACCCBwoIDWLVWsQWt1kyZNMq3faY1Ka0MqYqGiIloz1FpVVOuWB7aKVxBAAAEE4iBAIC8Oo0wfEUiwgKqiKQT3ww8/2Lhx4zyUpoDc8ccfnxTEUjWAunXrWrNmzfxmV9vLhnnohlo32QpeKRioYNzChQv9Elr0CEKC5cuXt+bNm3ultnPOOSfMJvi5/vjjD68Mp0p5b7/9tk2bNs3+/PNPO+mkk7wNakeRIkX8+rLQNqpyCvPQwo8We5YuXeptUMW6X3/91a8TOCgYp0Cc2lC/fn2fiITZBo2HPhPr1q2zd9991z8Xy5cv94CgJj5qh6rnVa1a1asYavKTL1++MJvg4dDff//dtm3bZtOnT3cLjYs+r8FnQu1Q9UI56EthSQ4EEEAAAQQQQAABBBBAIAyBYJ6qh4U0T9V8OT3mqWH0hXMggAACCCCAAAIIIIAAAplFIOW6pdYL9bVmzZoD1i1VTEQ7bSmkF/a6ZWaxop0IIIAAAuEJEMgLz5IzIYDAfgKqSqYAVPD0iUJQ+lqxYsXfgli6qW3ZsqVdf/31Xjluv9Mc1X+1XalCcWrH6tWr7aOPPvIvVY1TUE3BuKBiXK1atXybWVWtC3srV1WFUxtUNU8hMLVj5syZtmPHDr9WEIxTdTZtt9u2bVvf2vWoOr/fH2vCoTYoGKdFH7VBAcFVq1b5eARtOOuss+zqq6+2Tp06WdghRS1AaTz0mVDVPH0e1I7FixebPi9BhQiF8zQO2va3Zs2a3r79unPE/9VnIhgPBTY1DmrHrFmzvF0nnniiBwT1dJQCefpc6vOpzwkHAggggAACCCCAAAIIIHC0AinnqVoECuZF8+bNs7/++utv81TNhzQn0YKQ5iocCCCAAAIIIIAAAggggAACRyaQ2rql1qi0bqkjKCBxxhlnmLa01TpZuXLljuxi/BUCCCCAQOwFCOTF/iMAAAKJEVD4TZXhFMb66aef7MMPP7TJkyfbkiVLvAEKO6kUdJs2baxPnz5eJjrslulGW23Q15YtWzyMpjbMmTMnaRtVBcG0fekTTzxhFSpUCLsJXqVN11cgTME4BQM/+OADmzp1qldu0wKL2lCgQAF74IEHPJh33HHHhd4OLfIE46FKdXLQl6oaqkKfxkMTDgXi7rnnnkjKdCsgGIzHzz//bFOmTPE2LFiwwKvWKSCoz4QqKT7++ONWrFix0B0UEAzasGvXLg9LajxmzJjh46PApsbjvPPOs/79+1vjxo1DbwMnRAABBBBAAAEEEEAAgfgK7D9PVThPc7PZs2f7vFEPLWlepHmq5kUVK1aMLxY9RwABBBBAAAEEEEAAAQRCEki5brly5cqkdbKU65ba7euKK66whx9+2PLkyRPSlTkNAggggEBcBAjkxWWk6ScCGUggCGIpnPfdd9/Z2LFjvTy0tlENqpK9//77kYTyAoaUQazNmzebtnF98803/SkYhbB0Yz1mzBirU6dO8Cehf1dVBAXj5KBwnkJgsvj4449N7VPlwJ49e9qDDz4Y+rVTnjDlpOOrr75yh4kTJ5oCalr4UeVAle/W2ER1BJXzZLF+/XrfukkWqmqoJ5IKFy5salOpUqWiaoKHJRWUVBt27tzpky99JubPn+8hRW3rO3DgQH8iKrJGcGIEEEAAAQQQQAABBBCIrUBq81TNi/QQVaLmqbHFp+MIIIAAAggggAACCCAQW4GU65ba3UnzsHHjxlmwblmmTBl77733LG/evLE1ouMIIIAAAocvQCDv8M34CwQQCFEg2EZ127Zt9vzzz9ugQYN8Gx5VqFMYLRFHEAbTNqqTJk2y+++/36vVNWnSxENZiWhDsI2q2qCnb1SVTtu4KpSnUJq+J+JQOE/b2m7cuNGrBI4YMcK3b1U4UU8BJeJQhQiF4nbv3m2jR4+2fv36eRW7Ll262EsvvZSIJiRVMtR4zJ0713r16uWVHYsWLWp6UiqKqoUJ6RgXQQABBBBAAAEEEEAAgUwhcLB5qqp2q+I8BwIIIIAAAggggAACCCCAQPgCKdctX3jhBV+3POGEE2zAgAF2xx13hH9BzogAAgggcMwKEMg7ZoeWjiGQeQQURlPoSSE8bc2jG1ttxXPXXXclrBNqw9q1a23w4MH24osveuW6evXq2cyZMxPWBl1IlfJGjRrlN/YbNmzw6nB6Aid79uwJa4cCcdOmTbPHHnvMt9TVeKhSnLYTTtSh8fjmm2/s6aefNoUCdXTs2NFee+21RDXBr7N161Z79dVXvTLejh07LF++fKbtdQnkJXQYuBgCCCCAAAIIIIAAArEUCOapQ4YMMS0EqcJ63bp1vap6LEHoNAIIIIAAAggggAACCCCQAAHNxebNm+drlR988IGvWz766KNeTCMBl+cSCCCAAALHiACBvGNkIOkGAplRYNOmTTZ+/HjfDnXZsmW2Z88eX2DQFqlvvfWWnX322ZF3S5XYpkyZ4qWnZ8+e7VXZVCFO11Yb1JaoD1U+WLhwob399tumrXoVwFNltuOPP95v9m+//fbIA2CaXKxZs8bHQtvT/vTTTx4OVDivVatWNnz48ISEArVNrgxUCnzBggXehj///NOKFy/u2wqXLl066uEwPf2kz4LaMHXqVNu+fbuPh7bsfeWVV6xdu3aRt4ELIIAAAggggAACCCCAQHwFNE/VXERzxP3nqdo6qXbt2vHFoecIIIAAAggggAACCCCAQAQCWifT+tyECRN8LpZy3bJmzZq+ZqiiDRwIIIAAAgikVYBAXlqleB8CCIQiEAS/VIlOwS9tS6oAnIJfRYoU8W1qr7nmGsudO3ekITRd99///rcHrH755Rdvg6oNZM2a1Tp16mRdu3a1YsWK2UknnRRKv1M7iYJ4qgiobXqXLl3qbdDCi6qvNW3a1EtfV6tWzRQEi+rQeKxYscKeffZZb4vGQl9qm8JvKr/dsmVL3zI3yqpwW7Zs8bHQmKgqnRw0Hrly5fKxuOGGG6xgwYL+FFJUFrqeQniqPvHjjz96GxQGPPHEE706YI8ePaxcuXK+hW9UbeC8CCCAAAIIIIAAAgggEF8BVUzXnOjll1+2YJ66b9++pHnqLbfcEvk8Nb769BwBBBBAAAEEEEAAAQTiKKB1Mu2gpbUhPRSVct2ycOHCprUhFWrIkydPpOuWcbSnzwgggMCxLkAg71gfYfqHQAYS0E3te++9Z927d7dt27Z54Onkk0+2Ro0aeeCpfv36HvyKOoCm6m//+te/fEtUVaJTuypXruxtaNGiheXPn99OP/10r1AXFZ+uK4eJEyd6ZUBVZVPgrHXr1t6O888/37Jly+ZhsKjaoNCdtmN96KGHTJXpFD5TILF58+Z21VVXWY0aNbwq3imnnBJVE9x+8eLFvh3tunXrkioDqjKhtsi99NJLPZyp8YgyEKgQYOfOne3TTz/1qnyyKVGihLfhyiuvtKJFi/p4aPteDgQQQAABBBBAAAEEEEAgTAHNSVeuXGkdOnSwb7/91ueIeq1SpUo+N9M8VZUYNF9TJXUOBBBAAAEEEEAAAQQQQACBoxfQWpC2pNV6XVAsQuuWDRs29PWhBg0aRL5uefS94AwIIIAAAhlVgEBeRh0Z2oXAMSigLWm19ejmzZv9BlZVz6699lorUKCAV4HTTW7Uhyrx6UkWlZzWAofCVjfeeKNdeOGF3gaFz6Je4NANvraA1Q2+qh1okaVbt27WuHFjDwKeeuqpkQbxZKy+r1692ipUqOABNC3u3Hzzzda2bVsPwCkUmSVLlqiHw7eH1XZLn3/+uV9PC1DXX3+9f07UBo1HlEE8dVDj0bdvX98e+D//+Y8pGKoKiQoFqg0aD4J4kX8UuAACCCCAAAIIIIAAArEV0DxVcyFVkU+veWps8ek4AggggAACCCCAAAIIxFZA65YlS5b0CuVnnnmmr09dd911vm6ptaEoC1bEFp2OI4AAAjESIJAXo8Gmqwikp4AWFVQB7ZxzzvHA29ixY5MCaFEH4FL2W5XoqlSp4lvEKog3YMAAD8FFuTVtyuvrZy22PPjggx4A043+7NmzI69Et38bNB5z5841heG0Jasqw5UtW9YDaFEH4FK2RQG4vHnzeglwheIUTFTVh0QG4DQeCoa++eabVq9ePd+2Vm1IRCAxpQU/I4AAAggggAACCCCAQDwFNE+tVq2aff3119alSxefK6pKeCLnqfGUp9cIIIAAAggggAACCCAQVwGtk23YsMGKFCnia1KjR4+2pk2bRr6DVly96TcCCCAQRwECeXEcdfqMQDoI6MZ27dq1HshTAGzWrFm+JWqim6KFDlWkW758ufXu3dseeeSRRDfBA3n333+/DRw40CvUffHFFwlvg8Zjzpw5VrduXQ/krVmzxp/4SXRDFMjLnTu3b8n00ksv+eJTotugQF779u09iNeyZUsbP358opvA9RBAAAEEEEAAAQQQQCDGApqnVq5c2ZYtW2b33nuvPfroozHWoOsIIIAAAggggAACCCCAQPQCWidbv369B/K0bjlz5kwvYhH9lbkCAggggEBcBAjkxWWk6ScC6Szwxx9/2MSJE327WFU/e/LJJ32rWD31n6hDW5MuWbLEmjdvbps2bbLLL7/cnn/+ecufP3+imuDbD+mJm1tuucUmT55shQoV8u+lS5eOfGvWlJ3cvXu3vfLKK9arVy9/8uftt9+2Zs2aWSK2DQ7aoTDe4sWLfYvYv/76y2666SYPSObKlSt4S+TfNeH66aefPJCntlSsWNFUvfG8886L/NpcAAEEEEAAAQQQQAABBBDQPHXp0qU+T/3ll1+sRYsW9sILLyR0nsooIIAAAggggAACCCCAAAJxE9C65fvvv29XX321r5M98cQTvk6lHZQ4EEAAAQQQCEOAQF4YipwDAQT+UeC3337z8NtXX31lO3fu9Pdmz57dSpQoYVOmTLGzzjrrH/8+jF+qCtpDDz1kQ4cOte3bt5sWPU455RS/9qhRo7xSXBjX+adzKPw1Y8YM3x51x44dtm/fPr/JV/9vvvlme/jhh//pz0P7ncKITZo0sVWrVpnGRkfOnDm9IoNCk6eeempo1zrYiVQB4oYbbvAw4rZt2zyoeNppp1m+fPnsvffes1KlSh3sT0N7XZ8Bjb1CiRoPBQS1JZQCgaqcqPZxIIAAAggggAACCCCAAAJRCWie2qdPH39Yav956siRI61evXpRXZrzIoAAAggggAACCCCAAAKxFdizZ49px6Qvv/zS14cEoXXL4sWL24cffmh58uSJrQ0dRwABBBAIT4BAXniWnAkBBFIRUOipf//+/qXAU8pD4acuXbr40/8pXw/7ZwXh5s2bZ40bN7a9e/f+7fTHHXeclSlTxhYsWGAKhEV57Nq1y6pXr27ffffdAZc544wzbPr06Va1atUDfhfmC1rw6dq1qw0fPty3zk15blXHUyhQWyRFeegzMW7cOOvYsaP9+eeff7vU8ccf74tOstDPUR4qRS5vBRT3P84++2z/TBQpUmT/X/F/BBBAAAEEEEAAAQQQQOCoBTRPnT9/vjVq1CjVeaqqqGuemsiq8kfdKU6AAAIIIIAAAggggAACCGRwAa2TPf7449a3b18v1JCyuVq37Ny5s7388sspX+ZnBBBAAAEEjkiAQN4RsfFHCCCQVgGF8LT957p161L9kzPPPNMUjIqyBLRurm+99VavOpBaI7JkyWLjx4/3LYJS+30YrymEpupzbdq08ep8+59T4TNtYztkyJD9fxXq/1UJTtvk7h9M1EUUTjz33HPtxx9/jHT7XFXHu+yyy2zq1Kmp9k0V+hSgLF++fKq/D+NFjYesb7/9dq/Ot/85ta2yJmR33XXX/r/i/wgggAACCCCAAAIIIIDAUQtontqtW7eDLvRonqoHmbSFLQcCCCCAAAIIIIAAAggggEA4Alq3LFmypK1evTrVE2rdcu3atV4xL9U38CICCCCAAAJpFCCQl0Yo3oYAAkcm8Pvvv1u2bNlSDaHpjHra5Ntvv7VixYod2QXS8FcKgDVt2tQ++uijVN+t8NVzzz3nob1U3xDCiwqADR482ANgqZ1OYTi18YMPPkjt16G8pgoM33//vV1wwQUHPZ+q5GkbW41LVIfGQ1UJ1ZbUDo2HwovNmzdP7dehvKbFL4XtBg0alOr5FJDUNsIvvPBCqr/nRQQQQAABBBBAAAEEEEDgaAQ0L2rWrJlXSk/tPJoXab6i0B4HAggggAACCCCAAAIIIIBAOAJ//PGHFwnRul1qh9bHli9fbiVKlEjt17yGAAIIIIBAmgUI5KWZijcigMCRCOhJk/PPP99WrVqV6p/nyJHDNmzYEOl2sQpf3Xbbbfbiiy+m2oYTTzzRJk+e7FsFpfqGEF5UGE7XUGW41A4FwLp3737QgFhqf3Mkr2nb3IIFC9qePXsO+HOFAjXBUEBSP0d1aDwuv/xy90jtGhqPZcuW+ecmtd+H8ZomWi+99NJBF7e0+PXUU09Zz549w7gc50AAAQQQQAABBBBAAAEE/iageVGPHj0O+hCQ5kXvv/++NWnS5G9/x38QQAABBBBAAAEEEEAAAQSOXEDrlqVLl/bdolI7iyrkad3y9NNPT+3XvIYAAggggECaBQjkpZmKNyKAwJEIBFuDphZsUgjt7rvvtgEDBkQaAFMYbunSpXbxxRebKvalPBQ8q1Klis2ePdtOOeWUlL8K/WdVnqtTp4599dVXB5w7e/bsNn/+fCtVqtQBvwvzBS369OrVy5555pkDTqsQmrZx7dq16wG/C/MFjcf06dO9IuD+TyBpPBTW09ZMWoCK8ti0aZNVrVrVt0ze/zoFChSwxYsX29lnn73/r/g/AggggAACCCCAAAIIIHDUApoX6UEkzVP37t37t/NpXlS5cmWbNWtWpA+v/e2i/AcBBBBAAAEEEEAAAQQQiIGA1qVUwENFMvY/tE52xx132BNPPBHpuuX+1+X/CCCAAALHpgCBvGNzXOkVAhlKQNXYHnjgAXv++edNgTAdCuN16NDBK8KpSl7Uh554eeutt7wCwfbt2/1yWuSoWLGiDR8+3MqVKxd1E0wLLgrjde7c2ZYsWZJ0vdy5c3sQrnXr1qab/aiPrVu3usMbb7yRdCmV4FZosm/fvnbqqacmvR7VD3/++adXqLv//vtN5cF1aDwaNGhgw4YNs6JFi/prUf6jSdcnn3xiXbp0sdWrV/ul1IYiRYrY0KFD7ZJLLmHCFeUAcG4EEEAAAQQQQAABBGIuoHnq22+/7RXdU85TK1So4PPUCy+8MOZCdB8BBBBAAAEEEEAAAQQQCF9A65YPPfSQDR48+G/rlu3atbPnnnvOcubMGf5FOSMCCCCAQOwECOTFbsjpMALpI7B7926vUvfoo4+aglB68qRWrVp2xhlnJKxBCoFt3LjRHnnkEVu7dq01btzYOnXqZLly5UpIEE4dVSBxy5Yt9tprr9mMGTOsWLFi9uCDD3oltpNPPjkhFgoG7ty50+bMmeMhySxZsnhgskyZMpYtW7aEtEEXUbXCdevWWe/evU2fj6uuusoUSlQ5cAU2E3FoAWzz5s0+wfriiy9MC196+ilPnjymkCIHAggggAACCCCAAAIIIBClQEaYp0bZP86NAAIIIIAAAggggAACCGREAa1LLV++3NcMtW526623Wu3atU07Wql4AwcCCCCAAAJHK0Ag72gF+XsEEEiTgG5m16xZ41uyqgqctizV1jyJPhTA0nW/+eYb3y734YcfTnQTPJSnJ2+0bawCYJ999lnCb+41Hp9++qmHErU17HfffWfapjXRx19//WWFChUyPY2k7XJVPTDRx//8z/9Yx44dbcKECdaiRQsbO3ZsopvA9RBAAAEEEEAAAQQQQCDGApqn1qhRwxeD7r77bq9cHmMOuo4AAggggAACCCCAAAIIRC6gdbL169dbyZIlTetkU6ZMsZo1a0Z+XS6AAAIIIBAfAQJ58RlreopAugroxlZV6c455xy/sZ09e3a6BPIUvqpUqZIvdGi71H79+iXcRVXydO2BAwf6lrmLFy9OeBs0HqqQV7duXR8PjU3+/PkT3g4tPGnLXgXyXn75ZbvhhhsS3gaNR/v27W3cuHHWsmVLGz9+fMLbwAURQAABBBBAAAEEEEAgvgKap1auXNmWLVtm9913n/Xv3z++GPQcAQQQQAABBBBAAAEEEEiAgNbJNmzYYIULF/Ydk2bOnOk7eyXg0lwCAQQQQCAmAgTyYjLQdBOB9BYgkJc8AgTyki0I5CVb8BMCCCCAAAIIIIAAAgjEU4BAXjzHnV4jgAACCCCAAAIIIIBA+gkQyEs/e66MAAIIxEWAQF5cRpp+IpDOAgTykgeAQF6yBYG8ZAt+QgABBBBAAAEEEEAAgXgKEMiL57jTawQQQAABBBBAAAEEEEg/AQJ56WfPlRFAAIG4CBDIi8tI008E0lmAQF7yABDIS7YgkJdswU8IIIAAAggggAACCCAQTwECefEcd3qNAAIIIIAAAggggAAC6SdAIC/97LkyAgggEBcBAnlxGWn6iUA6CxDISx4AAnnJFgTyki34CQEEEEAAAQQQQAABBOIpQCAvnuNOrxFAAAEEEEAAAQQQQCD9BAjkpZ89V0YAAQTiIkAgLy4jTT8RSGcBAnnJA0AgL9mCQF6yBT8hgAACCCCAAAIIIIBAPAUI5MVz3Ok1AggggAACCCCAAAIIpJ8Agbz0s+fKCCCAQFwECOTFZaTpJwLpLEAgL3kACOQlWxDIS7bgJwQQQAABBBBAAAEEEIinAIG8eI47vUYAAQQQQAABBBBAAIH0EyCQl372XBkBBBCIiwCBvLiMNP1EIJ0FCOQlDwCBvGQLAnnJFvyEAAIIIIAAAggggAAC8RQgkBfPcafXCCCAAAIIIIAAAgggkH4CBPLSz54rI4AAAnERIJAXl5GmnwikswCBvOQBIJCXbEEgL9mCnxBAAAEEEEAAAQQQQCCeAgTy4jnu9BoBBBBAAAEEEEAAAQTST4BAXvrZc2UEEEAgLgIE8uIy0vQTgXQWIJCXPAAE8pItCOQlW/ATAggggAACCCCAAAIIxFOAQF48x51eI4AAAggggAACCCCAQPoJEMhLP3uujAACCMRFgEBeXEaafiKQzgIE8pIHgEBesgWBvGQLfkIAAQQQQAABBBBAAIF4ChDIi+e402sEEEAAAQQQQAABBBBIPwECeelnz5URQACBuAgQyIvLSNNPBNJZgEBe8gAQyEu2IJCXbMFPCCCAAAIIIIAAAgggEE8BAnnxHHd6jQACCCCAAAIIIIAAAuknQCAv/ey5MgIIIBAXAQJ5cRlp+olAOgsQyEseAAJ5yRYE8pIt+AkBBBBAAAEEEEAAAQTiKUAgL57jTq8RQAABBBBAAAEEEEAg/QQI5KWfPVdGAAEE4iJAIC8uI00/EUhnAQJ5yQNAIC/ZgkBesgU/IYAAAggggAACCCCAQDwFCOTFc9zpNQIIIIAAAggggAACCKSfAIG89LPnyggggEBcBAjkxWWk6ScC6SxAIC95AAjkJVsQyEu24CcEEEAAAQQQQAABBBCIpwCBvHiOO71GAAEEEEAAAQQQQACB9BMgkJd+9lwZAQQQiIsAgby4jDT9RCCdBQjkJQ8AgbxkCwJ5yRb8hAACCCCAAAIIIIAAAvEUIJAXz3Gn1wgggAACCCCAAAIIIJB+AgTy0s+eKyOAAAJxESCQF5eRpp8IpLMAgbzkASCQl2xBIC/Zgp8QQAABBBBAAAEEEEAgngIE8uI57vQaAQQQQAABBBBAAAEE0k+AQF762XNlBBBAIC4CBPLiMtL0E4F0FiCQlzwABPKSLQjkJVvwEwIIIIAAAggggAACCMRTgEBePMedXiOAAAIIIIAAAggggED6CRDISz97rowAAgjERYBAXlxGmn4ikM4CBPKSB4BAXrIFgbxkC35CAAEEEEAAAQQQQACBeAoQyIvnuNNrBBBAAAEEEEAAAQQQSD8BAnnpZ8+VEUAAgbgIEMiLy0jTTwTSWYBAXvIAEMhLtiCQl2zBTwgggAACCCCAAAIIIBBPAQJ58Rx3eo0AAggggAACCCCAAALpJ0AgL/3suTICCCAQFwECeXEZafqJQIIEdu3aZfv27Uv1auvXr7fKlSvbiSeeaJMmTfKf93/jcccdZyeccILlzJlz/1+l+f9//PGH/fbbb6m+X2G4hg0b2rfffms9e/a0e+65J9X3qR25cuWy448/PtXfH+pFXWfbtm2pvu1///d/7bHHHrPnn3/eypUrZ9OnT0/1fWpD1qxZ7dRTT03192l5cfv27abFnf0PTTQWLFhgLVu29PH48ssvLW/evPu/zdSGLFmy2BlnnHHA79L6wp49e+z3339P9e1q2wUXXGB79+61J5980tq3b5/q+9SO3Llzp/q7tLz4119/2c6dO1N9q8bqlltu8c9ks2bN7LXXXkv1fWqDHOTBgQACCCCAAAIIIIAAAggcjsCff/5pu3fvTvVPUs5Te/ToYffee2+q79OcRHNlzZk5EEAAAQQQQAABBBBAAAEEjlyAQN6R2/GXCCCAAAJpEyCQlzYn3oUAAmkQUNBs9OjR1qtXr1Tfrd9v2bLFf6dFhJNOOumA92lhQUG5u++++4DfpeUF3UCvXr3a6tWrd9BgoIJyCoIp7Hb66acfcFotclSoUMEmT57sgbQD3pCGF1T5rWnTprZs2bJU362QmkJoMkgtfKg2nHbaaTZr1iwrVKhQquc41IvyHjBggA0ZMiTVt6qNCuzpUNgttfChxkNBuXbt2qV6jkO9GAT/WrVqddC3/vrrr6b3Zc+ePdXwodoly1dfffWg5zjULxTQrFWrlm3atCnVtypIqgWyU045JdXwocYjT548NnfuXMuWLVuq5+BFBBBAAAEEEEAAAQQQQCA1Ac131qxZY3Xr1j3kPFVzVM1V9z80JylfvrzPU1Obu+3/fv6PAAIIIIAAAggggAACCCBwcAHN0zZs2GCFCxf2tbqZM2f6OtLB/4LfIIAAAgggcHgCBPIOz4t3I4DAIQQU8KpSpYqtWrXqEO9M/dcKhn399deWP3/+1N+QhldVDa1r1642fPjwNLz7wLcohPb222/bFVdcceAv0/iKwnDjxo2ztm3bpvEv/v42LbB06dLFXnjhhSOufqDJxLp16zxcuGPHjr9fIA3/04JPyZIlbeHChUcVQlPFQlXiO1glwEM15eSTT7ZPP/3UP1eHeu/Bfq+KE08//fRBKyIe7O+C1/WZ6Nu3r/Xu3fuIQ5rBufiOAAIIIIAAAggggAAC8RPQPFWVuQ9WkftQIpqTvPXWW3bllVce6q38HgEEEEAAAQQQQAABBBBA4BACBPIOAcSvEUAAAQSOWoBA3lETcgIEEEgpoCDasGHD7Oabb075cpp+VgjtoYce8i+FwY700E30Dz/8YBUrVjzoVqkHO7eue/HFF5uehFEQ7GgOVcBr0KCBff7554d9GlWL0zayxYoVO+y/TfkHqgTYp08f3yI35etp+VkLPkOHDrXOnTun5e0HfY/GY86cOVa/fn3T5+NwDn0mrrrqKhs1apRvrXs4f7v/e1UZsVKlSrZ27dr9f3XI/xcsWNCWLFmSajXDQ/4xb0AAAQQQQAABBBBAAIHYC2he9OOPP/oDU7///vtheYQ5Tz2sC/NmBBBAAAEEEEAAAQQQQOAYFSCQd4wOLN1CAAEEMpAAgbwMNBg0BYFjRUDbf1atWtVDcYfTp7x58/oWr6qSd7SHtmPt3r27vfLKK4d1KoXQJk6caM2bNz+sv0vtzQqfTZo06bAr7SmEpsoJzz33XKrbyKZ2rX96bePGjVa2bNmk7Wn/6b3B77TgU6pUKa+Op61zj/bQdrCq5PDhhx8e1qm0hey8efN80eqw/jCVN6tKnrbvvf3221P57cFf0mdCW//eddddVMc7OBO/QQABBBBAAAEEEEAAgUMIaJ5622232csvv3yId/7915qTvPvuu3bZZZf9/Rf8DwEEEEAAAQQQQAABBBBA4IgECOQdERt/hAACCCBwGAIE8g4Di7cigEDaBBREU2U1bRub1kMhtPvvv9+3BT2a6njB9XQj/f3333uQS2GwtBy67kUXXWSffPKJZcmSJS1/csj3qPJB3bp1bdGiRYd8b/CGrFmzejW2c889N3jpqL6rSt6DDz5ojz/+eJrPowUfLRLdcMMNaf6bf3qjxkNV8urVq2f6OS2HPhOtW7e2MWPGHHV1vOB62lL5wgsvtA0bNgQvHfJ7gQIFbOnSpVTHO6QUb0AAAQQQQAABBBBAAIF/EtBcSNXcy5cvb4czT61evbrPU4+2ivs/tY3fIYAAAggggAACCCCAAAJxEtD8TGtFhQsXtpNOOsl3zqpVq1acCOgrAggggEDEAgTyIgbm9AjEVWDnzp2+yJDW7UFz5sxpy5cvt3z58oVGpuoDCpSNHDkyTedUCO3NN9+0Nm3apOn9aXmTwoljx4619u3bp+XtXhGvU6dOHmhUIC2MQ5OK9evXW5kyZey333475CkVTNRWuV999ZUpHBjWoQWnpk2b+kJSWs6pCdCnn35q1apVS8vb0/QeVckbOHCg9e7dO03v1xhoy18FGsMIiqbporwJAQQQQAABBBBAAAEEjlkBzVO7dOliI0aMSFMfNU9944037KqrrkrT+3kTAggggAACCCCAAAIIIIDAoQUI5B3aiHcggAACCBydAIG8o/PjrxFA4CAChxN8UuipW7duNmjQB/jN9wAAQABJREFUoFBDT7qZ/vLLLz3Qpfb806GwlbZoXbx4sWmb1DAPheAqV66cpi18VfFg4cKFVq5cuTCbYKqSp62RXnrppUOeVws+TzzxhN15552HfO/hvEHj8d5771nLli0P+Wcaj4YNG9rkyZNDq44XXHTTpk1WunTpNG3hmyNHDluxYkWoQdGgHXxHAAEEEEAAAQQQQACB+AloXqSHn6pWrWppmaf+f+zdCbxV0///8U/d5nRDRSoN9MhMUqJEPZCUVFKmhDIUIpHxF1+VvjI1+dIkIqSiSenb+A2JZPiWCpE0KpFym67p32d///u4+95zh3POXmvvc85rPx73cc6e1lr7uU6Px12d913rhBNOkE8++cT3cWr6yfPECCCAAAIIIIAAAggggMDfAgTy/rbgHQIIIICAGQECeWZcKRUBBA4KbN26VfTLg127dhXooQG4zz//XI477rgCr4vn5IEDB5wA2Jw5cwq8XUNoGgjUYKDfm86Sp2UXFnDTENoll1wiU6dOFW2Pn5sOLDRYdvrppzvhvILKrly5sqxZs0b01e9Nl/DVL560LQVt+vxvvfWWXHrppQVdFtc5DSdqXwwfPrzA+zUo2qNHD3n22Wd9DYoWWCknEUAAAQQQQAABBBBAIOUFdJzaoUMHeeeddwp8Vh0XPfPMM84fVxV4IScRQAABBBBAAAEEEEAAAQRiEiCQFxMXFyOAAAIIxCFAIC8ONG5BAIGiCWjwqVevXjJy5Mh8b9AQmoau3nzzTd9DaFqp/kI9ffp058uOfBtx8ESVKlXkyy+/FF0618S2bds2J5y4c+fOfIvXL1u0rW3atMn3mkROZGdnOw6zZ8/OtxgNod12220ybNgwIyE0DSeOGDFCevfunW8b9DNhchYI/Uxo4PC0004rMJxYqlQpZ8bEU045Jd+2cgIBBBBAAAEEEEAAAQQQiFVAxyRFmT1c/0jqq6++MjZOjbXdXI8AAggggAACCCCAAAIIpIoAgbxU6UmeAwEEEAivAIG88PYNLUMg6QX0l1ldiqdRo0aiQaxom4bQ9IuI1q1bRzvty7GsrCxnZrhvvvkmankaQrv11ludGdM0DGZi03Cizr43atSoqMVrvccff7zjpcvWmti0D9RaZ2LIb7MRQtu+fbszG+Ivv/wStRn6mXj88cflnnvuiXrej4OFhRO1Py644AJnxgptDxsCCCCAAAIIIIAAAggg4KfAnj17nHHq2rVroxar49SePXs6f9BkapwatWIOIoAAAggggAACCCCAAAJpIEAgLw06mUdEAAEEAhYgkBdwB1A9AqkuoEvxaLDp/fffz/Oo+qVC3bp1ZeXKlWIqhKaV/vHHH/LYY4/JI488kqcNeqBkyZKybNkyqV+/ftTzfhzUX+yXL18ujRs3dmbty12mhr4GDhwo999/f+5Tvu5rOPHUU0+V7777Lk+52h/NmzeXefPmGZmt0K1Qw4n6xdLYsWPdQ57XChUqOLNAHHXUUZ7jfu5oOFGXxO3UqVPUYrU/XnnlFbnqqquinucgAggggAACCCCAAAIIIJCIgI5JBg0aJP369YtajI5TP/roIye0F/UCDiKAAAIIIIAAAggggAACCMQtQCAvbjpuRAABBBAoogCBvCJCcRkCCMQnoF8yaPDqlltuyVOA/sW/fvnwj3/8I885Pw/oL9Xr1q1zlkH97bffPEVrCO3ss8+WxYsXS4kSJTzn/N7Zv3+/nHvuufLxxx/nKbpcuXLOkrlHH310nnN+HtBw4sMPP+x88ZO7XA2hjRkzRm644Ybcp3zd1/7QgKZa5N70M6Ehuddee030vcnt119/dWYl3LJlS55qqlatKjpTxSGHHJLnHAcQQAABBBBAAAEEEEAAgUQFdFykfyilM6VHG6eeddZZ8u677xofpyb6HNyPAAIIIIAAAggggAACCCSjAIG8ZOw12owAAggklwCBvOTqL1qLQFIK6BKlxx57rOjsbDk3XR5VZ8erV69ezsNG3usSpW3btpW5c+d6ytcQ2tChQ53lZD0nDOxoOHHYsGHSp08fT+kaCmzTpo1Mnz7deAhNBxirV692ZsnT9uTcDjvsMPn2229FX01v+/btk4YNGzptyVmX9sfUqVOdvsp53MR7DSdqXwwfPtxTvAYBNUD63HPPeY6zgwACCCCAAAIIIIAAAgj4KaDj1Hbt2smcOXM8xeq4aMiQIdKrVy/PcXYQQAABBBBAAAEEEEAAAQT8ESCQ548jpSCAAAII5C9AIC9/G84ggIBPArpE6dVXXy2TJ0+OlKghtHPOOUcWLVpkdHlUt0INn40fP166devmHnJedWa6b775Rkwuj+pWqL/cb9y40VmmN+cMCPply0svvSRdunRxLzX6qssIt2jRQpYuXRqpR0NoujyrLtOqfWN60/549NFHpX///p6qqlWr5sxMp/1ietP+0CWgdIbEnJvOlLhw4UJp1qxZzsO8RwABBBBAAAEEEEAAAQR8FdBx0csvv5xnlnIdD+mM3To+YkMAAQQQQAABBBBAAAEEEPBfgECe/6aUiAACCCDgFSCQ5/VgDwEEDAjolwxvvvmmdO7cOVK6htCeeuop6d27d+SY6Tc6U1+dOnVk7969TlUaPLvoootk1qxZxmemc59Ng3itW7eW+fPnu4ckMzNT1q9fb2VmOq1U++OZZ56Rvn37Rtqg/TFlyhRp37595JjJNzrQWbVqlTNTn77XTUOBN910k4wcOdJk1Z6ydRnh+vXry1dffeUc18/EMcccI2vWrJGSJUt6rmUHAQQQQAABBBBAAAEEEPBb4Mcff3TGqXv27HGKDmKc6vczUR4CCCCAAAIIIIAAAgggEHYBAnlh7yHahwACCCS/AIG85O9DngCBpBDYuXOn1KpVS3799VenvbpcrYagateuba39OlOfBs40gKebhtB0WdKbb77ZWhs0DKd1uksP6ZctukTRW2+9ZWVmOn1QHWTorIDHH3+8E87TY5UqVZLvvvtOKlSooLtWNp2p78wzz5QVK1Y49enMdDNnzpRWrVpZqV8r0WVr77//ficcqvsaCtS+0WWM2RBAAAEEEEAAAQQQQAAB0wI6Tu3QoYO8/fbbTlU6Tn322WelR48epqumfAQQQAABBBBAAAEEEEAgbQUI5KVt1/PgCCCAgDUBAnnWqKkIgfQW0C8ZLr/8cpk+fboTPNMg1gcffGBtZjrV1zDcmDFjIl9slC5dWr799lupXr26tc7RX/C///57Z9laDYPply2jR4/Os5Su6QZlZ2c7S7V++umnTh907NhR3njjDWuhQH0+ff5+/frJP//5T+dxq1Sp4swUaGO5WtdX++P999+Xc8891zmkocA5c+bI+eef717CKwIIIIAAAggggAACCCBgTEDHqWPHjpVbbrnFqUPHqfoHVDVq1DBWJwUjgAACCCCAAAIIIIAAAukuQCAv3T8BPD8CCCBgXoBAnnljakAAgYMCOb9k0FnINIj1j3/8w6pNzjCctqdx48ayZMkSq6FAfWANwzVp0kQ++eQT0S9b1q1bJ9WqVbNqoWG4hx9+WAYNGuSEAjWoeMMNN1htg/aH+jdr1szpAw1saijQ9qZLGB977LHyww8/iIYCNTBZtmxZ282gPgQQQAABBBBAAAEEEEhDAR0XbdiwwRmT6Dg1iD9eS0N2HhkBBBBAAAEEEEAAAQTSXIBAXpp/AHh8BBBAwIIAgTwLyFSBAAL/WyZ1/fr1zsxwGsh79913nRnabNtoGE6DeLpM6oMPPigDBgyw3QRnZriHHnpInnjiCWnUqJEsXbrUeihQBxraB82bNxddPlhnCgxiBgYNw+myxT///LOMGjVKunfvHkh/dOnSRSZNmuQsFTVlyhTrbaBCBBBAAAEEEEAAAQQQSF8Bdwbzzz//XB544AEZOHBg+mLw5AgggAACCCCAAAIIIICABQECeRaQqQIBBBBIcwECeWn+AeDxEbApoF8yNGjQQLZv3y4bN250ZoezWb/WpTPD9e3bV0aMGCHz5s1zAmm226C/5GvdF198sdxzzz0yePBg201w6svKypKaNWs6P+7StbYbov3RuXNnmTFjhnz99ddSp04d201wZm8cN26cs5Tx8OHD5dZbb7XeBipEAAEEEEAAAQQQQACB9BXQcdG9994rOh6ZO3eutGjRIn0xeHIEEEAAAQQQQAABBBBAwIIAgTwLyFSBAAIIpLkAgbw0/wDw+AjYFNAvGW6//XbZvHmzE8CyWbdbl/6CreGvrl27ytatW6VcuXLuKauvu3btkqOPPlomTpworVu3tlq3W9nvv/8u7dq1k2OOOcYJKLrHbb7qkkzPPvus/Otf/5LVq1c7y+farF/r0s/E2rVr5aSTThKdkUJf2RBAAAEEEEAAAQQQQAABWwI6Jpk5c6Zce+21smXLFilfvrytqqkHAQQQQAABBBBAAAEEEEhLAQJ5adntPDQCCCBgVYBAnlVuKkMgvQU0fPX666/Lpk2b5L777gsMQ2fou/rqq2X+/PmBtUHDcK1atZLJkyfLYYcdFkg7tD902Vydle6KK64IpA064NEQ3NChQ2X8+PGBtEErPXDggJx33nny/vvvS4kSJQJrBxUjgAACCCCAAAIIIIBAegr8+OOPcuWVVzrj1GLFiqUnAk+NAAIIIIAAAggggAACCFgSIJBnCZpqEEAAgTQWIJCXxp3PoyNgW0B/uV2/fr1s2LDBCT/Zrt+tT2fqe/XVV51Z8txjtl81DDdhwgRnBoSgvmzR/li8eLHUrl3b+bFt4NanYbgpU6bINddc4x6y/qr98corr8h1111nvW4qRAABBBBAAAEEEEAAAQTCME6lFxBAAAEEEEAAAQQQQACBdBEgkJcuPc1zIoAAAsEJEMgLzp6aEUhLAf2SQQNYQS0V66L/+uuvUqFCBXc3kNcwtGHv3r1SunTpQJaKzYkeBoswtCGnCe8RQAABBBBAAAEEEEAgvQQYk6RXf/O0CCCAAAIIIIAAAgggEJwAgbzg7KkZAQQQSBcBAnnp0tM8JwIIIIAAAggggAACCCCAAAIIIIAAAggggAACCCCAAAIIIIAAAmkuQCAvzT8APD4CCCBgQYBAngVkqkAAAQQQQAABBBBAAAEEEEAAAQQQQAABBBBAAAEEEEAAAQQQQACB4AUI5AXfB7QAAQQQSHUBAnmp3sM8HwIIIIAAAggggAACCCCAAAIIIIAAAggggAACCCCAAAIIIIAAAgg4AgTy+CAggAACCJgWIJBnWpjyEUAAAQQQQAABBBBAAAEEEEAAAQQQQAABBBBAAAEEEEAAAQQQQCAUAgTyQtENNAIBBBBIaQECeSndvTwcAggggAACCCCAAAIIIIAAAggggAACCCCAAAIIIIAAAggggAACCLgCBPJcCV4RQAABBEwJEMgzJUu5CCCAAAIIIIAAAggggAACCCCAAAIIIIAAAggggAACCCCAAAIIIBAqAQJ5oeoOGoMAAgikpACBvJTsVh4KAQQQQAABBBBAAAEEEEAAAQQQQAABBBBAAAEEEEAAAQQQQAABBHILEMjLLcI+AggggIDfAgTy/BalPAQCENBfGt977z3Ztm1bALVTJQII2BQoVqyYNGnSRKpVq2azWupCAAEEEEAAAQQQsCSg47uPPvpINm7caKlGqkEAgaAEdHzXqFEjqVWrVlBNoF4EEEAAAQQQQAABBNJSgEBeWnY7D40AAghYFSCQZ5WbyhAwI/DHH39Ip06dZNGiRWYqoFQEEAiNQEZGhkyYMEFatWoVmjbREAQQQAABBBBAAAH/BHR8d+ONN8q0adP8K5SSEEAglAI6vnv22WflyiuvDGX7aBQCCCCAAAIIIIAAAqkqQCAvVXuW50IAAQTCI0AgLzx9QUsQiFvg999/l9atW8u8efNE/zO3RIkScZfFjQggEF6BAwcOOP/Gp06dKm3btg1vQ2kZAggggAACCCCAQNwCGsi76qqrZPLkyVK8eHEpWbJk3GVxIwIIhFfAHd+NGzdOunbtGt6G0jIEEEAAAQQQQAABBFJQgEBeCnYqj4QAAgiETIBAXsg6hOYgEI+AG8hbsGCB88XNk08+GU8x3IMAAiEWyMrKknr16hHIC3Ef0TQEEEAAAQQQQMAPATeQN2XKFGnTpo2MHj3aj2IpAwEEQiSg/4+j47vffvtNCOSFqGNoCgIIIIAAAggggEDaCBDIS5uu5kERQACBwAQI5AVGT8UI+CeQM5DXvXt3vrDxj5aSEAiNwK+//iqZmZkE8kLTIzQEAQQQQAABBBAwI+AG8t5880257LLLnJnyzNREqQggEJSABvEqVqwo2dnZBPKC6gTqRQABBBBAAAEEEEhrAQJ5ad39PDwCCCBgRYBAnhVmKkHArACBPLO+lI5AGAQI5IWhF2gDAggggAACCCBgXoBAnnljakAgaAECeUH3APUjgAACCCCAAAIIpLsAgbx0/wTw/AgggIB5AQJ55o2pAQHjAgTyjBNTAQKBCxDIC7wLaAACCCCAAAIIIGBFgECeFWYqQSBQAQJ5gfJTOQIIIIAAAggggAACQiCPDwECCCCAgGkBAnmmhSkfAQsCBPIsIFMFAgELEMgLuAOoHgEEEEAAAQQQsCRAIM8SNNUgEKAAgbwA8akaAQQQQAABBBBAAIGDAgTy+BgggAACCJgWIJBnWpjyEbAgQCDPAjJVIBCwAIG8gDuA6hFAAAEEEEAAAUsCBPIsQVMNAgEKEMgLEJ+qEUAAAQQQQAABBBA4KEAgj48BAggggIBpAQJ5poUpHwELAgTyLCBTBQIBCxDIC7gDqB4BBBBAAAEEELAkQCDPEjTVIBCgAIG8APGpGgEEEEAAAQQQQACBgwIE8vgYIIAAAgiYFiCQZ1qY8hGwIEAgzwIyVSAQsACBvIA7gOoRQAABBBBAAAFLAgTyLEFTDQIBChDICxCfqhFAAAEEEEAAAQQQOChAII+PAQIIIICAaQECeaaFKR8BCwIE8iwgUwUCAQsQyAu4A6geAQQQQAABBBCwJEAgzxI01SAQoACBvADxqRoBBBBAAAEEEEAAgYMCBPL4GCCAAAIImBYgkGdamPIRsCBAIM8CMlUgELAAgbyAO4DqEUAAAQQQQAABSwIE8ixBUw0CAQoQyAsQn6oRQAABBBBAAAEEEDgoQCCPjwECCCCAgGkBAnmmhSkfAQsCBPIsIFMFAgELEMgLuAOoHgEEEEAAAQQQsCRAIM8SNNUgEKAAgbwA8akaAQQQQAABBBBAAIGDAgTy+BgggAACCJgWIJBnWpjyEbAgQCDPAjJVIBCwAIG8gDuA6hFAAAEEEEAAAUsCBPIsQVMNAgEKEMgLEJ+qEUAAAQQQQAABBBA4KEAgj48BAggggIBpAQJ5poUpHwELAgTyLCBTBQIBCxDIC7gDqB4BBBBAAAEEELAkQCDPEjTVIBCgAIG8APGpGgEEEEAAAQQQQACBgwIE8vgYIIAAAgiYFiCQZ1qY8hGwIEAgzwIyVSAQsACBvIA7gOoRQAABBBBAAAFLAgTyLEFTDQIBChDICxCfqhFAAAEEEEAAAQQQOChAII+PAQIIIICAaQECeaaFKR8BCwIE8iwgUwUCAQsQyAu4A6geAQQQQAABBBCwJEAgzxI01SAQoACBvADxqRoBBBBAAAEEEEAAgYMCBPL4GCCAAAIImBYgkGdamPIRsCBAIM8CMlUgELAAgbyAO4DqEUAAAQQQQAABSwIE8ixBUw0CAQoQyAsQn6oRQAABBBBAAAEEEDgoQCCPjwECCCCAgGkBAnmmhSkfAQsCBPIsIFMFAgELEMgLuAOoHgEEEEAAAQQQsCRAIM8SNNUgEKAAgbwA8akaAQQQQAABBBBAAIGDAgTy+BgggAACCJgWIJBnWpjyEbAgQCDPAjJVIBCwAIG8gDuA6hFAAAEEEEAAAUsCBPIsQVMNAgEKEMgLEJ+qEUAAAQQQQAABBBA4KEAgj48BAggggIBpAQJ5poUpHwELAgTyLCBTBQIBCxDIC7gDqB4BBBBAAAEEELAkQCDPEjTVIBCgAIG8APGpGgEEEEAAAQQQQACBgwIE8vgYIIAAAgiYFiCQZ1qY8hGwIEAgzwJynFXs2bNH5s+fL2vXrpXNmzc7P9u3b5fDDz9catSo4fzUrVtXLrzwQqlQoUKctSR+259//ilffPGFLF68WL766ivZsWOH86NfEmRmZjo/VapUkVNOOUVOPfVUOfnkk6Vs2bKJV0wJRRYgkFdkKi5EAAEEEEAAAQSSWoBAXni7j/FdePsm2VpGIC/Zeoz2IoAAAggggAACCKSaAIG8VOtRngcBBBAInwCBvPD1CS1CIGYBAnkxkxm9Qb9AW7JkiUyZMkVmz54tP//8s2gf6XH3p3jx4pKRkSElSpRwfg499FBp1aqVXH755XLuuec6x4w28v8XvnPnThk9erS89tprsnXrVjlw4IDoFwMa0NMfHZBoW4sVK+a0t2TJkqI/lSpVkquvvlq6devmhApttDXd6yCQl+6fAJ4fAQQQQAABBNJFgEBeuHqa8V24+iNVWkMgL1V6kudAAAEEEEAAAQQQSFYBAnnJ2nO0GwEEEEgeAQJ5ydNXtBSBfAUI5OVLY/WE/vK+atUq6du3r3z88ceyd+9e2b9/vxNqK6whGngrU6aMlCtXTs444wwZPHiw1K9fv7Db4j6vXyo999xzMnz4cPnhhx+ctmoAr6ibhvS0rRUrVpQ2bdrITTfdJA0bNizq7VwXhwCBvDjQuAUBBBBAAAEEEEhCAQJ54eg0xneM70x+EgnkmdSlbAQQQAABBBBAAAEEChcgkFe4EVcggAACCCQmQCAvMT/uRiAUAgTygu+Gffv2yZAhQ2TEiBHy008/ObPMxdsqdwa6Hj16yD333CPly5ePt6io92n77rjjDnn77bdFQ1466Ehk06Vrdbndrl27ypNPPplIUdxbgACBvAJwOIUAAggggAACCKSQAIG84DuT8R3jO9OfQgJ5poUpHwEEEEAAAQQQQACBggUI5BXsw1kEEEAAgcQFCOQlbkgJCAQuQCAv2C7Ytm2bs3zrsmXLJCsrK09jSpcuLeeff76cdtppzvKuutzrjh07ZNOmTfLFF1/IvHnznKVic994yCGHSIMGDWTixIly1FFH5T4d174un9uhQwf56KOPotapwbp69erJcccd57xq2/X59Gfz5s2iz6iz/uXedMa8Xr16ydChQ3OfYt8nAQJ5PkFSDAIIIIAAAgggEHIBAnnBdhDjOxHGd+Y/gwTyzBtTAwIIIIAAAggggAACBQkQyCtIh3MIIIAAAn4IEMjzQ5EyEAhYgEBecB2wZcsW6dy5sxNU0/9Qz7lVrlxZ7rrrLicAd+SRR0qpUqUkIyPD+XJDl4fVL9qys7Nl+/btMnXq1MjysTnL0NnydAnbSZMmydFHH53zVMzvdZaHa665RmbOnCn6mcm5Va9eXfr16yft2rWTEiVKOD9at25uW7W9v/zyiyxYsECmTZsmc+bMicyup8/1/PPPO0vX5iyX9/4JEMjzz5KSEEAAAQQQQACBMAsQyAuudxjf/W/2dMZ35j+DBPLMG1MDAggggAACCCCAAAIFCRDIK0iHcwgggAACfggQyPNDkTIQCFiAQJ79DnB/Udcw3vLlyz0BN51NQGehGzBggNSsWVN0SVc9lt+mgTcNy+mMeY8++qi8/vrrnks1IKez602ePFnq1KnjOVfUHa1DZ6974IEHnBCge5+267bbbnOCg1WrVnXa6p6L9qrPrTPk7d27Vz788EPp37+/E0bUNi5ZskTOPPPMaLdxzAcBAnk+IFIEAggggAACCCCQBAIE8ux3EuM7xne2P3UE8myLUx8CCCCAAAIIIIAAAl4Bdxyo3+PpBBU6GUWzZs28F7GHAAIIIIBAAgIE8hLA41YEwiJAIM9+T2iArnXr1vL+++97wng6k8DAgQOlR48ekpmZWWAQL3erNTS3a9cumTBhghOQ0y/i3E0Db40bN5a5c+dKuXLl3MNFftXlZnWmPV1+yd00jHfzzTfL4MGDRZeqLVasmHuqSK86u5/OmDdixAgZNmyYbN26VcqXL1+ke7kodgECebGbcQcCCCCAAAIIIJCMAgTy7Pca4ztx/nCL8Z29zx6BPHvW1IQAAggggAACCCCAQDQBAnnRVDiGAAIIIOCnAIE8PzUpC4GABAjk2YXX4JzOfvfYY49JzmVqNTQ3aNAgufXWWxMKpu3Zs0fGjRuXJ5SnS97eeeed8sQTT8T0wG57dfY9HWDopuG7hg0byjvvvCOVKlWKqbzcF2tQ7L///a80bdo05lBf7rLYz1+AQF7+NpxBAAEEEEAAAQRSSYBAnt3edMdLjO/+5874zs7nj0CeHWdqQQABBBBAAAEEEEAgPwECefnJcBwBBBBAwC8BAnl+SVIOAgEKEMizh6+/oOuseG3atBH9osLddLa5Pn36OEvOxjODnVuO+6qhvKeffloeeeQR95DzqrPu6dK1LVu29BwvaEc/H/Xr15dVq1ZFLtPw4KxZs2IqJ3JzlDdah5bJZk6AQJ45W0pGAAEEEEAAAQTCJEAgz15vML6Lbs34LrqLn0cJ5PmpSVkIIIAAAggggAACCMQuQCAvdjPuQAABBBCITYBAXmxeXI1AKAUI5NnrlqysLGnSpImsXLkyUqnONqeBt4ULF8qhhx4aOZ7oG10uSJfFXbp0aaQoratevXqybNkyZ0ncyIl83uiAYu3atXLiiSdKziVwdYnaH374Ia7lb/OpisOGBQjkGQameAQQQAABBBBAICQCBPLsdQTjO3vW1OQVIJDn9WAPAQQQQAABBBBAAAHbAgTybItTHwIIIJB+AgTy0q/PeeIUFCCQZ6dTdSmjl156SW6++WZPuK1s2bIyb948Z8lWP1uig4Hly5dL8+bNZe/evZGiS5Ys6cye16tXr8ix/N5oGdq2iy66KHKJhvp0edn33nsvcow34RcgkBf+PqKFCCCAAAIIIICAHwIE8vxQLLwMxneFG3GFOQECeeZsKRkBBBBAAAEEEEAAgaIIEMgrihLXIIAAAggkIkAgLxE97kUgJAIE8ux0RHZ2tjRq1EhWrFgRqVCXqr3yyitl/PjxRpZs1TrvvPNOGTlyZKRODdTVrVvXmaWvdOnSkePR3uiXTNq2bt26RU7r/a1atZLZs2dHjvEm/AIE8sLfR7QQAQQQQAABBBDwQ4BAnh+KhZfB+K5wI64wJ0Agz5wtJSOAAAIIIIAAAgggUBQBAnlFUeIaBBBAAIFEBAjkJaLHvQiERIBAnvmO0F/MZ8yYIR07dvTMjleiRAl599135eyzzzbSCK1Xl8dt0KCBp16dJe+FF16Qa6+9tsB6NZD32muvea5zl7398ssvC7yXk+ESIJAXrv6gNQgggAACCCCAgCkBAnmmZP8ul/Hd3xa8C0aAQF4w7tSKAAIIIIAAAggggIArQCDPleAVAQQQQMCUAIE8U7KUi4BFAQJ55rHV+OKLL5b58+dHKnOXfl24cKFoQM7UduDAAWnfvr3MmTMnUoXW3bBhQ1m2bFnkWLQ3OqCYO3euMyNezvM6s54uh3vyySfnPMz7EAsQyAtx59A0BBBAAAEEEEDARwECeT5i5lMU47t8YDhsTYBAnjVqKkIAAQQQQAABBBBAIKoAgbyoLBxEAAEEEPBRgECej5gUhUBQAgTyzMtv375datasKRqOc7eMjAwZOnSo3H777e4hI686y92ECRPkuuuu85RfpkwZWbNmjdSuXdtzPPfOtm3bpEaNGqKfE3fTpXavv/56Z5Y99xiv4RYgkBfu/qF1CCCAAAIIIICAXwIE8vySzL8cxnf523DGjgCBPDvO1IIAAggggAACCCCAQH4CBPLyk+E4AggggIBfAgTy/JKkHAQCFCCQZxZfA3HTp0+Xyy67zFORLlf72WefGZ9lTgcFGzZskDp16oi+dzcNBOqytbmDeu5591X/o79FixayZMkS95DzWr58eRkzZoxcddVVnuPshFOAQF44+4VWIYAAAggggAACfgsQyPNb1Fse4zuvB3vBCBDIC8adWhFAAAEEEEAAAQQQcAUI5LkSvCKAAAIImBIgkGdKlnIRsChAIM8stn4hdtddd8mIESM8FVWtWlU2btwoGswzvWVnZzvBv7Vr10aq0lnurrnmGnn55Zcjx6K90S+cXn/9denSpUue05UrV5Z+/fpJr169RJfBZQuvAIG88PYNLUMAAQQQQAABBPwUIJDnp2beshjf5TXhiH0BAnn2zakRAQQQQAABBBBAAIGcAgTycmrwHgEEEEDAhACBPBOqlImAZQECeWbB1fe0006T1atXRyrS8Fq7du1k6tSpkWMm3+iXRt27d5fx48d7qtGlaL///nvRcF5BW1ZWljNL3vLly/NclpmZKc2aNZPevXtL8+bNrQQM8zSCA4UKEMgrlIgLEEAAAQQQQACBlBAgkGe2GxnfmfWl9KIJEMgrmhNXIYAAAggggAACCCBgSoBAnilZykUAAQQQcAUI5LkSvCKQxAIE8sx23u7du6VSpUqizu6mATidNe+pp55yDxl91VnuBg0a5Mxml7OiUqVKybp166R69eo5D+d5rwOLZcuWyUUXXSS7du3Kc17LqVChghx55JFOKK9JkyaiP7pMLls4BAjkhaMfaAUCCCCAAAIIIGBagECeWWHGd2Z9Kb1oAgTyiubEVQgggAACCCCAAAIImBIgkGdKlnIRQAABBFwBAnmuBK8IJLEAgTxznae/kK9fv16OOeYYTyUZGRkyYMAAeeCBBzzHTe1oIG/06NHSs2dPTxW6XK4G7U4//XTP8Wg7+h/+kydPlq5du4p+yRdt06Bh6dKlIz9HH320nHPOOc4MejqLXpUqVaLdxjELAgTyLCBTBQIIIIAAAgggEAIBAnnmOoHxHeM7c5+u2EomkBebF1cjgAACCCCAAAIIIOC3AIE8v0UpDwEEEEAgtwCBvNwi7COQhAIE8sx1mv5CroG3s846y1OJBvKef/55uemmmzzHTe1oIO+tt96STp06earQQN6sWbOkZcuWnuP57ezbt08mTpwot99+u+zduze/yyLH9TndgF7ZsmXl3HPPlfbt28sll1wi5cuXj1zHG/MCBPLMG1MDAggggAACCCAQBgECeeZ6gfEd4ztzn67YSiaQF5sXVyOAAAIIIIAAAggg4LcAgTy/RSkPAQQQQCC3AIG83CLsI5CEAgTyzHWa/kKugbe2bdt6KtGg2qRJk+Syyy7zHDe1o+1YtGiRnH/++Z4qtB0vvfSSdOnSxXO8oB0N5S1cuFBuueUW2bx5c0GX5jmn4bxy5cpJ7dq15cEHH5SOHTtKsWLF8lzHAf8FCOT5b0qJCCCAAAIIIIBAGAUI5JnrFcZ3XlvGd14Pm3sE8mxqUxcCCCCAAAIIIIAAAnkFCOTlNeEIAggggIC/AgTy/PWkNAQCESCQZ45dZ6YbP368dOvWzVOJBuF0+dcOHTp4jpvaKSiQ98QTT0ifPn1iqjo7O1u2bNkiI0eOdGb62717d0z36/NXrFhRWrVq5Syly2x5MfHFdTGBvLjYuAkBBBBAAAEEEEg6AQJ55rqM8V10W8Z30V1MHiWQZ1KXshFAAAEEEEAAAQQQKFyAQF7hRlyBAAIIIJCYAIG8xPy4G4FQCBDIM9cN+oXNyy+/LDfccIOnEv3CYsyYMXmOey7ycUfbMW3aNGdGupzFajueeuop6d27d87DRXqvg42srCz5+eefZcmSJTJv3jznJ5ZZ88qUKSMtWrSQV155RSpVqlSkerkoPgECefG5cRcCCCCAAAIIIJBsAgTyzPUY47uCbRnfFezj51kCeX5qUhYCCCCAAAIIIIAAArELEMiL3Yw7EEAAAQRiEyCQF5sXVyMQSgECeea6RX8hnz17tlxyySWeSjQIN3jwYLn77rs9x03t6BdHujRt9+7dPVVoO2JdstZTwMEdfUadMW///v2iy9muXLlSFixYIEuXLpXly5fL3r17c9/i2S9VqpQ0a9ZMZsyY4Sxn6znJjm8CBPJ8o6QgBBBAAAEEEEAg1AIE8sx1D+M7xnfmPl2xlUwgLzYvrkYAAQQQQAABBBBAwG8BAnl+i1IeAggggEBuAQJ5uUXYRyAJBQjkmes0/YVcQ2lnnnmmp5LixYvLAw88IAMHDvQcN7WjgbxnnnlG+vbt66miRIkS8vbbb8tFF13kOZ7Ijn4xcODAAednz5498vHHH8vcuXPlnXfekY0bN0YtWkN5PXv2lKFDh0Y9z8HEBQjkJW5ICQgggAACCCCAQDIIEMgz10uM7xjfmft0xVYygbzYvLgaAQQQQAABBBBAAAG/BQjk+S1KeQgggAACuQUI5OUWYR+BJBQgkGeu0/QX8u+//17q1KnjqUQDebqM7dixYz3HTe3ol3L33XefPP30054qNJC3bNkyOf300z3H/drR59cvCnT2PF3edurUqdK/f3/Zvn17nioqVKggixYtkjPOOCPPOQ4kLkAgL3FDSkAAAQQQQAABBJJBgECeuV5ifMf4ztynK7aSCeTF5sXVCCCAAAIIIIAAAgj4LUAgz29RykMAAQQQyC1AIC+3CPsIJKEAgTyznaazxGVmZorOUuduxYoVk/r168unn37qHjL6qn3csmVLJ/CWsyIN5GlgsFq1ajkPG3uvy9d++eWX0qVLF1mzZo2nHjXRpX116Vo2/wUI5PlvSokIIIAAAggggEAYBQjkme0Vxnd/+zK++9vC9jsCebbFqQ8BBBBAAAEEEEAAAa8AgTyvB3sIIIAAAv4LEMjz35QSEbAuQCDPLLn6NmjQQFauXOmpqGzZsrJ161apWLGi57iJnX379knVqlVl9+7dkeI1AFezZk1Zt26d6Ix9tjb1+OSTT5yAYM72aP3lypVzgnraLjZ/BQjk+etJaQgggAACCCCAQFgFCOSZ7RnGd15fxndeD1t7BPJsSVMPAggggAACCCCAAALRBQjkRXfhKAIIIICAfwIE8vyzpCQEAhPQ/0Bv3bq1LFiwQLp37y6jR48OrC2pWLF+IXbPPffI0KFDPY+ns9PNnTtXWrRo4Tnu944OCnQmvkaNGom+dzcN4elMdePHj3cPWXvVLw9effVV6datm6dNGRkZMmTIEOnVq5e1tqRLRQTy0qWneU4EEEAAAQQQSHcBAnlmPwGM7/L6Mr7La2L6CIE808KUjwACCCCAAAIIIIBAwQIE8gr24SwCCCCAQOICBPISN6QEBAIXIJBntgv0l/JZs2ZJ27ZtPRVpIO6hhx6S/v37e477vaNL5Q4bNkz69OnjKVrDby+++KJce+21nuO2dnSppwsvvFCWLl0aqVJNOnXqJBMnTowc440/AgTy/HGkFAQQQAABBBBAIOwCBPLM9hDju+i+jO+iu5g6SiDPlCzlIoAAAggggAACCCBQNAECeUVz4ioEEEAAgfgFCOTFb8edCIRGgECe+a7YuXOnVK9eXXTpWHfTJWPr1q0rq1evFp0tz9Sm/XvmmWfKZ5995qmiZMmS8t133znt8pywtKNBwREjRkjv3r0jNapJ48aNPSG9yEneJCRAIC8hPm5GAAEEEEAAAQSSRoBAnvmuYnyX15jxXV4Tk0cI5JnUpWwEEEAAAQQQQAABBAoXIJBXuBFXIIAAAggkJkAgLzE/7kYgFAIE8sx3gxp36NBB3n77bU9lpUqVkunTp0urVq08x/3a0QHBBx98IM2bNxdtg7tp8K1p06ayePFi0Vnpgti0bVp/7iV7Nbi4adOmIJqU0nUSyEvp7uXhEEAAAQQQQACBiACBvAiFsTeM7/LSMr7La2LyCIE8k7qUjQACCCCAAAIIIIBA4QIE8go34goEEEAAgcQECOQl5sfdCIRCgECe+W7QX8wXLlwoF1xwgacyDcNdfvnl8sYbb3iO+7WjX8b16NFDxo4d6ylSl6vVZWG17qA2Nfnyyy/lxBNP9DShRo0asnHjRs8xdhIXIJCXuCElIIAAAggggAACySBAIM98LzG+y2vM+C6vickjBPJM6lI2AggggAACCCCAAAKFC+gYSCeXqFmzpuiKVAsWLJBmzZoVfiNXIIAAAgggUEQBAnlFhOIyBMIsQCDPTu/ocrUXX3yxMytczhrLly8vc+fOlSZNmuQ8nPB7HQysWLFCzjnnHMnKyoqUp7PjnXLKKbJs2TIpXbp05LjtN9q+d955R9q0aROpWtt2xhlnyMcffxw5xht/BAjk+eNIKQgggAACCCCAQNgFCOTZ6SHGd15nxndeD9N7BPJMC1M+AggggAACCCCAAAIFCxDIK9iHswgggAACiQsQyEvckBIQCFyAQJ6dLtBfzmfMmCHt27f3VKghNA3jLVq0yPkrGs/JBHb0P+g17DZv3jxPKTo73qhRo6R79+6e47Z3/vzzT3nsscfk4YcfjlStMwZedtllMnny5Mgx3vgjQCDPH0dKQQABBBBAAAEEwi5AIM9ODzG+8zozvvN6mN4jkGdamPIRQAABBBBAAAEEEChYgEBewT6cRQABBBBIXIBAXuKGlIBA4AIE8ux1wd69e+WSSy5xwnc5a9WZ6p544gm54447ch6O+71+GfLSSy85y9Xqf9S7m4b/GjRoIP/5z3/kkEMOcQ8X+HrgwAEjM+np504t/v3vf0fq17Dgc889JzfffHPkGG/8ESCQ548jpSCAAAIIIIAAAmEXIJBnr4cY3/1tzfjubwsb7wjk2VCmDgQQQAABBBBAAAEE8hcgkJe/DWcQQAABBPwRIJDnjyOlIBCoAIE8e/z6C/qaNWvkvPPOkx07dngqPvzww2XChAnOsraeEzHuaB2LFy+WTp065amjYsWKMn/+fGnYsGGRStVg37Rp02T69OkyePBgqVq1apHuK+wibePMmTOlc+fOooE/d9Ng4rfffivVq1d3D/HqkwCBPJ8gKQYBBBBAAAEEEAi5AIE8ex3E+O5/1ozv7H3m3JoI5LkSvCKAAAIIIIAAAgggYE5AvyPT79SWLVsWtZJdu3bJU089Jbr6U7du3aRWrVp5rtOJMurVq+d8Z5fnJAcQQAABBBAoQIBAXgE4nEIgWQQI5NntKfWeNGmSdOnSRfSLC3fTX8qrVasmU6ZMkbPOOss9HNOrlvfZZ585y+Ju2rTJU77OPjdkyBDp2bOnlChRokjl6pd5/fr1c+6rXbu2DBw4UDp27Fikewu66IcffpBzzjnHCd+51+mA5YorrnBCifqezV8BAnn+elIaAggggAACCCAQVgECeXZ7hvGdCOM7u585rY1Ann1zakQAAQQQQAABBBBIPwH9zm3FihXOJBs61s696fk9e/Y4h8uWLSv6PVzuTb+P08k42rRpk/sU+wgggAACCBQoQCCvQB5OIpAcAgTy7PeTLm109913y8iRIz2VayhP/4JGZ6PT2eNi2fQXf511rk+fPrJu3TpPGE8Dbhqk02Vsy5UrV+Ri9bPRrl07mT17tvMXPoceeqizr3WcfPLJRS4n54UaFLz11ltl1qxZon9d5G66hK7+ldEJJ5zgHuLVRwECeT5iUhQCCCCAAAIIIBBiAQJ59juH8R3jO9ufOgJ5tsWpDwEEEEAAAQQQQCBdBfbv3y/XX3+9vPHGGzET6Hd+TZo0kQULFoiuEMWGAAIIIIBALAIE8mLR4loEQipAIC+Yjvn555/l3nvvlRdeeMHTAP0F/bDDDnNmixswYIBUqlTJcz7azs6dO6V///4yfvx40SmycwbdNIzXoUMHJ/xXuXLlaLfne0w/G3Xq1BEN0blbmTJlJDMz01n2tmvXrnLppZeK/uVPYZt+Mah/BaTPtHHjRsnOzo7com185JFH5KGHHor6F0SRC3kTtwCBvLjpuBEBBBBAAAEEEEgqAQJ5wXQX4zvGdzY/eQTybGpTFwIIIIAAAggggEA6C+hkGJ9//rk0btzYmak6FgudHW/atGnMjhcLGtcigAACCEQECORFKHiDQPIKEMgLru/cIN3QoUPzNEJDbkcccYS0bdtWrrnmGjn99NM9f0Gj/wG/cuVKJ+Q2ffp0Z5kgnZkh56ZBN10aV5eqPfzww3OeKtL7rVu3So0aNTwBP/fGkiVLSvny5Z02nnHGGU77tI3HHHOMVKxY0Qnpfffdd7Jq1Srn58MPP5SPPvpIdu/enWf2Pl2qdsyYMU55bvm8+itAIM9fT0pDAAEEEEAAAQTCKkAgL7ieYXwnzszqjO/MfwYJ5Jk3pgYEEEAAAQQQQAABBFyBAwcOOLPkTZw40T1U6KtOvtG0aVNndrxSpUoVej0XIIAAAgggkFuAQF5uEfYRSEIBAnnBdprOaDdixAh57LHHRKe+zrnpL+w6I50G3/QX9qpVqzo/P/74o2zZskV0EKAhvH379nlCblqGXn/HHXfI//3f/zkBuZzlFvW9/if/qFGj5Omnn5b169dHvU3bqHXpj4b09C9+NAiox/WzpWXoj86Ip685N71GZ9jTMF6VKlVynuK9zwIE8nwGpTgEEEAAAQQQQCCkAgTygu0YxneM72x8AnVsrX8Ip+PscePGic5ez4YAAggggAACCCCAAAJmBHSWvE8++UTOOuss0TF3UTb9rmzSpEnOClZFuZ5rEEAAAQQQyC1AIC+3CPsIJKEAgbzgOy0rK0tWrFghDz74oCxevDjfBmVkZDhhN12SNr9f+jXk1rBhQ3n88celUaNGUqFChXzLK8oJDfv99NNP8sorr8iwYcNk27ZtRbmt0Gv0WXTJ3r59+8qhhx7qBPgKvYkL4hYgkBc3HTcigAACCCCAAAJJJUAgL/juYnzH+M70p5BAnmlhykcAAQQQQAABBBBAwCugE2p07txZZs6c6T0RZU+/p9MVpT744APPyldRLuUQAggggAAC+QoQyMuXhhMIJI8Agbxw9JX2wy+//OL8xczw4cPlq6++iqlh+gt+nTp1pEePHs7U2Rpy0xnr/Nj0r390Jr7t27c7g41p06bJe++958yAF2v52s4WLVrI/fffL2effbYccsghsRbB9XEIEMiLA41bEEAAAQQQQACBJBQgkBeOTmN8F45+SNVWEMhL1Z7luRBAAAEEEEAAAQTCKqATZSxYsEBatmxZaBN1drznn39ebrzxxkKv5QIEEEAAAQTyEyCQl58MxxFIIgECeeHqLJ2RTsNTn3/+uUydOlVmzJjhLE+bXyuPOOIIZ9nXDh06ODPjacCtXLly+V2e0HEN5mn79EeXzJ01a5YsXbpUvvjiC2dJWx2QRNs0hFerVi258MILpW3bttK0aVNn5j6/AoPR6uSYV4BAnteDPQQQQAABBBBAIFUFCOSFq2cZ34WrP1KlNQTyUqUneQ4EEEAAAQQQQACBZBLQiSvOO+88Wb58eb7N1u/DqlevLqtXr054Bat8K+EEAggggEBaCBDIS4tu5iFTXYBAXjh7WP+D3Q2/6cx5mzdvdn527NghlStXdn6h11/qdSa8MmXKOCE8mwE3Dd9p+7Kzs0XbumvXLlm7dq0zy9/u3btlz549UrFiRdHA4FFHHeUE8rSd+lOqVKlwoqdwqwjkpXDn8mgIIIAAAggggEAOAQJ5OTBC9JbxXYg6IwWaQiAvBTqRR0AAAQQQQAABBBBIOgH9Xmz06NHSs2fPfNuekZEh9957rwwaNCjfaziBAAIIIIBAUQQI5BVFiWsQCLkAgbyQd9DB5unMdNpP+uWa/sJfvHhx0V/qddpr/WubMGxuG7V9+qP72k63rdpetuAECOQFZ0/NCCCAAAIIIICATQECeTa146vLHTsxvovPj7vE+aM4/QM4/QO5cePGSdeuXWFBAAEEEEAAAQQQQAABCwI6acbxxx8vP/30U9TaypYtKytWrJC6detGPc9BBBBAAAEEiipAIK+oUlyHQIgFCOSFuHNoGgI+CRDI8wmSYhBAAAEEEEAAgZALEMgLeQfRPAR8EGCGPB8QKQIBBBBAAAEEEEAAgTgE9DvV22+/XUaNGpXnbp2golWrVjJjxgxnUo08F3AAAQQQQACBGAQI5MWAxaUIhFWAQF5Ye4Z2IeCfAIE8/ywpCQEEEEAAAQQQCLMAgbww9w5tQ8AfAQJ5/jhSCgIIIIAAAggggAACsQrojOdLly6Vpk2b5rlVV7UaP368XH311XnOcQABBBBAAIFYBQjkxSrG9QiEUIBAXgg7hSYh4LMAgTyfQSkOAQQQQAABBBAIqQCBvJB2DM1CwEcBAnk+YlIUAggggAACCCCAAAIxCuzbt08aNWokq1at8txZpUoV+eabbyQzM9NznB0EEEAAAQTiESCQF48a9yAQMgECeSHrEJqDgAEBAnkGUCkSAQQQQAABBBAIoQCBvBB2Ck1CwGcBAnk+g1IcAggggAACCCCAAAIxCOi4u3///s6Pe5suV3vttdfKiy++KMWKFXMP84oAAggggEDcAgTy4qbjRgTCI0AgLzx9QUsQMCVAIM+ULOUigAACCCCAAALhEiCQF67+oDUImBAgkGdClTIRQAABBBBAAAEEECiagC5bu2LFCqlfv37kBl2u9s0335RLL700cow3CCCAAAIIJCJAIC8RPe5FICQCBPJC0hE0AwGDAgTyDOJSNAIIIIAAAgggECIBAnkh6gyagoAhAQJ5hmApFgEEEEAAAQQQQACBIgrs379fGjZsGFm2tnLlyrJ+/XopX758EUvgMgQQQAABBAoWIJBXsA9nEUgKAQJ5SdFNNBKBhAQI5CXEx80IIIAAAggggEDSCBDIS5quoqEIxC1AIC9uOm5EAAEEEEAAAQQQQMAXAR1733ffffL000+LLlfbsWNHmTRpki9lUwgCCCCAAAIqQCCPzwECKSBAIC8FOpFHQKAQAQJ5hQBxGgEEEEAAAQQQSBEBAnkp0pE8BgIFCBDIKwCHUwgggAACCCCAAAIIWBDQZWsXLFggF154oehytSNHjpTu3btbqJkqEEAAAQTSRYBAXrr0NM+Z0gIE8lK6e3k4BBwBAnl8EBBAAAEEEEAAgfQQIJCXHv3MU6a3AIG89O5/nh4BBBBAAAEEEEAgHAK7d++WmjVryr59++Trr7+WWrVqhaNhtAIBBBBAICUECOSlRDfyEOkuQCAv3T8BPH86CBDIS4de5hkRQAABBBBAAAERAnl8ChBIfQECeanfxzwhAggggAACCCCAQPgF9Pfydu3ayYYNG2TFihXO0rXhbzUtRAABBBBIFgECecnSU7QTgQIECOQVgMMpBFJEgEBeinQkj4EAAggggAACCBQiQCCvECBOI5ACAgTyUqATeQQEEEAAAQQQQACBpBfQ8feTTz4p69atk9GjRyf98/AACCCAAALhEiCQF67+oDUIxCVAIC8uNm5CIKkECOQlVXfRWAQQQAABBBBAIG4BAnlx03EjAkkjQCAvabqKhiKAAAIIIIAAAgiksMBff/0l7733nnz77bdyww03pPCT8mgIIIAAAkEIEMgLQp06EfBZgECez6AUh0AIBQjkhbBTaBICCCCAAAIIIGBAgECeAVSKRCBkAgTyQtYhNAcBBBBAAAEEEEAgbQX0u5etW7dKvXr10taAB0cAAQQQMCNAIM+MK6UiYFWAQJ5VbipDIBABAnmBsFMpAggggAACCCBgXYBAnnVyKkTAugCBPOvkVIgAAggggAACCCCAQFQBnSXvzz//lIyMjKjnOYgAAggggEC8AgTy4pXjPgRCJEAgL0SdQVMQMCRAIM8QLMUigAACCCCAAAIhEyCQF7IOoTkIGBAgkGcAlSIRQAABBBBAAAEEEEAAAQQQQACBEAkQyAtRZ9AUBOIVIJAXrxz3IZA8AgTykqevaCkCCCCAAAIIIJCIAIG8RPS4F4HkECCQlxz9RCsRQAABBBBAAAEEEEAAAQQQQF/usSgAAAKtSURBVACBeAUI5MUrx30IhEggZyCvY8eO8uijj4aodTQFAQT8ENizZ480atTImTZ96tSp0rZtWz+KpQwEEEAAAQQQQACBkAm4gbwpU6ZIy5YtZciQISFrIc1BAIFEBfT/cXR8p6/jxo2Trl27Jlok9yOAAAIIIIAAAggggAACCCCAAAIIhEiAQF6IOoOmIBCvgBvImzdvnpQpU0YqVKgQb1HchwACIRX466+/ZMeOHQTyQto/NAsBBBBAAAEEEPBLwA3kTZ48WUqXLi2ZmZl+FU05CCAQIgEd3xUvXpxAXoj6hKYggAACCCCAAAIIIIAAAggggAACfgkQyPNLknIQCFAgZyAvwGZQNQIIWBDIyMgQZsizAE0VCCCAAAIIIIBAQAI5A3kBNYFqEUDAkoCO75ghzxI21SCAAAIIIIAAAggggAACCCCAAAIWBQjkWcSmKgRMCejMWStXrpSdO3eaqoJyEUAgJALFihWTk046SSpVqhSSFtEMBBBAAAEEEEAAAT8FdHy3Zs0a+fHHH/0slrIQQCCEAjq+O+644+TII48MYetoEgIIIIAAAggggAACCCCAAAIIIIBAvAIE8uKV4z4EQiagsyjoFzdsCCCQ+gI6i4J+ccOGAAIIIIAAAgggkJoCjO9Ss195KgSiCTC+i6bCMQQQQAABBBBAAAEEEEAAAQQQQCC5BQjkJXf/0XoEEEAAAQQQQAABBBBAAAEEEEAAAQQQQAABBBBAAAEEEEAAAQQQQAABBBBAAIGQCBDIC0lH0AwEEEAAAQQQQAABBBBAAAEEEEAAAQQQQAABBBBAAAEEEEAAAQQQQAABBBBAAIHkFiCQl9z9R+sRQAABBBBAAAEEEEAAAQQQQAABBBBAAAEEEEAAAQQQQAABBBBAAAEEEEAAAQRCIvD/AAAA//+rNrnGAABAAElEQVTs3Qm8JFV9L/DDMjAwwzIMDPu+yaIhKKuoILINARz2RQEFBSGSkGBQ5AUxKArB93AJAgZBISAIRER9MoCBBHBBFHnKDi7DKtvIMkQT+tW/SPfcvrfv7eV29frtz2e8faurzjn1PT1YZ+p3Ti1Syl7JiwABAgQIECBAgAABAgQIECBAgAABAgQIECBAgAABAgQIECBAgAABAgQIEJiUwCICeZPyczABAgQIECBAgAABAgQIECBAgAABAgQIECBAgAABAgQIECBAgAABAgQIEMgFBPJ8EQgQIECAAAECBAgQIECAAAECBAgQIECAAAECBAgQIECAAAECBAgQIECAQBsEBPLagKgIAgQIECBAgAABAgQIECBAgAABAgQIECBAgAABAgQIECBAgAABAgQIECAgkOc7QIAAAQIECBAgQIAAAQIECBAgQIAAAQIECBAgQIAAAQIECBAgQIAAAQIE2iAgkNcGREUQIECAAAECBAgQIECAAAECBAgQIECAAAECBAgQIECAAAECBAgQIECAAAGBPN8BAgQIECBAgAABAgQIECBAgAABAgQIECBAgAABAgQIECBAgAABAgQIECDQBgGBvDYgKoIAAQIECBAgQIAAAQIECBAgQIAAAQIECBAgQIAAAQIECBAgQIAAAQIECAjk+Q4QIECAAAECBAgQIECAAAECBAgQIECAAAECBAgQIECAAAECBAgQIECAAIE2CAjktQFREQQIECBAgAABAgQIECBAgAABAgQIECBAgAABAgQIECDQnwKvvfZauvrqq9Mf//jH/jwBrSZAoGGBRRddNM2ZMydNnTq14WPsSIAAgWYFBPKaFbM/AQIECBAgQIAAAQIECBAgQIAAAQIECBAgQIAAAQIECAyMwJ/+9Ke0/vrrpxdffHFgzsmJECBQW2DKlCnpl7/8ZVpppZVq72ArAQIE2iAgkNcGREUQ6LZAqVRKv/71r9PLL7/c7aaonwCBggUWWWSRtNZaa6Vlllmm4JoUT4AAAQIECBAg0A2BGN/NmzcvzZ8/vxvVq5MAgQ4KxPhu9dVXT8svv3wHa1UVAQIECBAgQIBALYFYGW/WrFn5WCxWzYrAjhcBAoMl8N///d/plVdeyf9+x7+9xN95LwIECBQlIJBXlKxyCXRQIC4eDj744HTLLbd0sFZVESDQDYHFFlssXXzxxWm33XbrRvXqJECAAAECBAgQKFggxnfHHHNMuu666wquSfEECHRbIMZ35557bjrwwAO73RT1EyBAgAABAgSGXqAcyHvppZfSWWedlQ499NChNwFAYJAE4rHUt912Wz7+isCtQN4g9a5zIdCbAgJ5vdkvWkWgKYH/+q//SrNnz05z585t6jg7EyDQfwJxw+baa69Ne+21V/81XosJECBAgAABAgTqCkQg75BDDklXXXVV3X3tQIBAfwvE+O6iiy5Khx9+eH+fiNYTIECAAAECBAZAoBzIi6dRnXfeeenoo48egLNyCgQIlAXiiQQ33XRT2mWXXayQV0bxkwCBQgUE8grlVTiBzgiUA3k33nhjHtL5yEc+0pmK1UKAQMcEYgntWBVPIK9j5CoiQIAAAQIECHRFoBzI++Y3v5l23HHH9MlPfrIr7VApAQLFCcS/4+y+++4pfgrkFeesZAIECBAgQIBAMwICec1o2ZdA/wkI5PVfn2kxgX4XEMjr9x7UfgKZQDmQF6n+97///fnMHTAECAyWwIsvvphWWGEFgbzB6lZnQ4AAAQIECBAYI1AO5F199dVpzpw56Yorrhizjw0ECPS3wJ/+9Kc0c+bMFDd9BfL6uy+1ngABAgQIEBgcAYG8welLZ0KgloBAXi0V2wgQKFJAIK9IXWUT6JDAyEDeUUcdlS644IIO1awaAgQ6JRCBvGWXXVYgr1Pg6iFAgAABAgQIdElgZCBv33339ejaLvWDagkUKRCBvOWWW04gr0hkZRMgQIAAAQIEmhQQyGsSzO4E+kxAIK/POkxzCQyAgEDeAHSiUyAgkOc7QGDwBQTyBr+PnSEBAgQIECBAIAQE8nwPCAy+gEDe4PexMyRAgAABAgT6T0Agr//6TIsJNCMgkNeMln0JEGiHgEBeOxSVQaDLAgJ5Xe4A1RPogIBAXgeQVUGAAAECBAgQ6AEBgbwe6ARNIFCwgEBewcCKJ0CAAAECBAi0ICCQ1wKaQwj0kYBAXh91lqYSGBABgbwB6UinMdwCAnnD3f/OfjgEBPKGo5+dJQECBAgQIEBAIM93gMDgCwjkDX4fO0MCBAgQIECg/wQE8vqvz7SYQDMCAnnNaNmXAIF2CAjktUNRGQS6LCCQ1+UOUD2BDggI5HUAWRUECBAgQIAAgR4QEMjrgU7QBAIFCwjkFQyseAIECBAgQIBACwICeS2gOYRAHwkI5PVRZ2kqgQEREMgbkI50GsMtIJA33P3v7IdDQCBvOPrZWRIgQIAAAQIEBPJ8BwgMvoBA3uD3sTMkQIAAAQIE+k9AIK//+kyLCTQjIJDXjJZ9CRBoh4BAXjsUlUGgywICeV3uANUT6ICAQF4HkFVBgAABAgQIEOgBAYG8HugETSBQsIBAXsHAiidAgAABAgQItCAgkNcCmkMI9JGAQF4fdZamEhgQAYG8AelIpzHcAgJ5w93/zn44BATyhqOfnSUBAgQIECBAQCDPd4DA4AsI5A1+HztDAgQIECBAoP8EBPL6r8+0mEAzAgJ5zWjZlwCBdggI5LVDURkEuiwgkNflDlA9gQ4ICOR1AFkVBAgQIECAAIEeEBDI64FO0AQCBQsI5BUMrHgCBAgQIECAQAsCAnktoDmEQB8JCOT1UWdpKoEBERDIG5COdBrDLSCQN9z97+yHQ0Agbzj62VkSIECAAAECBATyfAcIDL6AQN7g97EzJECAAAECBPpPQCCv//pMiwk0IyCQ14yWfQkQaIeAQF47FJVBoMsCAnld7gDVE+iAgEBeB5BVQYAAAQIECBDoAQGBvB7oBE0gULCAQF7BwIonQIAAAQIECLQgIJDXAppDCPSRgEBeH3WWphIYEAGBvAHpSKcx3AICecPd/85+OAQE8oajn50lAQIECBAgQEAgz3eAwOALCOQNfh87QwIECBAgQKD/BATy+q/PtJhAMwICec1o2ZcAgXYICOS1Q1EZBLosIJDX5Q5QPYEOCAjkdQBZFQQIECBAgACBHhAQyOuBTtAEAgULCOQVDKx4AgQIECBAgEALAgJ5LaA5hEAfCQjk9VFnaSqBAREQyBuQjnQawy0gkDfc/e/sh0NAIG84+tlZEiBAgAABAgQE8nwHCAy+gEDe4PexMyRAgAABAgT6T0Agr//6TIsJNCMgkNeMln0JEGiHgEBeOxSVQaDLAgJ5Xe4A1RPogIBAXgeQVUGAAAECBAgQ6AEBgbwe6ARNIFCwgEBewcCKJ0CAAAECBAi0ICCQ1wKaQwj0kYBAXh91lqYSGBABgbwB6UinMdwCAnnD3f/OfjgEBPKGo5+dJQECBAgQIEBAIM93gMDgCwjkDX4fO0MCBAgQIECg/wQE8vqvz7SYQDMCAnnNaNmXAIF2CAjktUNRGQS6LCCQ1+UOUD2BDggI5HUAWRUECBAgQIAAgR4QEMjrgU7QBAIFCwjkFQyseAIECBAgQIBACwL9FMh77bXX0je+8Y30wgsvtHCmCw9Zfvnl02qrrVb5M23atIUfekdgwAQE8gasQ50OgT4QEMjrg07SRAL1BATy6gn5nED/Cwjk9X8fOgMCBAgQIECAQCMCAnmNKNmHQH8LCOT1d/9pPQECBAgQIDCYAv0UyIvryW222SY9/PDDk+qMRRddNC222GL5n8UXXzxtscUWac6cOWmfffZJK6200qTKHtaDI/T1yCOPpK9//etVBIssskjafffd836r+sAvHRMQyOsYtYoIEPgfAYE8XwUCAyDQb4E8M3cG4EvnFDouIJDXcXIVEiBAgAABAgS6ItBvgTzju658TVTa5wICeX3egZpPgAABAgQIDKRAvwXyNttss/Tggw+2tS+mTJmSll566bTMMsukd77znenUU09NG264YVvrGPTCIvR1880356HGkecagcczzzwzfehDHxq52fsOCgjkdRBbVQQI5AICeb4IBAZAoN8CedHerbfeuu0zd/7sz/4s7bvvvmbutPidnmjWzm677Za23XbbFkt2WDsEBPLaoagMAgQIECBAgEDvC/RbIM/4rje/U8Z3vdkv5VYJ5JUl/CRAgAABAgQI9I6AQF51X0ydOjVfJe+EE05IH/7wh9OSSy5ZvYPfagrEpLUbb7wxxX21ka9YifBzn/tcCk+v7ggI5HXHXa0EhllAIG+Ye9+5D4xAPwbyNt1008Jm7kyfPj3tvPPOZu40+Q2PC9Fas3ZikBCzdo477rgmS7R7OwUE8tqpqSwCBAgQIECAQO8K9GMgz/iu975Pxne91ycjWySQN1LDewIECBAgQIBAbwj0eyAvHj+7yy67pNNPP70uaNxXfPrpp9Pjjz+e5s2bl98b+slPfpJiHDHyFY9ZjdXyYkGMCy+8MG288cYjP/a+hoBAXg2UHtkkkNcjHaEZBIZIQCBviDrbqQ6ugEDe2L6NmTsrrrhi+qu/+iszd8by1NwSF6Jz586tOWvnnHPOyS1rHmhjRwQE8jrCrBICBAgQIECAQNcFBPLGdoHx3ViTeluM7+oJdfdzgbzu+qudAAECBAgQIFBLYBACeQcffHD62te+Vuv0qrbFeCGCYzH+jD+vvvpqevTRR9M111yTzjvvvDR//vyq/eNxqxtttFG6/PLL05ve9Kaqz/xSLSCQV+3RS78J5PVSb2gLgeEQEMgbjn52lgMuMAiBvJhls+uuuzY1c+eJJ55Iv/vd7yacuROr5ZVn7rzhDW8Y8G/C5E7PDZvJ+RV9tEBe0cLKJ0CAAAECBAj0hsAgBPKM77r/XTK+634fTNQCgbyJdHxGgAABAgQIEOiOwCAE8g455JB06aWXtgQYY9FXXnklPfzww+kTn/hE+ta3vlVVTjxNab311kuXXXZZ2mqrrao+88tCAYG8hRa99k4gr9d6RHsIDL6AQN7g97EzHAKBQQjkxVLaBx10UPr6179et8figqnZmTsbbrhhuuKKK8zcmUDXDZsJcHrgI4G8HugETSBAgAABAgQIdEBgEAJ5xncd+KLUqcL4rg5Qlz8WyOtyB6ieAAECBAgQIFBDYNgDeWWSGJO+8MIL+Wp4J554Yop7kOVXjPXWWWed9P3vfz9tsMEG5c1+jhIIv3vvvXfU1pTWXXfdtMoqq4zZbkNnBATyOuOsFgIEFgoI5C208I5A3woMSiAvltKOmTWtvMozdx555JF02mmnjZm5E4OEmLnzL//yL2bujAPshs04MD2yWSCvRzpCMwgQIECAAAECBQsMSiDP+K7gL0qd4o3v6gB1+WOBvC53gOoJECBAgAABAjUEBPKqUV5++eX8nt3xxx9fFcqLlfJ23nnndP3116cpU6ZUH+S3XCDGYzG2H/0Ku1hR3qs7AgJ53XFXK4FhFhDIG+bed+4DIyCQt7Ar4wJ3/vz5efCu1sydtddeO91www1m7iwkq3pn1k4VR0/9IpDXU92hMQQIECBAgACBwgQE8hbSGt8ttGjlnfFdK2qdOUYgrzPOaiFAgAABAgQINCMgkDdWKx5he8kll6Tjjjuu6sOpU6emU089NX384x+v2u4XAr0sIJDXy72jbQQGU0AgbzD71VkNmYBA3tgOj5k7sRpeDBJGL6cdM3e+853vmLkzli2ZtVMDpUc2CeT1SEdoBgECBAgQIECgYAGBvLHAxndjTRrZYnzXiFJ39hHI6467WgkQIECAAAECEwkI5NXWeemll9KRRx6Zrr766qodZsyYkT+6dquttqra7hcCvSogkNerPaNdBAZXQCBvcPvWmQ2RgEBe7c4eb+bOkksumf7X//pfZu7UZrO1RwUE8nq0YzSLAAECBAgQINBmAYG82qDGd7VdbO1PAYG8/uw3rSZAgAABAgQGW0Agr3b/Rojp0UcfTTvssEN64oknKjstuuiiab/99ktXXnllZZs3BHpZQCCvl3tH2wgMpoBA3mD2q7MaMgGBvPE7PGbuvO9970vf/OY3q3Zafvnl80fXmrlTxeKXHhYQyOvhztE0AgQIECBAgEAbBQTyxsc0vhvfxif9JSCQ11/9pbUECBAgQIDAcAgI5I3fz3Ef8vzzz09/+Zd/WbXT9OnT0+23357e+MY3Vm33C4FeFBDI68Ve0SYCgy0gkDfY/evshkRAIG/8jp5o5s6+++6brrrqqvEP9gmBHhIQyOuhztAUAgQIECBAgECBAgJ54+Ma341v45P+EhDI66/+0loCBAgQIEBgOAQE8ibu52effTZtuumm6emnn67sGKvkHXXUUemCCy6obPOGQK8KCOT1as9oF4HBFRDIG9y+dWZDJCCQN3FnjzdzZ9q0aemOO+4wc2diPp/2iIBAXo90hGYQIECAAAECBAoWEMibGNj4bmIfn/aHgEBef/STVhIgQIAAAQLDJSCQN3F/x1jslFNOSWeffXbVjvFEqnvvvTetssoqVdv9QqDXBATyeq1HtIfA4AsI5A1+HzvDIRAQyKvfyc8991zaZJNNxszcef/7358uvPDC+gXYg0CXBQTyutwBqidAgAABAgQIdEhAIK8+tPFdfSN79LaAQF5v94/WESBAgAABAsMpIJA3cb9HmOmBBx7I77XF+/Jr8cUXT5deemk66KCDypta+hll/vKXv0wPP/xwevzxx9OCBQvSSiutlDbeeOO05ZZbpqjHK6W4JxxOjz32WHriiSdSrFw4derUFIuQrLrqqmmzzTZLa621VlpkkUUmzTVofRLnc9NNN6VddtklTZkyJc2bNy/NmjVr0k4KIECAwHgCAnnjydhOoI8EBPLqd1bc1PrYxz42ZubOcsstl+677z4zd+oT2qPLAgJ5Xe4A1RMgQIAAAQIEOiQgkFcf2viuvpE9eltAIK+3+0frCBAgQIAAgeEUEMir3+//+Z//mT916sEHH6zsHI+tPfroo9P5559f2dbMmxdeeCF99atfTVdffXUe+It7njHmi/BUlB3BqQhN7bXXXulv//Zv85DeeOXHdfYll1ySXnvttXyXCKXF8UccccSkAmrRlkcffTTdeOONlaqjbVtttVX6sz/7s8q28puo/9prr83DcuVtESiMRUJaeUX9d999d7ryyivT9ddfn5588sncKJzK5xrtWWyxxfLzjdUK991333TAAQfkAcpm62xnnzRbd5H7C+QVqatsAgRqCQjk1VKxjUCfCQjk1e+wuMiqNXMnLk4vu+yySc3cibJHz9pZccUV81k7b37zm83a+Z/u6eSsnahy0PpFIK/+33N7ECBAgAABAgQGQUAgr34vGt/VNyp6D+O7yQkL5E3Oz9EECBAgQIAAgSIEBPLqq8Y4IMJ3EXorvyL0tt5666WHHnqovKmhnxEk++53v5tOPfXU9Mgjj+Qr4kX5tV4RNltqqaXSGmuskT760Y+mI488stZuKa6z99lnn3TbbbdVPo9A3ne+8520zTbbVLY1+ybG6R/5yEfSP//zP1cOjXK///3vp7gPOPoV7dhpp53SPffcU/loySWXrHqKV+WDOm9ihfgzzjgjX4XwlVdeyZ3KIbzxDg2vpZdeOl81b88990wnnXRSQ8G8IvpkvDZ2Y3v8W4IV8rohr04CwysgkDe8fe/MB0ggLlBnz56dX0QcddRR6YILLujps4v2brrppmn0DJqDDz44D8cV1fjxZu60ajZ//vx00UUXTThrJ5bTjlk7cbEb78d7dXrWzlve8pa0xRZbjGlOXGyPnrUTocUwauUVF7fNztqZM2dOOvDAAxsaHNRqUzv7pVb53domkNctefUSIECAAAECBDorIJDXmLfx3etOcaPF+K6xcXdj36zO7CWQ1xlntRAgQIAAAQIEmhEQyKuvFfeQ4r7YBz7wgaqdI2wW4bMNN9ywavt4v8S4N0Jm5557bvrDH/6Qr/Y23r4jt8f4Z/nll0+f/OQn0/HHHz/yo/x9tO/CCy9Mxx57bOWzOCb2/fznP1/Z1uybuD8T5/bUU0/lh0YI8U1velP6yU9+kq9IN7q8uN6P1fPi/lj5FUavvvpq+de6P+P+WpQfq+rF6nwRxmvlFY+znTlzZrr55pvTRhttNG4RRfXJuBV24QOBvC6gq5LAsAtk/+HxIkCgzwWyC7tS9rz7UnZRWcougnv+bKK92YVrKfvvb+VPtP3QQw8ttO1ZELCULUtdqTPqzy6aS9nMnabqzS7oS9mS0KVsGerSMsssU8qWma4qc/R5TZs2rZRd5JayJbfHrSdMslBladlll638WWGFFUp33HHHuMc08kGc89/8zd9Uyozyo9w777yz5uHRjre+9a1V+2er/dXct97GZ599tnTiiSeWsiBiKQyij0fa1Hof+0yfPr208sorl973vveVfvWrX9WrpvJ5Ef1SKbwH3mSD0twvC0iWrrvuuh5okSYQIECAAAECBAgUIRDX8NljZfLr5/3337+IKtpapvHdWE7ju9fH+sZ3Y78b5S3Zzd5StsJHKcZ32eoi5c1+EiBAgAABAgQIdFEgm/RTWm655fJ7Plmoq4stqV91XE/Wus922GGH1T94EnvEfZgf/vCHY+71xH2y7HGuDZUcY96Pfexj+b2g0feJwv8d73hHfm/ptNNOKx100EGlN7zhDWPqmzFjRil7fGvN+p5++um8H0eWvdpqq5VefvnlmvvX25gF1Urf+MY38vuJ5TLjOv7ss88e99Don7iHWN4/fmaBvHH3H/1BON9+++2ltddeu+a9tfDOAoGlPfbYo3T44YfnTnGPceONN87HGCPrjfdZKK8U95jGexXdJ+PV2+nt4Tp37ty8X7IVDktZwLLTTVAfAQJDJhCP9PMiQKDPBeIf+wXy6ndiXDR/5StfqboALl8EZ4+zrV9AtkeUcfrpp5fiYj8uuEdf1I73e9yIiGO++MUv1qwnyj3//POryotjPvzhD9fcv9GN2ayd0iqrrFIpNwKIcZEeg4Far/gujR4kLLHEErV2HXdbXND++Mc/Lm222WalbEnsSt3j2Yy3PQYIMUi6//77x62r/EFR/VIuvxd+CuT1Qi9oAwECBAgQIECgeAGBvMaMje9en2BmfFc90W+icXdj36zO7CWQ1xlntRAgQIAAAQIEmhEQyKuvFfd/Hn744TH3fSIgdtlll9UtIMZx2WNf80UcRt4bivthESbMnqxVeuaZZ/LwWNzfev7550tPPvlk6Utf+lLVva44Nu59Pfroo2PqjPtcseDDyPIjfHXVVVeN2beRDVHeX/zFX1SVF4tQzJs3b9zDJxPIC+Nf/vKXpTXXXLMqBBjnE4uERJjx5z//eSmCh7EwxgsvvJA7xfsImMX9zi984QulbbfdNm9z3BeMUGOUW+vViT6pVW83toWBQF435NVJYHgFBPKGt++d+QAJCOQ11plxofWjH/2o6qI5LmBjoBAXYPVecWPslFNOqTlrJ1aeGz1rZ5NNNhlTV7OzdlZdddVJzdqJGUJxsV0eeESI8Kyzzhr3VCcbyAvjWNWvXbN2YsbQRLN24kSK7pdxsTr8gUBeh8FVR4AAAQIECBDokoBAXmPwxncpnyRmfNfcuLuxb1fxewnkFW+sBgIECBAgQIBAswICeY2JRUiufM+p/DPuPf3v//2/JywgxnDxVKSRi0jE8bGww8UXX5yHymKfWq/sca2l++67rzTyvlvUGU+IGv2KMv7t3/6tqo0R+Nt7771H71r39yjr0Sz0FwtIlM81yorV7CPINt5rMoG8BQsWlN75zndW3duL+3ybb7556bbbbitFUHGiuqPN4RWBvWuuuSZfhCNW4a/1in070Se16u7GtjhfgbxuyKuTwPAKCOQNb9878wESEMhrrDPjQuuRRx6pXDSXL57jov3SSy+dsJC4uL3ooosKn7Xz/ve/v6p9ERYcb9ntCRucfRg38pqdtTOZQF75wn28WTsf/ehHSz/72c/aNmsnzr8T/VLPuVOfC+R1Slo9BAgQIECAAIHuCgjkNeZvfJfy8elEqzIY3z3a2JepC3sJ5HUBXZUECBAgQIAAgToCAnl1gP7n41dffbW01FJLVd3LivtssXLbRK8Yn8yZM6cqaBbHnXnmmaUIodV7xVj51ltvrXoy08yZM0uPPfbYmEPj8bRvfOMbq9oYq8v97ne/G7PvRBuizs985jNV5cR9u29/+9sTHZY/pWr006gaeWRt1PeP//iPpVjRr3wPM8J4a621Vh6cC8NmXvGdjhUGY0W9Wq9O9kmt+ju9Lf4dQSCv0+rqIzDcAgJ5w93/zn5ABOKCySNrG+vMWLq5fBFb/hkX/J/73OfGLSAu0O69994xs3ZiwNHIrJ145OroWTsnnnjimPqinltuuaWqfXGhvddee43Zt96GKOvXv/511aAoZu3st99+E86cie/S6EFCo4+sjUFYrVk78ejads/aifPvVL/Us+7U5wJ5nZJWDwECBAgQIECguwICeY37G98Z38W3JVZ/aHTc3fi3q9g9BfKK9VU6AQIECBAgQKAVAYG8xtTKTuV7bPEz7rPVWq2uXGLcz/npT39ailBa+bi4Z7XnnnuWXnrppfJudX/GfajPfvazlTIiHHfOOeeMOS7G1SP3K7ex1r5jDh6xIc417nGV2xz37NZbb726AcJWV8iL1QdXX331Sn1Rb5zjv/7rv054b29Ek2u+DY/Rr073yej6u/F7nLNAXjfk1UlgeAUE8oa37535AAkI5DXemXHxPHrmTlz0TzRzJy5Ua83a+fSnP133ojtaFqu4/fu//3tDs3biRsLoWTvTp09vetZO1FlrsHHddddNiNVqIC/q6+SsnTiJTvbLhGgd+lAgr0PQqiFAgAABAgQIdFkgrnPjcTLlx+B0uTl1q48xxIYbblh1wyDafuihh9Y9drI7GN8Z35W/Q82Mu8vHdPOnQF439dVNgAABAgQIEKgtUA6aRQDqwgsvrL1Tj2yN68la47DDDjus8BbGfawY85VDauWw26c+9alx645x4+gnREU4Lx6X2uwrVnwr3+eLdsyePXtMERG8+s1vflP1qNkI0/35n/95vtjDmANqbIgyYhGNCBuWzzXen3LKKTX2rt7USiAvxjTnnXdelW20ecsttyzFd7Pdr073Sbvb30p5AnmtqDmGAIHJCAjkTUbPsQR6RCAumqyQ11hnxEXwcsstV7l4jovouGCvtWJdlBgXZ3fddVfVrJ24AI4L/GZm7cTF8llnnVWpNy7aI8A2+jVekK7ZWTtxnqNn7ay77rp1A4TxXWplhbxYmWL0rJ04xyJm7XSjX0b3Uzd+F8jrhro6CRAgQIAAAQKdFxDIa9zc+G7ixzoZ39Uedzf+DStuz/juxk3EGDdfcsklxVWkZAIECBAgQIAAgYYFBPIao5o3b17lXlc5qFYvxBghvhVXXLFyXNxn23HHHfOFFxqrdeFecS0d90TLda+wwgqlWDlv9Cv6c999963sF/tPnTq19KMf/Wj0rjV/j/HUBz7wgarjI0QYq3PXe0UbR99rq/fI2jhmm222qaovXL/85S/Xq66lz7vRJy01tI0HCeS1EVNRBAg0JCCQ1xCTnQj0toBAXuP9s2DBgqrZJXEBHv8AfsYZZ9QsJG6GHXXUUVUXwPEI11Zm7Tz11FOVWTsx2Nhjjz1q1vnb3/52zKydLbbYoqlZO7feemvVrJ0IHTYya6eVGzYRIowBwcgZUXF+MdOoiFk7gdaNfqnZWR3cKJDXQWxVESBAgAABAgS6KCCQ1zi+8d3EVsZ344+7J5Yr/lOBvOKN1UCAAAECBAgQaFZAIK++WASa7r777qp7ZnGfLYJj4z2hKY65/fbbS3HfqByii/ty//RP/1S/whp7xJg5FrwolxX37H7+85+P2TPuXX3rW9+q7Fe+H3jCCSeM2bfWhueee640c+bMyvHR/ne9610NhQhbCeQ98cQTpSlTplTqi/auuuqqpVgQo92vbvVJu8+j2fIE8poVsz8BApMVWCQKyP6D7kWAQB8LZBefKVuxLd10000pC4+lCy64oKfPJtq76aabpgcffLDSzizMlQ4++OB02WWXVbYV8ebxxx9P2UpuVUVnF/4pC5Slo48+ump7/JLNqklrrrlmeuaZZ/LPsgvu9Pa3vz23juOaeZX7ae7cuflhM2bMSNkFdspmxVQVk900yS2uueaayvbYJ1saO2WzYyrbxnuTDTLScccdV/U9yAYk6Z577kkbbbTReIfl26ONb3nLW1I2oKrsF8dmA9HK76PfxDE77LBDymYVVT4Kmy996UvpmGOOqWxr55tu9Es7299KWS+++GJadtllU9hee+21aa+99mqlGMcQIECAAAECBAj0uEBczx9yyCHp6quvTtls/nTVVVf1dIuN74zvJvsFHcbxXYz7s9X7U3ajLl100UXp8MMPnyyj4wkQIECAAAECBCYpENdms2bNSi+//HLKHh1a857RJKto2+FxPZk9JWnMfbYYS1566aVtq2d0QVmgKWVPRkr77bdf1UdZkCzdcccd6c1vfnPV9vglxrjZU6DSySefXPks7gnG/aOVV165sq2ZN7/+9a/TxRdfnB+ShQFT3E+rdc8ke9JVeuMb35hi/3jFPb7VVlstd8tWrM631fqfOM9wPPLII2Nxo3yXqOerX/1qes973lPrkKpt0T9bbbVV1b22uM8XY59ar6gvzuGAAw6ofBxG2cIe6dvf/nbe7soHbXjTzT5pQ/NbLiL6Mu6lZysspvjOZqs95n/nWy7QgQQIEKgnEIE8LwIE+lsgu7DzyNoGujBmPvziF7+oml2S/TcyX0kuZsmMfsX+2QCibbN2sgvcUjx6NuqMPzHTpdasnah39KydWH2u0Vk7zz//fMuzduK7NHoZ7ZhdNNHrySefHDNrZ5VVVilk1k60o1v9MpFBJz6zQl4nlNVBgAABAgQIEOi+QBZwK2X/CJ+vQL3//vt3v0F1WhBjiA033LAyzomxToxfDj300DpHTu5j47v/qgtofDf+uLsuXsE7WCGvYGDFEyBAgAABAgRaELBCXn20GK/+zd/8TdX4L8aA8TjaLGxWs4A4JltEYswxSy+9dGn69Okt/cnCdJXyskUMSlmActy6P/axj1X2Ld+b++Y3v1lz//LGGEvtvPPOVcdl4cHS/Pnzy7tM+LPZFfLC6BOf+ERVfTGu/su//MsJ62n1w272Sattbsdx8e8I2aIpuXPco40nm3kRIECgSAEr5GX/z+tFoN8FsgsnK+Q10InZhVbNmTsxq+WHP/zhmJk7sX/M2vm7v/u7SukxI6Vds3ZipbOY8bL33ntXyi+/GT1rJ7bHrJ2HHnoo1Zu1E6sMHnHEEZVZO1FPzBRqZNZOfJeaWSEvjGK1tuxGYbnp+UydmLVz/fXXt33WTlTSzX6pnGQX3lghrwvoqiRAgAABAgQIdEHACnmNoRvf1V+Vwfgu5SuMjzfubuybVsxe2Q0+K+QVQ6tUAgQIECBAgEDLAlbIq08X17Hbb799uvPOOys7x32zffbZJ7/fVdk44k2MS2LlviwEN2Jr+97GPbAzzjgjffSjHx1TaBaySPfdd1++Sl6MteMV7Y37cnFvq9YrjnnggQfSm970pnxF6/IxH/rQh9IXvvCFhu57hVMzK+RF27JFOVL2GN9Kk+K8PvOZz6STTjqpsq1db7rZJ+06h1bKib61Ql4rco4hQKBlgSLTfsomQKAzAjFTI1teN1+F4AMf+EBnKp1ELdHebqygkF1g1py5M3PmzNKCBQvGnFHsf/zxx1fNSMn+Y1vq1KydU045parumK3RyKydd73rXVXHZUusNzxrJ/qmmRXyYtW/008/vaq+ImftRCd1s1/GfEk6uMEKeR3EVhUBAgQIECBAoIsCcb1rhbz6HWB8V9/I+O71FfHHWy2jvmBxe1ghrzhbJRMgQIAAAQIEWhWwQl59uccff7wUT1WKe2XlP1lwrPSlL31p3INjXDJ6tbns0bF5OVHWZP/EanlZIG/c+mPlvtH1L7PMMqXscaU1j4mx5mmnnVY5vzjPuD/3k5/8pOb+tTY2u0JeGMW/A5RN42e2mEjp8ssvr1X8pLd1u08mfQItFpBN7LNCXot2DiNAoDWBWEHJiwCBPheICyeBvPqdGE7Z6m9VF7QRHpszZ07Ng8s3wkZeALfzfQxSzjzzzJp1x0Xhvffemz9Ot1xnDFCyWUY194+Nccz9999fNRiK84tQYXzWyCuMmgnkhdHopcbjvM4666xGqmtpn272S0sNbtNBAnltglQMAQIECBAgQKDHBcrXu3Et75G143eW8d34NuVPjO9eD+SNN+4uO3Xjp0BeN9TVSYAAAQIECBCYWEAgb2KfGKtmK7ZV3WOL+1cRqMue7jTuwTEuefe73105Lu51bbbZZqUI97XrT/aEoXHrj4UlLrnkkkr90ea4j/W5z32u5jGxgMf6669f2T/au/XWW5fiPBp9tRLIy55yVakz2hiBvC9/+cuNVtnUft3uk6Ya28adBfLaiKkoAgQaEhDIa4jJTgR6WyAunATy6vfRE088URVWK190jzdzJ1xHz5rp5KydGPyNrn/69OnjztqJQcVpo2btxAV7M7N24pybDeSNnrUTA5miZu1EL3e7X+p/04rZQyCvGFelEiBAgAABAgR6TUAgr7EeMb6r72R8t0Sp3moZ9RWL2UMgrxhXpRIgQIAAAQIEJiMgkDex3ksvvVRaZ511qkJjMZEswnYxjh3vFeOSD37wg1XHxQp1sXJdp17PPvtsacUVV6y0Ie71bbnllmOqj/tsN9xwQ9ViGXHPK3tU7Zh9J9rQbCAv/E488cRK+8r3Lz/ykY9MVE3Ln/VCn7Tc+EkcKJA3CTyHEiDQksAicVT2H3UvAgT6WCC7UEuzZ8/On3t/1FFHpQsuuKCnzybau+mmm6YHH3yw0s7soj0dfPDB6bLLLqtsa+eb7CIr/eM//mM6+eSTq4rNlplOv/rVr9IGG2xQtT1+yS68UxY2S9dee23+WXaBnjbZZJN04403jtm31Q1ZwC5lA4+ah0ebw+Pwww+vfJ5d+Kezzz47ZRfmlW3lN9lgMWWzitLDDz+cb4r2ZisCpttvvz1lwbzybhP+jL6JY+6+++7KftnsphRl13qF0ZFHHpkuvfTSysfRxizkmI455pjKtna+6Xa/tPNcmikrm+GVll122RS+8Z3ca6+9mjncvgQIECBAgAABAn0iENe7hxxySLr66qvTvvvum6666qqebrnx3cLuMb5baNHou2Ed32U3wNJyyy2Xsht16aKLLqoa9zdqZz8CBAgQIECAAIH2CsS12axZs9LLL7+czjvvvHT00Ue3t4I2lhbXk3E/aPR9thhLjrxf064q437V1772tRT3ION9+RX32H7wgx+kt771reVNY37GNX/2SNn0iU98ovJZHPfjH/84bbHFFpVtRb6JcesJJ5yQ92u5nqlTp6Zbb701bbXVVuVNKfb7wAc+kC6++OLKtrhuD+eVVlqpsq3em+ifKHfkvbYll1wyZSHEmoeG0TnnnFN1DzPum+69996Ve5Q1D2xxYy/0SYtNn9RhEYu56aabUrbITYrvYPbY4vzv/KQKdTABAgQmEmgpxucgAgR6SiBmMlghb+IuqTVzJ2bAxCNgswvsmgfH9ixUVjUjJVao6+Ssneeee66hWTvZAKjmrJ3Pf/7zNc9tvI3xXWp2hbzRs3ZiRlRRs3ai3b3QL+P5FbndCnlF6iqbAAECBAgQINA7AnG9G6tQx3W1R9bW7hfju9ouo7ca340W6Z3frZDXO32hJQQIECBAgACBsoAV8soS1T/j/tNvfvOb0lprrVV1vyzGrHvssUcprm0nemXhr/z+VZZXqBwfT3f66le/OtFhbf0szuGHP/xhpf5oS6x8F/e3Rr7intwKK6xQ2S/O8bDDDivF8c28wmT0vbYskDduEVH+v/3bv1XqjfbFPczNN9983GMm80Ev9Mlk2t/qseE8d+7c3DkL5JWeeuqpVotyHAECBBoS8MjahpjsRKC3BQTyJu6fuLDMZrPkN7RGX/D/x3/8x7gHx3Gnn3561QVwDBJ+9rOfjXtMuz+Im3Ef+tCHqtqQzdopZTOHqqqK/d73vvdV7Zetptb0xWSzN2zC6Kyzzqqqtxx0rGpgG3/phX5p4+k0XJRAXsNUdiRAgAABAgQI9LWAQN7E3Wd8N7HPyE+N70Zq9NZ7gbze6g+tIUCAAAECBAiEgEBe7e9BXLvGY2kjnDbyHttSSy1V+vd///faB43aOn/+/FK20lzl+Cjr0EMPHbVXsb++8sorpewJUZU2xL2sCBlGv8crxprZ6oJ5EK58nnFPMAJczb6aDeRF+dlTkqrCgNGGML733nubrb6h/XuhTxpqaBt3EshrI6aiCBBoSEAgryEmOxHobQGBvIn757e//e2YmTtxob377rtPOHNn5IVZ+eI7Zsx0etbOj370o8oAIdoRA5W//uu/rjrp559/vupCvdVZO83esAmjW265pap9YZstlV7Vvnb+0gv90s7zabQsgbxGpexHgAABAgQIEOhvAYG8ifvP+G5in5GfGt+N1Oit9wJ5vdUfWkOAAAECBAgQCAGBvLHfgxifZo+bLcXqbuX7ZPEz7pV98pOfnPAe28jSYmyy3377VZURT6SaaNGMkce3430E7s4999yqNiyxxBKl733ve3nx0cY5c+ZUPo97XZtsskklsNdMG1oJ5EX9Bx10UKX+8v3A9773vc1U3fC+vdAnDTe2TTuOvL9ohbw2oSqGAIEJBQTyJuTxIYH+EIiLJo+srd1X5Qvo0TN3YpW5RmbuRAiq27N2FixYUDVrJy7C11xzzcogIAYRl112WVtm7YTX6GW0Y0Ay0Wu8WTu/+tWvJjpsUp/1Qr9M6gRaOFggrwU0hxAgQIAAAQIE+lBAIG/8TjO+G9+m1ifGd7VUemObQF5v9INWECBAgAABAgRGCgjkjdQolWI8ccopp5QiODcyjBf323bbbbd8RbfqI8b/LYJQt956a9V9rAi8ve1tb8vrGf/I9n7y+OOPl6ZNm1Y5nziXo48+Oq/k2WefLS2zzDKVzyJ0+A//8A8tNaCVQF4Y3XbbbWNWIgz/O++8s6V2THRQr/TJRG1s92cCee0WVR4BAvUEBPLqCfmcQB8IxEWxQN7YjoqgWq2ZO3GB3ejMnbDdf//9KxfgMejoxqydz3/+81VtiJkb5Vk7ccNu9KydN7zhDZXA3liZ8be0csMm6u/krJ1ofS/0y/iKxXwikFeMq1IJECBAgAABAr0mIJBXu0eM715/jFJtndpbje9qu/TCVoG8XugFbSBAgAABAgQIVAsI5C30iHDascceWxVei/tjEaJbb731Sg899NDCnRt8F4+M3WOPParudcXiGV/60pcaLGHsbi+//HJTx8d1eDwqd2TAcLXVViu9+uqrpSuvvLIqMBiPi3300UfHVtrAllYCeVFsLNCx5557VrUv7mmG20svvdRAzWN3iX9jiEU9/t//+39jPuyFPhnTqAI3COQViKtoAgRqCgjk1WSxkUB/CcQ/sgvkVfdZXGB+/OMfHzNzJwYLzczciYuzWEkvjitfoHdj1s4TTzxRNfCJC/CjjjoqP+nnnnuuatZOfNbqrJ1WbtiE0e23396xWTtx0r3SL9XfumJ/E8gr1lfpBAgQIECAAIFeERDIG9sTxnetrcpgfDf2u9QrWwTyeqUntIMAAQIECBAgsFBAIO/1xRC+9rWv5Y9qjUBa+b5YOYy3+eabl+65555STJhq9hX3dWKlt2WXXbaq3OWXX750+umnN7VSXpQVj7vdbrvtSiuttFIpxoyNvKLd3//+96vqj6dE3Xjjjfk9t/L5xn22vfbaq6XzjHa0GsiL87rrrruqntwVbYpHBu+0006lR5sICEZZ999/f/6o4JkzZ5auu+66MUS90CdjGlXghjjfuXPn5v3vkbUFQiuaAIGKgEBehcIbAv0rIJBX3XcTzdxZd911Sw8++GD1AXV+ixkpo2ftxMXvZGftfPGLX6xT88KPo49Hz9pZddVVa87aiRlFzVyUL6zl9cFWs4+sjeNrzdqJ4OLuu+9eyKydcp3d7peRdkW/F8grWlj5BAgQIECAAIHeEBDIq+4H4zvju+pvROO/xWoZzYy7Gy958nsK5E3eUAkECBAgQIAAgXYLDGsgL0JKEbI788wzS9tvv30eBotAWjmcVg7jbbvttvnKeK2E8cp9FdfBF154YVXZUX48KnafffYpxSNlJ3rF8f/3//7f0hFHHFFaccUVS4svvngpAnW///3vJzqs6rNYaW6jjTaqtCEeTRsLfGy44YaVbVHuVVddVXVcM7+0GsiLOsYzigBZPB0rAoXRZ+O94n5d7BP3FGfNmpWH+eJ8wr3Wa7z6OtkntdpVxDaBvCJUlUmAwEQCi8SH2f/ReREg0McC2Q2bNHv27HTTTTelbNW0dMEFF/T02UR7N91005QF4yrtzC7u08EHH5yyZZMr25p9E+VeccUV6dOf/nT69a9/nbKLzkoRWTgsbbbZZunyyy/P6476Gn3FfyZ/9rOfpWz2ScpCUZXDslk76a//+q9TdqGesovZyvaJ3kRZd9xxRzrppJPy83/yySdTdrE/0SH5Z3FcNkMn7brrrpV9s4vvlD22Nj+nf/7nf863x3lmy1mnb33rW6mZcywXGoZvectb0t13313elLLBTMoGopXfa72J9sUxO+64Y5o/f35llyy4mLIBXIr2ZWHIyvaJ3kRZ8d0I1x/84Afpq1/9aspmIo05JPbrdr+MaVSBG1588cWUzRzLvy/XXnttTZMCq1c0AQIECBAgQIBAhwSymxvpkEMOSVdffXXad999U3YToEM1t1aN8Z3x3UTfHOO72jrZpLu03HLLpezmV7rooovS4YcfXntHWwkQIECAAAECBDomENdmWYApZRM70nnnnZeOPvrojtXdbEVxPRn3vEbeZ4v7Q5tssknae++96xYX47gsxJbiHlUWgst/xj217NGtKT4b+Yp7UUceeWT6+7//+5Q93rWle08jywvfT37yk+mss84auTm/FxXlZ08Ey+81rb766mnatGn5fbk4zyw0mLInWqV58+al7FGreVujgGhftqpcylbvqypvvF9izP2pT30qnXbaafku4bbxxhvnlvFZ/L7GGmuk++67Ly299NLjFTPh9uifrbbaqupeW9wvC99GXmGUPQkrffazn63aPe77zZgxI62//vr5PctoZxi98MILKXuaVm7085//PMX9pCijfG8v7kNmqxDm992qCvyfX7rdJ7XaVMS2GJ/GvfT4jsX3Jr5L8XfeiwABAoUJZP/h8SJAoM8FYvW0YX1kbaMzd7bZZptJzdyJGSJf+cpXKrNjsv8o5+/LM0Qee+yxCb9FcfzoWTvZxV7p6aefnvC4kR9mF8RVs3ayC+/SqaeeWrUtZvJMZtZOfJdaWSEv2jmeUZxnNpipO2snG4iUbrjhhnzWzsorr5zP2onzyQKmIxmq3o9XZyf7papBBf5ihbwCcRVNgAABAgQIEOghgezmR+mAAw4oxfX+/vvv30Mtq92UGEOMXEkgxkrR9piN3+zL+M74rtvj7ma/s63uH2PZeARYjHkvueSSVotxHAECBAgQIECAQBsF+n2FvBiLxUpoWUCr7p8saFaKpy3F/ZsYv5XveY38mQXTSltvvXX+ONcs8DXhqmzNdkOUl4XN8uvh0XVGu+IxtvGY1VgFb4UVVsgfcxvXz6PbGm2Mx+j+5je/abgJMe586KGH8nMv1x3X5SPf/+3f/m3D5dXaMa73R99riydvNfMKo1i1cGTbRrYx+jke/5tN9MlXGIzfY7XAMCnvV/4Z98yyBVEmrL6bfTJhw9r4oRXy2oipKAIEGhKwQl72/0ReBPpdIGar9PsKeTHjpKiZO0cccUQ+02WyM3fGm5ESK8hlj4/NV6+LFeJi1s706dPzleImmrUTq+rFCm+NztrJLhTTGWecMe6snfgex2yY+++/v+VZO/FdamWFvPLfoTCKNn7mM58pb8p/ZoOkFCsKbrDBBpVZO2H0/PPPT2rWThTe7X6pOtECf7FCXoG4iiZAgAABAgQI9JDAIKyQZ3xX/wtlfFfbaFjGd7FihhXyan8HbCVAgAABAgQIdEsgC1H19Qp57XLLAnHpne98Z75ie6y2F/d2YjWxdr+yR8embJGGlC08ke69996mi19ppZXScccdl4455pi837LgWsNlRF/PmTMnffe73x1zTNzz++lPf9rwvbsxBWQb4np/MivklcucrFGYxHmecsopKXvcbcpCjeWia/6cbH2T6ZOaDWrzxiw9Y4W8NpsqjgCBiQUE8ib28SmBvhAYhEBeQEdALZZsrveKC6a4eRE3quJPvB/9ihtAcbEby07Hz3jUZ2yb7CseWfvlL385v3iNusuvKDvaHgOVuMCN36Nd0Tdx4R3LQo9sZ3wej+2Ni/211lqrXMyEP+O8H3300fyiOcqMV9RVbkeE3uIRuuecc86E5Uz04WQDeVF2GMVy7vHI2XLbynVGe0cbhUucT/yJcxz5itDe+eefn7LVNUZuHvO+m/0ypjEFbRDIKwhWsQQIECBAgACBHhOIa+h+f2RtkBrfTfzFMr4b32cYxncx/hXIG/874BMCBAgQIECAQDcEhjGQl62cli84EQtaxJ/saVNp9913T9nKdPnCD3E/p8hXmD/zzDMpWzU6XX755fkjVyeqL8aZW265ZT5mjqBZtopevkDGRMfU+izuS1199dXpwAMPrPo47t297W1vSzfffHN+/63qwyZ+iev9dgTyosqRRldccUX6xS9+MWFL4hxiEZE4t4MOOii/pxj9HPfnGnmNrK+TfdJI2ya7T4zDPbJ2soqOJ0CgGQGBvGa07EugRwUGJZDXDt4YHOy0005pv/32S0XN3IkZ+zFrJwJnnZ61ExfxMcj4zne+M4YrZijdddddk5q1045AXjQsZtHMnTu3ZaMIF8Z5hnEjs3aizm72S9Rf9Esgr2hh5RMgQIAAAQIEekNgUAJ57dA0vjO+68a4ux3f3XplCOTVE/I5AQIECBAgQKDzAv0UyItg0e9///t8UYjJSMW9mPgTYa34U154IkJdnXrFubzyyiv5PZ546tQtt9ySHnvssfTkk0/mCznEqmuzZs1KG2+8cdpuu+3yEF72yN18tbfJtPPVV1/Nn+A0+jzDIIJ+k31F/8R1f/lVDsqVf2/mZ9konMLo1ltvzY2eeOKJtGDBgnyyz4wZM/InkUVgcf31188DleHUaBBvZHvK9cV9t072ycg2FPE+zksgrwhZZRIgMJ6AQN54MrYT6COBYQ3kdXPmTnmGyNe+9rX0L//yLz0xa2eHHXZIP/jBD1q6uC5/3dsVyIvyykYxs6mRWTtxTMzAOuCAA9LBBx/c9KydkXV2ul+i7qJfAnlFCyufAAECBAgQINAbAsMayDO+W/j9ixs1xncLx5SDOL4TyFv4ffeOAAECBAgQINArAv0UyOsVs3a3I+5RxROnYlwcf+JVDgyWV2GfTAiv3e3tRnkjjWKlv/hTDlbGwh3xJ6za9RpZX7/3iUBeu74VyiFAoFEBgbxGpexHoIcF4mJo9uzZear/qKOOShdccEEPt/b1pj399NN9P3OnPEMkZqQ88MADY2btxJLeMWsnVngza6czs3bi29Wtfin6L51AXtHCyidAgAABAgQI9IZAvwXyQs34rvXVI6zKMPHfu0Ed3wnkTdzvPiVAgAABAgQIdENAIK8b6uok0DkBgbzOypPCTAAAQABJREFUWauJAIHXBQTyfBMIDIBAPwbyBoC96hQGaYZI1Ym18ZeRRp2YtRNNH1lnv8/cEchr45dRUQQIECBAgACBHhbox0BeD3O21LRBGke0BNDAQSONjO8aABu1i0DeKBC/EiBAgAABAgR6QEAgrwc6QRMIFCggkFcgrqIJEKgpIJBXk8VGAv0lEP8Q3m8r5PWXsNYS6L6AQF73+0ALCBAgQIAAAQKdEBDI64SyOgh0V0Agr7v+aidAgAABAgQI1BIQyKulYhuBwREQyBucvnQmBPpFQCCvX3pKOwlMICCQNwGOjwgMiIBA3oB0pNMgQIAAAQIECNQREMirA+RjAgMgIJA3AJ3oFAgQIECAAIGBExDIG7gudUIEqgQE8qo4/EKAQAcEBPI6gKwKAkULCOQVLax8At0XEMjrfh9oAQECBAgQIECgEwICeZ1QVgeB7goI5HXXX+0ECBAgQIAAgVoCAnm1VGwjMDgCAnmD05fOhEC/CAjk9UtPaSeBCQQE8ibA8RGBAREQyBuQjnQaBAgQIECAAIE6AgJ5dYB8TGAABATyBqATnQIBAgQIECAwcAICeQPXpU6IQJWAQF4Vh18IEOiAgEBeB5BVQaBoAYG8ooWVT6D7AgJ53e8DLSBAgAABAgQIdEJAIK8Tyuog0F0Bgbzu+qudAAECBAgQIFBLQCCvloptBAZHQCBvcPrSmRDoFwGBvH7pKe0kMIGAQN4EOD4iMCACAnkD0pFOgwABAgQIECBQR0Agrw6QjwkMgIBA3gB0olMgQIAAAQIEBk5AIG/gutQJEagSEMir4vALAQIdEBDI6wCyKggULSCQV7Sw8gl0X0Agr/t9oAUECBAgQIAAgU4ICOR1QlkdBLorIJDXXX+1EyBAgAABAgRqCQjk1VKxjcDgCAjkDU5fOhMC/SIgkNcvPaWdBCYQEMibAMdHBAZEQCBvQDrSaRAgQIAAAQIE6ggI5NUB8jGBARAQyBuATnQKBAgQIECAwMAJCOQNXJc6IQJVAgJ5VRx+IUCgAwICeR1AVgWBogUE8ooWVj6B7gsI5HW/D7SAAAECBAgQINAJAYG8Tiirg0B3BQTyuuuvdgIECBAgQIBALQGBvFoqthEYHAGBvMHpS2dCoF8EBPL6pae0k8AEAgJ5E+D4iMCACAjkDUhHOg0CBAgQIECAQB0Bgbw6QD4mMAACAnkD0IlOgQABAgQIEBg4AYG8getSJ0SgSkAgr4rDLwQIdEBAIK8DyKogULSAQF7Rwson0H0Bgbzu94EWECBAgAABAgQ6ISCQ1wlldRDoroBAXnf91U6AAAECBAgQqCUgkFdLxTYCgyMgkDc4felMCPSLgEBev/SUdhKYQEAgbwIcHxEYEAGBvAHpSKdBgAABAgQIEKgjIJBXB8jHBAZAQCBvADrRKRAgQIAAAQIDJyCQN3Bd6oQIVAkI5FVx+IUAgQ4ICOR1AFkVBIoWEMgrWlj5BLovIJDX/T7QAgIECBAgQIBAJwQE8jqhrA4C3RUQyOuuv9oJECBAgAABArUEBPJqqdhGYHAEBPIGpy+dCYF+ERDI65ee0k4CEwgI5E2A4yMCAyIgkDcgHek0CBAgQIAAAQJ1BATy6gD5mMAACAjkDUAnOgUCBAgQIEBg4AQE8gauS50QgSoBgbwqDr8QINABAYG8DiCrgkDRAgJ5RQsrn0D3BQTyut8HWkCAAAECBAgQ6ISAQF4nlNVBoLsCAnnd9Vc7AQIECBAgQKCWgEBeLRXbCAyOgEDe4PSlMyHQLwICef3SU9pJYAIBgbwJcHxEYEAEBPIGpCOdBgECBAgQIECgjoBAXh0gHxMYAAGBvAHoRKdAgAABAgQIDJxAOZD30ksvpVNPPTXNmTNn4M7RCREYZoEI5P3oRz9Kxx57bJoyZUqaN29emjVr1jCTOHcCBAoWEMgrGFjxBDohIJDXCWV1EOiugEBed/3VToAAAQIECBDolIBAXqek1UOgewICed2zVzMBAgQIECBAYDyBciBv/vz5aZlllklTp04db1fbCRDoQ4EI5MVYLP6OC+T1YQdqMoE+FBDI68NO02QCowUE8kaL+J3A4AkI5A1enzojAgQIECBAgEAtAYG8Wiq2ERgsAYG8wepPZ0OAAAECBAgMhsDIQN5gnJGzIEBgPAGBvPFkbCdAoJ0CAnnt1FQWgS4JlAN5c+fOTUsvvXRafvnlu9QS1RIgUJRAzNx54okn0mKLLZauvfbatNdeexVVlXIJECBAgAABAgS6KFAO5F111VVpqaWWSjNmzOhia1RNgEARAjG+e/LJJ9Oiiy6aLrroonT44YcXUY0yCRAgQIAAAQIEmhCIa7Q777wzxZjMiwCBwRZYZJFF0pZbbpmvlDfYZ+rsCBDopoBAXjf11U2gTQIjA3ltKlIxBAj0qIBAXo92jGYRIECAAAECBNokMDKQ16YiFUOAQI8KxPhOIK9HO0ezCBAgQIAAgaEUEMYbym530kMqEOMxLwIECBQpIJBXpK6yCXRIIGbtfOc730nz5s3rUI2qIUCgWwIxa2e33XZL66yzTreaoF4CBAgQIECAAIECBWJ8d+ONN6aHH364wFoUTYBALwjE+G6nnXZKG220US80RxsIECBAgAABAgQIECBAgAABAgTaJCCQ1yZIxRDotsAf//hHy2h3uxPUT6BDAksssUT+6NoOVacaAgQIECBAgACBDgsY33UYXHUEuihgfNdFfFUT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gQIECAAAECBAgQIDBcAgJ5w9XfzpYAAQIECBAgQIAAAQIECBAgQIAAAQIECBAgQIAAAQIECBAgQIAAAQIEChIQyCsIVrEECBAgQIAAAQIECBAgQIAAAQIECBAgQIAAAQIECBAgQIAAAQIECBAgMFwCAnnD1d/OlgABAgQIECBAgAABAgQIECBAgAABAgQIECBAgAABAgQIECBAgAABAgQKEhDIKwhWsQQIECBAgAABAgQIECBAgAABAgQIECBAgAABAgQIECBAgAABAgQIECAwXAICecPV386WAAECBAgQIECAAAECBAgQIECAAAECBAgQIECAAAECBAgQIECAAAECBAoSEMgrCFaxBAgQIECAAAECBAgQIECAAAECBAgQIECAAAECBAhMTqBUKqUf//jH6eqrr265oOWXXz6tttpqafXVV09rrbVW2njjjVsuy4H9LxDfqQcffDB95StfqZzMoosumk4++eQ0Y8aMyjZvCBDofwF/3zvbh//93/+dTjnllBTu8Yr/tu63335pq6226mxD1EagBwQE8nqgEzSBAAECBAgQIECAAAECBAgQIECAAAECBAgQIECAAIGxAq+99lq6+OKL04c//OGxHza4JQIBiy22WP5n8cUXTxtttFGaM2dO/mfddddtsJSJd4sQwmc/+9l0++23V3aMevfff/90+OGHV7Z5032BCIrcdNNNaZ999qk0ZsqUKekXv/hFHtisbPSGAIG+F/D3vbNd+Mc//rEq2Bz/n/uFL3xhKP9/0HVBZ797vVibQF4v9oo2ESBAgAABAgQIECBAgAABAgTGEYh/3Lz55pvTXXfdlR577LH8zzPPPJNWXHHFfMWPNdZYI2255ZZp5513TvEPn14ECBAgQIAAAQK9I/BaFgS69a7/SC+98lLabbt3pSmLT+mdxvVoSyKQFyuZHXPMMW1rYVwnL7XUUmnatGl5YO7v//7v00orrTSp8v/rv/4rHXbYYelf//VfK+VEIO+kk05K//AP/1DZ5k33BeI7deONN6bddtut0pgI5MWqeWuvvXZlmzcECPS/gL/vne3D+DerJZdcslJp/P/t+eefn97//vdXtg3LG9cFw9LT45+nQN74Nj4h0LKApW9bpuubA0cvt7vIIovkg3bL7fZNF2ooAQIECBAgQIAAgbYJxBjwhhtuyFdYGFnoZpttlo444oiRm1p+H3Xcc8896fLLL0/XXXddevLJJ1P8I2eMTeJP/APzyFU/llhiifyRXO9+97vToYcemjbZZJOW63YgAQIECBAgQIBA+wReXvByeuvRu2aPcnstrbnyGunQ3Q9M737HnmnpqUu3r5IBK6lWIC/+TT4eQbvFFltMeLZxrRyTVx5//PH09NNPp7g5Pvq19NJL5yGsU089NR1yyCEpym7lFWUfdNBB6ZprrqkcHqvy/d3f/V369Kc/XdnmTfcFBHS63wdaQKBTAv6+d0r69XoE8hZ6uy5YaDGs75oK5MU//t6Szdp5MZu1s7tZO8P6nXHeDQjE35VYrWDvvfeu7B3p77h5stZaa1W2edO/An/605/S8ssvXzmBGFR/8YtfHMrldisI3hAgQIAAAQJ9JWB813x3xT/gfeYzn/H4oebpBv6I+G586lOfyr8f5ZONcNzs2bPTN77xjfKmln/+4Q9/SGeeeWa66KKL0ssvv5wWLFiQB/DqFRhtiFU/ll122fTBD34wfeQjH8lXAKl3nM8JECBAgAABAgSKESilUvrtk/PSOz64e15BXK9Ny4J4K8+clQ58177Znzlp+WUW/rtzMa3ov1Ljenv0Cnlhd8ABB6TzzjtvwhOKsW8cH8G8uJaOx5TGCnbx8z//8z8rx0Z58W/+73vf+/LHzsa/+Tf7cuO9WbHu7R/fCSvkdc9fzQQ6KeDveye1Uz551Ap5r5u7Lujsd68Xa2sqkPfKglfS9kfvkl+4rpXP2jkgvXvHvzBrpxd7Vpu6KhADvLlz51YtdR2BvIceeshS113tmfZVHoG8WHGi/IrB+QUXXDCUy+2WDfwkQIAAAQIE+kvA+K75/oobOLHSmMcPNW836EfEd+P000+vegxVrKoRk7RGfl+adYixZdwkOvnkk9MDDzyQ30CsVcbUqVPTCiuskH7/+9+nGKvUek2fPj1fJe/ss89O73jHO2rtYhsBAgQIECBAgEDBAnF99/Bjj6Z3HbdXVU2LLpJNpJi6VJq57Ar5fbdDdz8grTJz5ap9hvmX8QJ573nPe9Ill1zSME34v/rqq/kEl3g06cc//vExq1zHdfPhhx+ezj333BT3dZp5ufHejFZ39xXQ6a6/2gl0UsDf905qC+SN1HZdMFJjON83HMgrZT6/e+p36e0fGDVrZ4VZ6YBd9k0HmbUznN8gZ11TQCCvJstAbRTIG6judDIECBAgQGDoBIzvWuvyCF0deOCBVY8filUUIizl8UOtmQ7KUUUE8uIfjK+44or0V3/1V+n555/PV/Qoe8WNwbe//e35iiDbbbddWmmllVJMEop/6HvqqafyVRyvvPLKdNttt1WtpBf7xL6xikg8ytaLAAECBAgQIECgswJx7+CheY+mXY6vDuSVWxGTOpZacmpabvqyafb2u6X3zD4orbvaOuWPh/ZnuwJ5IwHjGj6us2NF65NOOikP6pU/nzZtWjrssMPSl7/85aYeXxvtvPbaa9N9991XLio/fvvtt0877rhjZZs33RcQ0Ol+H2gBgU4J+PveKenX6/HI2oXergsWWgzruyYCeaX0yLxfp52P+4sqq0VjcJAtpz1z2Rn/M2vnQLN2qoT8MowCAnmD3+sCeYPfx86QAAECBAgMskA8Jsn4rvkeFshr3mxYjmh3IC/+we7rX/96OvHEE/ObhGXHuEG79dZbp7POOittvvnm+eNo4zEgEQwtv6It8Y+f8TiuX/ziF/nNxZ/97Gflj/MbgiuuuGL6whe+kA466KDKdm8IECBAgAABAgSKF6gXyCu3YJHszdQsmDd96enpnW9+e3rvnoekzdfftPzx0P2M6+Naj6xtdoW8WnBx3fztb387f/rNggULKrvESnmf//zn80fYVjY28CYegxsTZUa+pkyZUvXEnZGfed+YQHwHvve976XnnnsuPyDGQLvuums+4aixEqr3ivI8srbaxG8EekmgnX/n/X3vbM8K5FV7uy6o9hi235oK5D2czdoZvYx2GWzkrJ09tt81vXf2wWbtlHH8HDoBgbzB73KBvMHvY2dIgAABAgQGWSACecZ3zfewQF7zZsNyRDsDefEPxbG63bHHHpvmz59fIYwbTqeccko64YQT0owZMxp6fFaMW5599tn0uc99LsWjasuv+DecmTNn5jc199lnn/JmPwkQIECAAAECBAoWaDSQN7IZSy6xZJq+1LS0zeZbpSOyYF78HLZXXCMXFcgLy3iM7XXXXZcOPfTQysrUcc286qqrpptvvjltvPHGw0bec+cbIcedd9453X333XnbIuQYQcptt922pbYK6LTE5iACHRNo5995f9871m15RQJ5nfVWW28LtC2QVz5Ns3bKEn4Os4BA3uD3vkDe4PexMyRAgAABAoMsUC+QVz5347uyxOs/4x/waj1+KB4ZutNOO1Xv7LehEmhXIC/Gkg8//HB6xzvekR5//PGKYTxq9lOf+lQ6/vjjU6zU0ewrgn3nnntuOu200yqHxg3GtddeO916661pzTXXrGz3hgABAgQIECBAoDiBVgJ55dYsMWWJNC0L5r1pg83S4bMPSTtt9fa06CILV0ou7zeIP4sO5IXZK6+8kk4++eT0xS9+sUIYk2JirHfDDTdUrUpd2cGbjgnEPZkI39111115nRHIi7DkDjvs0FIbBHRaYnMQgY4JtPPvvL/vHeu2vCKBvM56q623BdoeyBt5uiNn7RyezdrZdghn7Yz08L53BWIQ/N3vfrdtS10L5PVuX7erZQJ57ZJUDgECzQi0+/+vmqnbvgQIDJZAo4G8kWdtfPe6hscMjPxWeF8WaFcgL75fe++9d5o7d26K/9+PV9wE/PjHP57fHJw2bVq5yqZ//uEPf0hnnHFG1Up5EfTbc8890zXXXJPivReBQRdwPT3oPez8CBAg0PsC8f9FD2VPo9rl+L1abuyUxRfPg3kbrrF+es/sg9Lst+6Wpiw+peXy+uHATgTywuGpp55KO+64Y7rvvvsqLEsttVT65je/mWbPnl3Z5k3nBdoZzonWC+h0vg/VSKAZgXb+nff3vRn5ye8rkDd5QyUMjkChgbwy0+uzdpZOb8xm7Rwx+9ChmrVTNvCztwVGL3u7eDagvf7661te6joG1XEDZbfddquceJT50EMP5SsQVDZ607cCAnl923UaTqCvBdr9/1d9jaHxBAhMSqCVQF65QuO7soSfBBYKtCOQF/9A/H/+z/9JH/3oR1OMN+IVq9htv/326Xvf+15aZpllFlbY4rvnnnsuH6feeeedlRLiBuM555yTPvShD1W2eUNgUAVcTw9qzzovAgQI9I9AOwJ55bONCRXTpk5La66yejp0twPSnB33SktPXbr88UD97FQgL67rr7zyyvzRtWXAmCATj0qNVfK8uifQznBOnIWATvf6Us0EGhFo5995f98bEW/fPgJ57bNUUv8LdCSQV2aKQNL0bHCwwZrrpffucXCavcPgz9opn7ufvS0Q/yC7zTbbVJa6ju/qD37wg5aXuhbI6+3+bkfrBPLaoagMAgSaFWj3/181W7/9CRAYHIHJBPLKCsZ3ZQk/CaTUjkBePFZ2s802S4899liFNEJ4t9xyS/rzP//zyrbJvImx6g9/+MP0zne+M7366qt5URH6W3fdddM999yTll56MG/gTsbMsYMl4Hp6sPrT2RAgQKAfBdoZyCuffwTGpmVBvJVnzkoH7DwnHbjLvmnGMsuXPx6In50K5AXWiy++mF9/P/zwwxW7uE6OQN5b3/rWyjZvOivQznBOtFxAp7P9pzYCzQq08++8v+/N6k9uf4G8yfk5erAEOhrIK9O9Pmtn6bTmymukQ3Y/IO07wLN2yufsZ28LtPsfZAXyeru/29E6gbx2KCqDAIFmBdr9/1fN1m9/AgQGR6AdgbyyhvFdWcLPYRaYbCAv/nH4vPPOSyeccEJ+Yygs48bq0Ucfnf7pn/6prY+TjcfiHnvsseniiy+udNmUKVPy+o866qjKNm8IDKKA6+lB7FXnRIAAgf4SKCKQVxZYdJFF01JTl0ozl10h7bPjnunQ7P7bqjNXKX/c1z87GciLa/uzzz47fexjH6uYxbX5Mccck1+bVzZ601GBdoZzouECOh3tPpURaFqgnX/n/X1vmn9SBwjkTYrPwQMm0JVAXtmwMmtnhWzWzrsGc9ZO+Vz97G2Bdv+DrEBeb/d3O1onkNcORWUQINCsQLv//6rZ+u1PgMDgCLQzkFdWMb4rS/g5jAKTDeQtWLAgbbnllum+++6r8EVILh4t+6Y3vamyrR1vYrz6k5/8JG277bYp3scrVsl74xvfmH7605+mWP3Si8CgCrieHtSedV4ECBDoH4EiA3llhbi2W2rJqWm56cum3bfbJb139iFpvdXXKX/clz87GciLPorV8TbccMOKVZhusMEG6YEHHqhsa/eb559/Pt1+++15sXkfLrVU2mmnnWpW84c//CHdf//96ZFHHkm/+c1v8ok8K6ywQs19yxtfeeWV9P3vfz9997vfTY8++mh6/PHHU4w5VllllXzlv1133TUfI5T3b/Vn+D355JPpW9/6VrrjjjvSE088kf8eE4OmTZuWZsyYkTbZZJO0xRZbpD333DOtuuqqDVXVznBOVDjsAZ3op7vvvjvdeuut6ec//3n+nYjv1UsvvZTWXnvtfHwYY8Ttttsubbzxxg31USM7FfX9GF13p+op8u/VM888k2677bb8vwsxhn/qqadS/D2Kv0Mrr7xymjVrVv73d4cddshXwZ86depohnF/L7LscStt8oN2/p1v9O97fG/iv//xbyPz5s1L4RT/bY3/Tr7tbW9L66yzTpNnUXv3Ir83tWuc/Nb4b8ONN96Y///O008/neKJDmussUbaeuut8/9GxL8Ll1/tDuT1o1fZot0/B+G/be026fXyuhrIK+MsGoODbDntmcvO+J9ZOwcOzKyd8jn62dsC7f4H2fiP4dy5c9Nuu+1WOfG4qfHQQw/lF7KVjd70rYBAXt92nYYT6GuBdv//VV9jaDwBApMSKCKQV26Q8V1Zws9hEphMIC/Gj9dff32aM2dO/ujbcIsbcLvsskv6zv9n7zzg7ijKvj2g9N6M9FAVEgIkoUMSILSEFjCU0IuAUkQgFnqvr/SigDQVEKUj8oH08kpXmrQYIUDovemr7DfX4Cx79tlzzp7z7Oxp//n9kt1nz+6Ua9o9M/fc84c/BFGQ47jaDTfc0B2H6/NphhlmMDfccINhIU5OBLqVgOTpbs1ZpUsEREAEOocAst+Lr0w26+29SfBIT2NDmMEq5s0286xm1NA1zQ5jJ5ghSw4KHm6IAMpUyCP+KL0su+yyTvHApwdlFxSYll56af+oz5X8vffee82OO+4Y/4bS21133WUWXHDB+Fn6hu9QAPGyOOOBRRZZxDz++OPxq67s2DWm888/3/zud78zn3zyiUG24V3eQ4kqy/HOpZdeak4++WTz1ltvGTYDMX7hHw6r94wFZrIKgKNHjzbHHHOMWWKJJbK8qvmM+KEgeOSRR5rbb7/dxQ+lDB8Wv6OwwT/Wy6affnqnoDdq1Cjzwx/+0AwfPjz2n/WXESNGOGW++KG9QbkPP3GkG4WkakpIpOvAAw803//+99376f/yKujwHccYo4zz/vvvO29Iw+abb25OPfXUtLe5/obJWWedZU4//XT3vs/vO++80/HJ5UmTL1EeGGdeeOGF5s9//rMr6/DmOXkEF/KHcss/lCj33ntvx5Jy0qxrtnyss8465gc/+EFF+agVh7LCCVmvUHbCSufll1/u6ivtEeWevPH1iPJNOfT1d95553Vj/M0228wp8lKmslxIv7PCy/ssdJ2vV9/5HYXlX/ziF06R2LddPPftFm0NGxtPOOEEp1ScN23J90KWm2Q4Rd6jqEv/8dvf/ta88847rq2gDUuWPxTz6Pe23357M88887jymmwvaFNgu+uuuzYUtSJ5kY7VV1/dKR0TCerOLrvsYg499NCG4uRfhsHZZ59tTjvtNPeIOgeHu+++u6Idp842Ixf4cPy1G9o2n5Zeu7aFQp6HTkH1u3Y2sLt2dhyzjd21s5j/WVcRCEaABn2VVVYxjz32mAuDjgHBl10FzTgaRSnkNUOuc76RQl7n5JViKgLdRKDo/qqb2CgtIiACjREIqZDnY6LxnSehay8QYCLuqKOOcotXPr3UgU033dRcd911/lHmlW8POOAAc+aZZ8a/MzHI4g5H2IZwTCrj/8SJE2PvmUxlwYqJVjkR6FYCkqe7NWeVLhEQARHoHAKsHZSlkJekMsP0M5hZZ5rFrDxouF1729asNmTl5M9tf4/8igIRx8Z6h/zK4j/KZkU7ZAYW6n/961/HXrNudM4555g99tgjfpa+IZ5YEGLzi3coNWFZr5rCHO9RLh588EFnjYy/GUvwPpbscGyoOfzww81ll13mlMNQquMbnPd/4MCB7u/kfyjg7b777k5BAGUE/03yneQ9ChRYgiIcFOLyOtJ93nnnubGEt+KV91vCnGOOOZyCGwobONZfFl98cfPqq69WeJMVf1hlOcZURx99dMXRw8n3fF4lDWvA8oUXXuiTV5SH/fffv+LIYqxmPfPMM04pMOlvnnsUrLAQiJVDHGWZI5JRhgzlYIdi6I9//GNnPASFTq/cWC9MLGENGzbMjVmxmteo60/5QAlq9tlnrygf1cIvK5xQ9Yo8evnll813vvMdV7awCpbXUYZgRf3FOEy6XoT0O28ca70Xus5Xq++0zXPOOac57LDDnAIkVuBq1QsUiWF80UUXmXXXXbdWkvr8Fqrc9AmooAeUGZTQ99prL/PUU08ZyiPPshztLcq7KEmj4LbNNttUKEs3o5BXNC/K2M4772yuuOKKOAkon//tb39raiMs/qFI/uSTTzr/qIPM7aXn1HzZa1QuiCNpbzq9bUumpRfv20ohz2cAolO37NrxaUpeaawQ6DDXzPEz7OigUUHgXGCBBczgwYPdpD3CTbrDTPpT6x4Tqgjv3iFE+p01/hlXwkVgpLGhk8fMLR0JimiLLbZY8tWm7xkY3HLLLc4M9j/+8Q8nQBMfwlljjTVcvNAob6UrekKWPM6jkMd71UzfNpsH7NDBhDGO8sOupiLNmuNv6DyFSytMZTdibpeOFsHLO4QNdqY1qt3vvw99ZZHviSeecFxpH959911X3zGzj+WNWWedtZAohCgbZZTp/iS+jPiF4JqVZuoeOzExUY85biZDOJoBk/QcI4DQ7B1lKr2Au9VWWznz1P6ddr+G5Eo944gJ2uMizckX3V+1ex4pfiIgAuEIlKGQ52Pf7eM7n86811B9RCh/86Yr9Hsh++0i4t4fhTz69xVXXNFNcPq4IHcxX7D88sv7R4VekfuQUdiY5h3jR+KBPFimkzz9JW0mbyVPf1XyQrVpoeTpUPH9iojuREAEREAEuoUAclgrFPI8v+nt2swsVjFv8BLLmh2txbx1ho8wX5v2a/7ntr2yGF2mQh7yPRbMsNzmHfLaPvvsY8444wz/qM/VL7znUfJKfky5yFLIw+Icx7+iBHjHHXc4hYjkd9xXU8hj7RGlCKygJRVMkPux1jdkyBDn37PPPuvC8P7y+8CBA93GIt6p52CF4hvW3rAkR1qSDiUN1j7xFwU7FMHSjt8Ym3DELY71F9Yo0wp56e9q/c2aDQpuKLpluUbyijShkDJ06FBnHQr/GLMdf/zxFXPkWeGknxEu64cc1ws7HOt4+I8SYihHuKxhUYZ9uIQFe6wxoiA433zzOaUa1i0Zj1L2vKOcYTUS60+sZ+d1IcpHVthlhROyXqF4i0XAhx56KM4j8odjnVlHJ59oh6hDU6ZMcYp36Bv4Ose7HDHs14iTnEL6nQyn2fvQdb5afWdeBCVVjm5m3sk76jdjxywHZ+rqfffd53Qdst5JPwtZbtJhFfE3ZQrdESwuohiebDPS/tPW+t9hg4Ij5fjqq6+OX4VnIxbyQvDKKgOs8994442ZOjRx5DNu4MP63yhr4dWXE/zC8NOgQZWWiLPCpT3NUv7OCMqxLbqPzQonBPOscHrxWVsq5CUz4qtdO8P+u2vnq8ni5HudcE/lRMmBXSx0pjTsSZOnNFI0WlTCmWee2SlAoJGdpUhXK72Ec5fd5bDlllu61/AX4QjBHcfvmK8+9thjXWNBQ0FHR2NJR86/osyusovmpJNOCmoG2yWqgf9IL6alaViSjr+Tg5IBAwZUaG8n3yWf0HLGTHOWg3EthTx+96ZvabCT5aA/eYC/NPYoWOHI+4UXXtiVOx9P3mF3RNqsOb9TPmvt0oJdyDzF/5tvvtlccMEF8SARNjwn3nRadNrUEV9PyIODDjrIKQ75NDZ6ZZBIOW3E3G47KOTBBMVFTKN7Bx+EB5Sn+B2BCSGH8ogCLvGGI/8oa7xPWf/ud7/rzH5TtptxocoGaQhZpptJa/Kb0PELxTWZBu4pD1dddZXb4ckEDOWEsGlDfJ1jgLHvvvu6RULqH+8gWHtH2cE8c/I4Bv+bv8IrbZqZ76jzCOh5HANN2nDv+P7ggw82u+22m39U9xqSK/UMc/K/+c1v+m1OnniG7q/qwtILIiACXUugTIW8JMROH99l9WX0lUxI1zp+CAZF9hFJpiH8zUpnK/ps0hmy305y7O894+lmLOTBGvmGXbmk1Tt2FbNBArkrlGN3M+UWhTjvmAtg8YUFszIc6Q8p75dVfiRPF3fsWZFtWhnydJHxLaPOKQwREAEREIHWE0D+aaVCnifw9a993cw6s1XMW3xZc/zeR5hFvrmw/6ktr8hbZSrkER7HwqLQ5h3z6ViuYh2hmuM7LOQVpZDHWt4mm2zi1hST61fEhTEESlT8w7J2ctM9chBrhKy3+HEGc72jrPIASmQouzHWoDziL4olrEcmLbZhPIT1KxTqqjnGQSeeeKI7wjGpaIffzBNPmDDBrVUwnsTxPkceMtZBURBLRVioIj1Ja4e8h8U91m6849mR9jhcrji+wfrfQKs8mOVIL1b+OKIwyzWaV1i1I/9vuukm5x3+s5kd60hJ4w1ZYSWfkR/bbbedm4/nOenYeOONzbXXXuvuk+8WeZ8s08Qd5S7iQTnhmEXyjLjwjzh+8MEHrkwkrUTyDmXtf/7nf3JFjbwKUT7SgZcVTsh6Rf5QH3beeee4zlKuWItmXQalTeafcNRb4sI/6hJtDusRKHWivEvdSbqQfifD6c89eRiyzmfVd+oBCowo5cESpUcsYbJRET2N9957z81XYA2Peb+koy5w6gAKrvVcyHJTL+xmf6f+jxw50rVvsEs65qu+973vuQ2k3/72t13fg/I05ZC1PgxAYeyDNtM7ym5ehbyQvOinUKym38HR3iX7Hh/felfKK/XS1zXf33Bcu+/vvB9ZZY/yk0chrxvaNs+hp6+20c7lvoi+iF6YMiladJNlW/JvqS2Wj1aYsHq0/WG7R7f++Y7o3//5d654t8tLttGJrMJAZBupyHagbA+p+882TpE9ZzvaaaedItvw5U6KrdiRVfaq8N9avnPfWwtgkW0gIrvLoW48iKcVyCLbgOYO279oJyQjezRPZBUBI9sIVcQlK+22YXZhWUVC70Wwq1Uiiaxw6eJF3Py/rHj539JX25hGdtBSNY5ZeUB+Wi3yyC52uDyw5qwLzwPCtYOYmDfxtgp2cTytEmhkLVpFVgErssJERd74+MUvp25C5inxtru7opVWWimirOatI+SZNZUdjRo1KrLW31Ixrv8n4VolxMjuvIrsoLKCR7o8kOeEZQe50SWXXBJRp5Pv8Psvf/nL+oEW+IbP72T5tJ14ZJX0IiuEu7aDNscK6pEVKirim4w7v1mT35EdHEfWbH3DMQxdNkKV6YYTmvGBzwPPs1PqXDIpb775ZrTttttGVrkuoh3waUlfKeO8Y4XwyCr1RnaipuLdPHUAXvRPyTJLmHYSIxmlqvd8b5XLK74n3NNOO63qN+kfQpVX4vbSSy+5doz2Nc2v1t/w4Bs7ERbhj3dl9Fc+LF1FQAR6j4DGd83lOe10ui9D/rKWwKt6GKKPILBQ/nq/0+ksu88mHqH6bfwu2tkJw8guYFXIAPTxdjdxzaDs5FpkN0b0+Y4xTmiHrGGt1leEjWxlF4JCBx37TzkOJe+XVX4kT9ee38o73xOiTQspT4eIb1wxdCMCIiACItDVBOhDnn+5dWtt6TW+pbZYITr39xe0PXPkZruYXyG7Mq9tlb6CxJ3w7Cb3ivCQ7+1pRDXD47v0+ly9MSMeUi6sdbg4PMKym2eiHXbYoWLOFnndHtsb2U3VkT0aNrIKIxHrfnzvHXFApk+us/CdtRYXWau+EWOXtLPWsyK7USgaN25cHAe+t8oG6VfjvwnTWpVy6ybJuU/mOS+++GK3FsYcctoRP55bZbvIWmCLrLJLZDeDRz/72c8qXrWKEy5tpI9/pDWZJsao5JH/PeuaFb4PpNG84n2r4BjzIc3Exypuei/rXmFmlVXcXLBnRjpuuOGGut/29wXCZh2OtUlroCKyRkpcHmSVB8LifcoLZdDHlStrSXbTfd3oFFU+rIJPZvnwESgrnND1irGLNdATs6Z9s8p5Lo98WrOu5B91hfbAKuVlrrWE9DsrTs0+C1nns+o75Zn6R3trlXej1157LaItpEzh+IZ1derK+PHj47zhO76xCnx1kxq63NSNQBMvUKasxdOIfiNZ92FlDWNEVpnNlUvWyUkfjm9og+2pjJG1rFrxneecZw09NC/iaRW7K+JHm2gVxRsiha7HvPPOG/sDG7tpINMP0tSsXFBEH1uvDQ3NPBNKjz1EizqXa/WCjR8kLLH5kGj5bVeLJhy6a/TS1Jdzxb3VL9EAWe1ap/CTbLi4R1hbbrnlImvhKrIauU5xJv0OyjT2HHLX4OdJCx1FumKjREFjYnfS9AmDRiIdpv+bDgUFJDqbvI536biSgjH+4ReKcGPGjHEKVPbI2opw+X3gwIFOmShvWM28h+DBQMansZkrndBxxx1XNfisPIAzilJ2Z1SwPCDcaosZCBJ2l02FoJ9MO/GbPHlyZppC5ymN/c9//vM+nTtlAoVCFrHsTqfI7kxwaUiXHQa0dPB0gHkdrBAM7JGtfcJNcuE+KXQQJ+qT3TVUUYZ4J48wkTd+ed5L57ePq7V+GdkjRiNr3aIijul0pf+mrWFwRX7kdaHLRjqNvkwQv/6U6bzpq/deqPiF5urTxSIlk0gskqXLQ7W/qW9LL720G3Qn38lTB+CV7p/4zlp19FGqeeV7FPLS4dqdSDW/8z+G5MpAze62rGgviKe1LuMmsmi/7G42N2FGPwhDyrNPC/d2N5aPqruW0V9VBKg/REAEeoqAxnfNZXdWX4YcXUshL0QfQexD+YvfWekss88mDiH7bfwv2jGp16xCHrKMlwm4MvHOZG9oR5yTC26ETT5bq8ehg479p6x14hjWJ0Dy9JfKeMiy/Z3vCdGmhZSnQ8TXlytdRUAEREAEupsA8k+7KOQtttngaM/jfxC98sYrbQ+dOesyFfLIJ2vJuUJOR+axR9HVZEU80/OfzSjkedncz/ETNkprKNphwIP4VXMourHu6McYjC/sCTlOWaLaNzzHT8a2rAnyLWFa60dOISXrO9Y+l19++TgcvkFZCwU1lFjyOt5FSY3NzrUcyh/JdUe45lEMq+ZnM3mFwlAyzTCqp6SZDJ8xmLUYFzPje2tlryFeSf8avWf88vTTTzsFrjzfUibsKUwV64qUJ9bH6rmiyoe17F6zfJQVTuh6hfIoYypfb5lralRRkzEK/9IupN/psIr8u8g6n1Xfk+0c607V2lWesxEvWff5ljVVlNNqudDlplbYzf727rvvOiNKvixype21J+i5dXhYVnP8Zi2t9mFFec6zhh6aF3lpLdNF9B8+fXnj5tNMGq3l0Ir1PZTzUBrPclllL49c0C1tWxaTXnvWcQp5XjGPXTvn/K79d+0w+YflIS80U7kRsLA8R8OFgEkjTuOGIMQOFCwFWRPTcUPAN1TMNddcs64mPAWYxiQt8GP9C4t1NJiEz6K/NavtOgosaVmTyi4+WD7yDZC/0hCdddZZueoGwiTKU3zjv/cCKbt72O1CWtlVwQILgjmKQ/5dBDkGCjQyoRwNH+nBwp3/x84gFh6S8bBmfePf/Xv+esIJJ0T3339/1Shm5QEcUNYgL0PlAeFmLWagqEb5SQ5WSCu8Efatme0IJS46urQrI0/JkyuvvNLxh82iVgkPi5KPPvqo29VBmSENWG/jnkEhSq4+v7jCFWWXvI5BK8ITDJL+cI9VuSOOOCK65pprnNIeg0HKL+WEuss7aQUmyk8eYSJv/PK8l85vnw5rmt6lC5ZY3IIl9d2aVI6uvvrq6JBDDnGKiP795JXda+ecc06e4N2Oh9D1PZ1GXz76U6ZzJS7nSyHiV0adI3mEg5I2dSdZBrinDUex+sADD4wuv/xyN/D70Y9+5KxJ8jv1hnqa/C5PHYBXun/iuzIU8kJy9QJ4su+jvf3JT34SWVPdrt2i/eIfbQ8K8uxYo41jNyIKxTBld2vSldFfJcPTvQiIQG8RaBeFvE4b32X1ZbT/1RTyQvYRTP4U3ff4WpCVzrL6bOIQst/2aSz6SpybUcjju5/+9KcVchVygT3+o+go9vGPsNn4lJTpCPvwww/v826oB5Knv7IuJ3m6+DYtlDwdqm0PVc/krwiIgAiIQHsRQP5ptULekuOWj/Y5+cDowaceid7/6IPoP19UX1xvF3r0v2Ur5GFgISkrMzfNelYtRzzT85/Mv1YbM3q/KBdJC3npcJk/nGwNKqCgUssh49vjROP1LuLMeiPrkHkc3yfjzzoIVuHSjnReeumlcTjEF3n2jDPOyFQISn+f/pv042ctV6RyDuE0k1d8g9XAZP6wpvLQQw/Vinr8G8pSbNT238OMdaeyHPGvxzkdF7hvvfXWcZyJOxalUE6s5gijjPJRVjhl1CvWDhiP+7JBu8H6QREupN9FxK+aH0XWecpKsm3znJlXw2BMvXpBGTjqqKPi/OF7vq11ymAZ5aYau2af+zgnyyLtFPNdeRWt8QMunrFnVW8N3YdNeHwTqv+iXGE0w8ePcEZa/Zi8Dt2ftDVLlN7px7JcVtmrJxd0U9uWxaTXnnWkQl6n7NqhsnCMXlJxhwZsJ3sE7YDhiLkAAEAASURBVKRJk6o2XDQEWH768Y9/XKEoweJ+erE+q8BS4dOdCo2JV8Zba621qppdRWEuy+wqR3rWc4R73XXXVSh9eWGyETPYNEK1zGDXi0ee39Nmb1HuSSqr0Yn2x9R1Vh74Doe8CJkHSYU8wmzWrDkcy8pTwrnzzjsbMpWNQkvaVDZHyubZEUXdZGDoO3Xf6ZLvu+66q9PeRzmRusi7OAQBFEXZDZTeBcH3+FVPmHAeFfgf3NL57dNCW8MiHnWatDDQQ0ggTfyN8m9aqZFvKZ9YDczaRZOMepllI53G/pTpZBqKuM/Kg/7Er0yu7K5Ktnu+7BB/dlrSbjNQoyxQbrhHiQwlPV9W/Ddc89QB0pfun/gutEJeaK5ZAjh9fZaSc7Lc0a7QH3lz8lkcQvdXyfjoXgREoLcItJNCXqeM7yghWX0ZMmS1xZVQfUQof30tyEpnGX22Z9wp40rPiyv9erMKeRz5kZSrkOUPPfTQpPdB7okz8w7psPfaa68g4WV5SlkrUt4PLff5NBCO5OnGjz2rNt8Tsk0LIU+HjK8vY7qKgAiIgAh0LwHkiFYp5C0zflj0k7OPiJ544anog48/jP7PyoOd4pinL1shjzWLpKzM3Pkaa6xRExnxTM9/1lt4x0PKRTWFPNYYb7/99qqL/ckIsW4yYMCAON6MV9nMhf95HfIThhz8nC8btdOO+eLhw4fH4fAuJxtVsxCU/r6ZvwkzOZ8N1zzrQdXCajavmDdPnuLE+I0xXT1HeKw7Mrb25QpjKqzVtLNj3IhBDx9nrrB/4oknqka7rPJRVjhl1CvWYSgPnjPlJK+xnKoZ8d8fQvpdL+z+/F5knc+q77BmXRmDSfUcbehdd90V5w/f0r5eccUVVT8to9xUDbzJH9CXSFpqpN/DOivGcvI6WKUtzMKq3hp6WbwoCxix8XWNK4rVrP/Xc6QNq4hJ3R/aw/vuu6/qp1llr55c0E1tW1UwPfRDRynksWtn7w7ZtUOFfOqpp6K55porrtAIZZjxpTHj91qO37Gik9a2xvIVixO1HN+mBX4aExpNzEv/PYfZ1bSFPiz81TO7irJSs2awsRSYNIPNLqO8mta1WOT9DXO9SUGejqE/gnyr8oBw04sZCG3eQiNlAItpecyaw67MPG3GVPazzz7blKlsBoXe0p3vcMn/vOZ2qQvpOgLnesJE3vKY972s/CY9fgGPNqSa41sEKNqY5ACQ7xEEagmR+FlW2chKY3/KdDUezT4vOn5lcWUANmzYsLh/8n0Ex6MjdCLsVXP0YRMnTqz4lu/z1AF4pfsnvstSRMsKn+/pwwjP/+P7ekfWhubKglxykEKcrr/++qwkVH1GnvCvniu6v6oXnn4XARHoXgLtoJDXSeM7XxKy+jLGDrUU8kL0EaH7nqx0ltFnwzl0v+3zsuhrfxTysDrtZRuuyPMo94V2xBmLvumwsaBelqOsdeIYVvJ0/mPP8sz3hG7TkuW5CHm6zPgm4657ERABERCB7iCA/FO2Qt6QbVeNjv3lSTbcF6IPP/ko+rddjO40x4J2mQp5hPf73/++j6y8xRZb1ETXzMI7HlIushTyGBvsu+++ETJMPUfYbBphHcjL+PPNN5/baF3v2+TvjBO+//3vOz/wK22wg7iijMVY2IfDeBHFPX4L5YpUziGOzeYVsmB6Y9Occ87pDKHUSjvfJY1MkLdYniMe7eyIH+tFPq+5kvfM82e5sspHWeGUVa+o4yuuuGLMmbq3wAILVOWcxb7as5B+VwuziOdF1vms+k4d3HzzzXO1W5Q39D6S9YB27+yzz85MalnlJjPwJh8SZ5SG4eLTSRo5NbCRtp13G1XIK5sX6+fzzz9/RTrznBZB/4hVU8+Hekq9rdVHZ5W9Wgp53da2NVkcu+qzjlDI+3LXzuEdtWuHComlLV8huc4zzzzuXOpGShDawIMHD479oWKvuuqqNQU0Kmpa4YHwaTTzml09+uij4zD5FuGKRriaozH52c9+Fiv2EE+siOU1g51ujFCOyjKDXS38/j6noSxDIS9kHsCAvE8vZvgySJ6gMDl5cn2z5vhVdp4SHv8aceRb2lQ2SrDs4KrmCAOT7UmBgvtGze2yI82z9fWrHRTySMtBBx1U1zKX54PQgSW9ZFooKxxxXM2VWTaKLNPV0tOf50XGryyuhHPhhRdWTJiQ5wMHDow4wpzf6zksujEYTJYb2rd6dSCrf+K7kAp5ZXDFEl6yTaHPLMqcfDoviu6v0v7rbxEQgd4h0EqFvE4c3/mSkdWX0e5XU8gL1UeE8rdWOkP32YRdRr/t01j0lTmAZi3ksXEvKVchV7DoFtoRZ6zhpcPeZpttQgcd+y95unKjieTpL3m0uzwdug2OK4huREAEREAEupIA8k8ZCnkDN1k2WmXntaPTrzg3+sfUl6OPP/24I46mrZbpjBXKVsg799xz+8jK9axJE8/0+lythXefXspFlkIeCnXMxeZxyPf7779/HGfGFSiAsZkExZa8/zCWcfXVV8f+oGxG/LwjjVjuSo4jSOMzzzzjXwlyLVI5hwj2J69efPHF2BAGHBgvn3zyyTXTTT7OPvvsMbd66641PSvxR/I+yzLY7373u8xYlFU+ygqnrHpFOKxdJusV6zboFjBngFLkyy+/nMm83sOQftcLuz+/F1nns+o79fbggw/OFUXqAfU+mT98f/rpp2d+X1a5yQy8yYfE+cgjj6xII237k08+2ZCPsGpUIa9sXoT3wx/+ME4rdY3T41CcruXoT9PHjqMfU8tllb1ackG3tW212PTKb22tkOd37Tz3Umft2qGhee655yosd/lGmUrUiOP9P/7xjxUL/ZjBZJdLNUf4aYGfDqIRs6t333133Ah5YbKWxSwsbSXNYJPeRs1gf/rpp7EZbAYKWGAqyxWt4NCKPIAV4VZTyEPhkDPbeSeP64Q8pX40aiobBbSklRI6WawGNmpu9/HHH+9TR+otnuTh3sg7WflN3bv00ktze4Mfk62SJoPqpCCJVcUHHngg058yy0ZWGn08Gy3TmYnp58Mi41cWVxRWMTHtOfo2/le/+lXu9gFhNV33KHv16gC80v0T34VUyCuDKwPDtDn5M888s5+lK/vzovur7FD0VAREoBcItEIhr1PHd8nykNWX1VLIC9VHhPLXpzUrnaH7bMIuo9/2aSz6inzUrEJellLc9ttvX3QU+/hHnLfaaqsKuZCx+D777NPn3VAPJE+3v0JeGfUydJuWLL9FyNNlxjcZd92LgAiIgAh0BwHkn5AKeQM3HRSN3HOj6MLrLommvv169Mlnn+ae82tnwqwFlKmQx6I8x5Cm51CrKV94dsQzPf9Za+Hdf0e5SCvksXbBiSb8lscR57XXXrsizhzDhxWgRv/NPffcsT/Mw3NMq3eEs+2228a/w4j1x3qKDP77Zq/IYEnDGnDtz0lXzeYV8ScuEyZMiBmQV5xQVo0BYaHgyXvw4ooBDfxpd0f5u+eee+K0En/mQa666qrMqJdVPsoMp4x6BUyM3KRP54I35Z41PNbhsca18847u1ODHnzwwYhxfR4X0u884TfzTpF1Pqu+M89VzcJdOr7Ug0mTJlXUA76v1idQPssqN+m4Nvs3cU6e4EA7teCCC1Zt16qFA6tGFfLK5kUcWef3bTL1DP2bW2+9tVqyXF+cPnacky1fffXVqt/wQ1bZqyUXdGPbVhNQD/zYlgp5K+80Kjr98s7dtUPFSmuxzzvvvLktVqXLHYpqQ4cOjRt5Jsh32WWX9Gvx3zQiaYGfBoVGlN/qOd55+umn4/BohGp1SryPMkWy0SK9H374Yb2gKn5HaEiawV555ZUrfg/5RxETssn4lZ0HPmzCzVLI84sqpDOP65Q8pa5deeWVFWWVgQDlP8uRrixzu8cff3yuuuH9xJ92Vsj7zW9+46Oa60rnnl48pM6feOKJfb4vu2wQXhFluk9CCnpQVPzK4ko49913X4WSN233hhtu2NAx4fhz//33V9Q9yky7KeSVxZU6lDQnT7/JJFe1tqg/xa/o/qo/cdG3IiACnU2gTIW8Th/fJXOaviU91qqlkBeqjwjlr09rVjrp60Mq0ZfVb/s0Fn1tViGPMU1aFkc+GzNmTNFR7OMf5Wj06NEVMh1jx6OOOqrPu6EekO9FyPtllR/CkTxd/HxP6DYtWX6LkKfLjG8y7roXAREQARHoDgLIEyEU8lDEG/MDa0Xp//0+evO9t6JPP/+sO4D9NxXIzWUq5CEzJK3gMN/HAno9S0HEMz1mrLXw7jOJcpFWyGMMhgWfvI44L7PMMhXyPfHu7z/iz5qhd4Sz1lprxf4yfkEZLbQrUjmHuDabV3zrxwVJtihzYGAly8GM08/8++RtPatKWf6U+Qyr0JOtMYeHHnrIKX/5uHOtpZBXVvkoM5wy6hV5S5n829/+Fn3rW9+Ky0qSO/eUHQxqoATLWjwKfJyOh2XLWi6k37XC7c9vRdb5rPpOOeZo8jyOOt+IQh7ls6xykyf+ed4hzquttlpc9mjbhw8fnufTindg1ahCXit4UWfWWGONOL3Mh+20004VaUn+wTwAyrC+TvI+m1wpW7VcVtmrJRd0Y9tWi08v/NY2CnkDNxkUjdhzQ7dr57W3pnb0rp30pDYNFmeQN+uY2N9uu+3iCk5Fr6WRTEOXFvhpFBoxu9pIp0L8kmY9CYvd/M2Ywb7mmmvidM4xxxwNKUk1y5fvaNySO2vohPuzs6bsPPBpJ9ysxQyEsrxmzfGrU/KU9GZZc6xlKpvFJd9ZciWvn3jiCY8w15Vwu0khj0RPmTKlQqmWerz77rv34VF22SiqTPdJSEEPiopfWVwR/FBATdYBBnAotjbqsJSR9qfdFPLK5MoESpIHfT/m5LfYYovo8ssvb9qcfDpfiu6v0v7rbxEQgd4hEFohr5vGd8lSQd+fHmshT1Y7spa+N0QfEcpfn9asdCIzhFTIK6vf9mks+kr8sxTr2BhXy5GX6eOekCOYgA/tmLvIspx83nnnhQ469l/y9FcLpNQxydNf8WhneTp0GxxXEN2IgAiIgAh0JQHknyIV8lDEG/+THaMb7/1j9M4H70af//PzruRG/1uWQh55NNkqIiGf+fk+ZBNkZ2ToWo54pseMtRbevV+EmVbIY6x58cUX+1fqXpk35IhbH+eirsT/0UcfjcMnnKTCEGsJG2ywQfx7qJsilXOIY7N55dOHMZWkYiIcttlmG/9zfCVvUeSEo88T1j9ff/31+J1W3RC3qVOnRqzNHnLIIdHGG2/sFHA4VYoN59/4xjec0lfyqF3SQNmsZiGvrPJRZjhl1CtfBphb+Mtf/lKhwOnLTdaVdorytN5660WTbbtVy4X0u1a4zf5WZJ3Pqu+U40bmubJ0J0477bTM5JXVHmcG3uRD4rzUUkvF7RRtWjObRWlXmlHIK7OegYgygTJrsl5hHZa1zyz31ltvVZw2R/n5wx/+kPVqxbOssldLLujWtq0CSo/9MQ3ptQWtrovsnNikVyab0d/fpO67jbxghVizzGLfMjuOmWDWXXmkmXWmWc1MM8zYiBdt967tIIxdhDf2WEAXN9tgGXvmtrGT803F1TZc5oQTTjCHHnpo/L1VHjO2MTODBg2Kn/kbstRaATNWAPaPjO2QzRlnnGH23nvv+Fm1G763C0rGDi7iV/jeWv0z+++/f/zM39gO3Ky//vrmzjvv9I+MNYNtrAAQ/533Bna2oXOv28bIWEHQscz7fbPv2UGUsWZFjW3knBe2EXXpWXPNNZvysuw88JEkXLtbxdidNv6RoY5Zs7jGHlfr7uMfatx0Sp6SXmuly9hBT5wayqo9XtmMHz8+fuZvbKdnttxyS3P99df7R2aBBRYwL730kiHP8zrC/etf/2qsRaz4E8I9//zzza677ho/C32Tld/E47LLLjPWXHpDwVP2qfPWtK77jnJjzeG7tiTpUdllIyuNzZTpZBqKvC8qfmVxpQ5svfXW5uqrr44xUPbtriuz5JJLxs/y3FBm7K6/+NU8dQBeWf3TddddZ+xgP/ar2g3fZ/VPp5xyirGK4X0+K4srAdtjG4wd9Bo7WK6IB/01fSKs7CSGsTvWzJAhQ8zqq69u7O4i1z9XfFDnj6L7qzrB6WcREIEuJqDxXXOZm9WX0Ze++OKLZtFFF830NFQfEcpfEpGVTvr6UH02YZbZbxNe0Q45y27+Mcccc0zsNXLrpptu6rjFD1M3sLYTeGaTTSrnWuyOd/Pyyy8bOyGZ+qK4P5H9KbfE3TvK80033VQxn+B/C3El/Z00hpU8bYLN94Rs05Jltyh5uqz4JuOuexEQAREQge4ggPzzol1rW2/vSvmv0dSx7jRq2Fpmx7ETzPJLDTazzDizmX666Rv1pmPeZ53swgsvNHvuuWccZxhY4xDm0ksvjZ8VcYPMx3zjT3/609g7wmLu/4ILLoifZd0QT9ZikutzrHW98MILVceM+EO5sMdPGmudKPaW76zhCLPKKqvEz2rdIOcMHDjQvPbaa+41xnBWWcRY63W1Pqv7G+Mae6KVsUpZ7l3CYW2SNOGqrSW4Hwv8j/loaxUsXseDzx133GGaXcdrNq98kvjebnQ31qCKf+QYPfvss24e2D+kPB1p14iPPfZY94iytOOOO5qLLroo95qd96uoKyytZTC3TmAVQY01sOK4krfEl7RRJqs5xo12E3rmOlxZ5aPMcMqoV0nW5AFr5ay7U4dpG2rlB99SH6wylbEKZhXr+0l/uQ/pdzqs/v5dZJ3Pqu+UY+a5xo4dWzeq8LcKj2aJJZaI36WNraY7Qfksu9zEEWvyhjhbq37GKh46H2irmNO69tprG/IRVqyT2dMf4+9gbZXqq66ht4qXVbJz9eaDDz5wca0WT8oPbfYee+zh6iL9HmXhqaeeqlgnjROcuMkqe7Xkgm5u2xJYeuvWVopcrmgLCl/u2tnB7tq5uet27XBWtC1F8T/bIDsN21ygM16ynaMzmZr00zYIVc+xthW7zw4c4lDNalg6SL7/+9//HsefcPm+mpa3bRiCmF0ljUkz2Ol4Fvm37dSDW8gLmQeeBXmXtpBnO8zIKlL6V3Jd2z1Pvanshx9+uI+pbDhX25lDutLmdocNG5aLSfIlOHebhTzYrLPOOnG9t8JEZIWJZLLdfdllo6gy3SchBT0oKn5lcSUcO0ER5zPt+1xzzVV3Z2cWLtrNZL9E3Ws3ix5lcYUPZcFOtrjjGZJckvcwSpqTX3755XOZk0/yL7q/SvqtexEQgd4ioPFdc/lNe5+2dsC4xSqMV/UwVB8Ryl8SkpVO+rFGdg5njSlPPfXUqpzK7LerRqIfP1iFwqYs5BEku2yTFtuRHyhXN998cz9iVPtT8thOPFfIc4Q7yyyzRO+//37tjwv8lXh00hhW8vRXc11JObfR+6z5npBtWrLIFiVPlxXfZNx1LwIiIAIi0B0E6EP6YyFvyXHLR/v9z8Tooacfjd7/6IPoX3a+rxcc62RlWchj/cEqUlTIynbx3Fmwq8eaeKbHjHxba8yIn5SLtIU8vrOGAeoFGf+OnMPxlV42Q+ayCgTuhCh+688/4ucd/qTXWbLWEvz7RV2LtJZFnJrNq2R6Pvzwwwhrcknm5557bvIVd5qY3Qwfv0O+WkMTFe+U9QdpvuGGG5z1tTnnnLPPONSng/WhAQMGRMxfjxo1qiK/eYeyVW0drqzyUWY4ZdSrrDLASXTMF2Bh0SokR/vss49b37EGZuLy5POMK/M2WMpjfqKeC+l3vbDz/l5knc+q75RjuyExV3RoAxu1kNeqcpMrQRkvUac4otaXKdqBkSNHZrxZ+xGsmrGQ1wpezPHssssuFWmmzUs72CQtolLXrCGt9GuZf2eVvVpyQS+0bZmguvghWpy5XFELNottNjja5ejvRXc+cm/07ofvRf/81z9zhd8pL2U1MlRKa7Gr6SRU89Nawcr0k/fTAn/IxRMahhBmROkIk2awMxNb0EPSkFwAIeyij6wNmQceA3mfXswg3IsbMGuOX+2Sp82Yyia91QYCdKxJc7sIExtttJHHl/sK525TyENAtxY0Y6EDgQvFIQTepCu7bBRVppNpKPK+qPiVxZU6kDxOgDrA5Ekzjjh7wdwP9tpNIa8srp4f9YhJMmultIJNklPyHoVpzMmPHj3aKcJ7f2pdSVOR/VWtsPSbCIhAdxPQ+K65/KXvT4+1GDvUW1wJ1UeE8jcrnaHHM2X3282VgOpfkRfNHFmLj6Q9vWkCOSHv5F71WFX/hfj+6Ec/qpBZ/GQr+V+Wkzz9lYIbdUzydGfJ06Ha4LLqn8IRAREQARFoDQHkn2YU8pbdanj003OOjJ588Znog48/zKVw0ZoUhgmVBe0yFPIIB5kMedzP43HPOgJyez3X6MK7949y0V+FPOZ+OV7Qxxv50p4q4oMo7Eo4W2yxRRwO4bGW8PHHHxcWRpZHRSrn4H+zeZWMG/Lg8ccfH7NgTDVixIj4FfL1nnvuiY8/5veVVlopV1mKPSnohnwjrmzQp2z4ckKcrOX0aLfddovOPPNMdwTjc889547UffPNN51CGMcy+ve5Mg9Sax2ujPJRVjksq17VymbK6meffRZZK16RtdQdTZkyxRnysSeCVeQleTPTTDPl3kxJmCH9rpWmPL8VWeez6jvlOJRCXjuUmzyMk+8QZ3siYlzXaRushdXkK7nuafcaVchrFS/ietddd8Vppg7ZE6+c8Q2fWN555plnKo4dp897/vnn/Ss1r1llr5ZCHizKakPLkBlqwumRH0s7sna6r09nNlpjfbPDhtuYpRddwsw84yxmOmuestucLTd9zEpbwcacfPLJ5oADDmgqufiZdcSfPdfa7L777n38rPZ+qOOFrMDpzK76oy5Jr7V84Mya9olcAw9sQ19hBruBTxt+1TZupRxZGyoPfILJ+/RxP1agMPfdd19us+b41co8tYPafpnKpvxVO7KWdGGe3ZvbpYzVO0LKs01e4dxtR9ZagcDst99+xu7eipNqBQKDmV4rwMfPyi4bRZXpOAEF3xQVv7K4ZtUBqwxmbr311obJ0G5yHKt31L16xzbDK6s/C9U2lsXVM+BKXWrGnDxHBnM8XPK4+KS//r7o/sr7q6sIiEDvEejvkbW9Mr5Ll4ysvgx5u9aRtd6PUH1ECH+z0klfH6rPhlEr+m2fN0VcyYdmjqwlbDu55749+uij46gwVll66aWNtRrf8BH3sSc1bjiSiGOmrCXD+C270GiOOOIIc/jhh8fPQt9InpY8nS5jIdq0ZBhFy9Oh45uMu+5FQAREQAS6gwDyTyNH1s452xxm6/W2MOPXHWcGzDPAHU2L3NZrDpk59JG15M3LL79srBUcYxVeYsSM+Zg/XXvtteNn1W6IZ5FH1j7yyCNmyJAh1YKreI5ccuKJJxq7scc9Z0xBnG+//faK9/r7B+GwBmg3+MResZZgDWyY5ZZbLn5W9A1rR+10ZC3po8xwRPCyyy5rrLU8l2SrzOHWj5jvhdXEiRPdsaP8yLj6rLPOMt/73vfcu2X9R7nkuEWroGms4qQLlvLBEckHHXSQWWONNdyxi8z3U975x+840sgao1U0dH/zH79XO7K2rPJRZjhl1KsYbs4b6gN5ef3115t9993XfPLJJ+5L+odx48a5ddacXvV5LaTffQKr8aDIOp/VNlOOmecKcWQt5bMdy00N3H3aK95lffill14y1jBTrU8rfqPNaPTI2lby+vTTT401smGsJUqXDtpp5sX83BhxO+6449x8GS9Qx1hXtada5Jqvyyp79JnVjrLv9batojB1yx+2UuRyzVpQWHa83bVzdu/s2rGVKrKLMRWatLZiRnvuuWcuzlkv2YoXnX322RV+2sbAHS+T9T5xSFtt4P1QxwvZycxoxRVXjONHWOwgsh1lv/+RljIccS3S4lDZeeAZEW7aQp4VKCLb8flXcl1bkafEnTKKZalaprJt21vTVDblr9bOnLS53eRupVxw7EvEtdss5JHnySNr4YzlLtKadGWXjaLKdDINRd4XFb+yuBLO0KFD4/baDqojqwDWFBLaTcqJ/+fb/lqewatX+qe0yXc7KC7EnHzR/VWt/NJvIiAC3U1A47vm8jerL0PermchLxlaqD6iSH+z0hlyTAmfsuShZF4UeW8VCpu2kAdvu7EqQjbzshVXxqh2M0OR0XR+ER67wMnTZHiUZXYxl+mISyeNYSVPlzffU2SblizToeTpUPFNxl33IiACIiAC3UEA+aeehbyBmywbrbrL2tEZV5wXvTR1SvTxpx9H//niP90BoMlUsE4W2kIe1pg222yzPtbxvvOd7+S2aEY80/OftSzheByUi/5ayMMPxhVJGZ+1lkbGqz4+ta6Ek7U+gsXwkK5Ia1nEs9m8SqcR+ZI1YM+dcdZJJ53kXkNGTB5pO++880bvvPNO2ovgfxPmQgstFMeRdevtt98+wgIeXGs58hsrfz59XBk7VluHK6t8lBlOGfWqVh7U+g3LlNbYRpw//VnzSYcT0u90WFl/F1nns+o75TiUhTzKZzuXmyzeMLryyivjsuTr+u9///us16s+I+2NWshrJS/m82izfRtHHVpmmWVcH0EiaeOxFOh/p9z85je/qZr+9A9ZZa+WXKC2LU2w8/8OdmTt8hNWi4676BQ7sHgx+vCTj+JC2/nI6qfgo48+qphIp+KOHDmy/odV3qAhSHamvgF88MEHM7+goqYF/pCLJ8TPao/HDRGCXAgz2JmJLehh0ROyZeeBx0C4WYsZHKHYiCs7TwmvWVPZVgM9LnvUDcp6tYEAiycbbLBB/D51s1lzu1kDznrHCzWSB3nezcpv0t+IIODDoQ4MGDCggk2WolbZZSMrjQg7jZZpn86ir0XFryyu1IH11lsvzmfqzAwzzBDZ3XsNo6HMeAHU1716dQBevdY/IWwnzcm/8sor0dVXXx1lmZPHzHU95fmi+6uGM14fiIAIdA2BRhXyenl8l8z0rL4M2aSZBY6i+wgfzyL8zUpnyDElcS9LHvKcir4S/2aPrCUuyAvrrrtuhXzF2HrChAlFR9WxRhZJynKMjRgrIS+W6SRPt/cGl3aol0W0ackyHVqeLjq+ybjrXgREQAREoDsIIP9UU8gbuOmgaNSeY6KLrr8sev2d16NPPvu0z4bp7qDQeCroY0Mq5CEjWEthFYYbkJGtlbPIWs3LHWHimZ7/rLXw7j2mXPRXIQ+/rKUfp0jgZX3GcTvuuKMPprAr4xdrDa9iTMH6grUWV1gYaY/SyjmMxa01wvRruf9uNq/SAZB3GMWANdwpN2yK5znruIzreM7VWsYrvU4TjzvuuKNi3XqWWWaJ7Kln6aRk/g0nayGyIq9hX20dDk/KKh9lhVNWvcrMgDoPyV/qga/zXDm2toixfUi/6yTL/Vxknc+q75TjUAp5JKCdy00Wf/Kb9SuObPXlifZs5ZVXzq2Ujr+wzjrmut76Yat4kW5rBdAdve7TzbopfTK/Pfzww3H7zu/zzz9/Q2uqWWWvnlygti2rhHbus8IV8lbZeZTdtXNuT+/aQXAfPHhw3Fj5ytlsMaHT3HDDDSv8m3322SMU/7IcjUNa4A+5eEJDYk11xvGjcbZmsLOi1rbPip6QLTsPPFjCLUIhr8w8JSxraj6addZZK8rQ6quvHl1zzTXRG2+8Eb3//vtOcCGfSKN33N97773xd9Q1ynq1gQCLCSiL+g6VKwow7AJqxBFutynkIWT5gSFcqMebb755Hyxllg0CL6pM90lIQQ+Kil9ZXKkDWQre9uiDholQH5N1ibpXT6CGl/qnyO06ZFfixRdfHDH54TlSB1kcr+WK7q9qhaXfREAEuptAXoU8je8qy0FWX9asQl6lz1/+xWRjs31Eln/+WaP+ZqUz5JiSeJYlD3kmRV/7q5AH8/RmI2QEZAUmAYtyhHP33Xe7TRleBuFKOb7llluKCia3P8Snk8awkqfbY76n0TYtWSBbIU/3J77JuOteBERABESgOwgg//zjtZeiRa0VPP8PRbyx+38n+u1t10RvvvdW9Nnnn3VHYgtMBeOFUAp5LHxj4SyphICMzN8oupBneR3xTM9/1lt4x2/CKEIhj/BZb0nK+qy9oJDVrMPKW9oRjj0CtSIcxowHHnhg+tXcf1db8/QeIFOxNurTxhjmt7/9rf+54WuzeZUVEIw22mijOG4oRD3//PPRMcccEz+jHJRtkZy4pssEaz9LLLFE7nLN98z7e+5cYV9tHc6HWUb5KKscphnCIES9yipb9Z7RdrC+4/OH/F1qqaXqfZbr95B+54lAkXWePEy3zZTjkAp57VxuqvFnvLzXXnvF5YlyhXKaPWq72id9njNvQl/gyyRXWNdbP2wlL8raFltsEceZ/swey+42tCY337KGx2lYjbissldPLuCbstrQMmSGRnh147uFKOQN3GRQNHLPjaJf2l07U9/Wrh0aGnbSJBsaKlazk+hTpkyJ5pprrtg/OtMxY8ZUFZboINOdSsjFE8JDOziZXo66bMZKRKsqWdETsmXngedGuEUsZpSZp/01ld2IQh4dGAO0ZFmlbjRjbrebFPLgcsYZZ/Thcuqpp/qiFV/LLBsEWlSZjhNQ8E1R8SuLK3n961//uiKvESDpsxp1tJvpulRPoCad/e2f0hNT1OGsskp6yuLaKDv//ieffFKhIEn/zhEGtVzR/VWtsPSbCIhAdxOopZCn8V31vM/qy5hUKnrs00wfUT3WX/2S19+sdDY6pmykzyaG7d5vf0Ux+66/Cnn4Sv6suuqqFTIW8sFaa61VyO52wmDHMbubk3IcYbAhignIsh353kljWMnTJmqn+Z68bVqyXLdSnm4mvsm4614EREAERKB7CHxkT5VaeosVIxTxtv7pTtEf7rsleueDd6PP/9lX8al7Ut2/lCCHFa2Q58cgWIpGgSopI7OR//zzz2/IKhApJJ7p+c96C+98R1zSYyi+a+akmA8++KDCaAjy/gorrBA988wzBJXbITedffbZzqpb1keEM2TIkApuyIpwa9Rdf/310UorreT4VfuW+CyyyCJxeIxRjzjiiGqv133ebF5leYxfnHziyxDzBOecc040evRo94w8GDFiRGHjuqw4VHtG3NLWqijfWITK4zAag/EGnzaupK+WQh7+FlU+iH+t8lFmOEljPEXXK+YUOEms0ToPH5SlfP6w3rP11ltXZG1IvysCKviPIus8nNJtM+U4pEIeOMpqj4tCT1/07LPPVvSJlPUFF1ww19wn3991111u3sCXSd9m1Fs/bCUv3874OJNmTthjnoz+0z+nX3700Ucbwp1V9vLIBd3StjUEq0tfbkgh76WpL8c7dti58+WunS3trp2rtWsnUUBobO6///64clJJqbijRo1ymrSJV+ve0knuvffeFaaEETIvuOCCqt8SfrpTaXTx5O9//3tF/Pm+msIDEWEHEedp+waJDj+EGeyqie7nD1kTsrfddlvTvrYiD4gs4RaxmIFfZeQp8e2PqWy+J598ueNKWa01ECjC3C7hpgcwhJtHmIBtUS4rv4nHpZde2lAQMMHEbpIjOx6eeuqpTH/KKBs+4Kw0IiQ3Oijx/hV9LTJ+ZXFNm14m3+eee+5o8uTJDeF57733KspMnjoAr/70Twiu5513Xp9wO7V/gsftt99ekR4mQ2qZky+6v2oo0/WyCIhAVxFAIU/ju8azNKsvQzYpWiGvmT4iT2ry+puVTvr6eker+zg002fzbVnykI9nkdciFPJ8/kw//fQV8gGy+SmnnNLv6JIvxx57rFs8Scr+LD4yYdoKR5o7aQwLI8nT7TPf4+tMsjy3szzdTHxbUS8VpgiIgAiIQHgC//niP9H/PvFQdO/jD0Tvffhe9M9/lb8xInwqiw0BWbYohTz8euihh9xG2fnmmy9iYTwpT8w222zRlVde6TazNJoK/E7Pf+ZZeEdOKEohD7/uu+++ipM5GLcOHDjQpatemkgD4wMUFVGwY4NQliMc1kKTJ4CwFjrnnHNGP/jBD6Isy3pJfwiH9Z1tt93WGSVBjnv77beTr1TcMy86bNiwOK8Ii2Nz2XSUdjxDSQnLRtVcs3lVzb+PP/44PsaXNdLtttsuNrYC/0suuaTap0Gfk0+TJk2qOCGJ+I0dO9YpC9UKnDE6VqIYkybrCOmptQ6Hn0WVD5TLMFpTrXyUGU7IekX5po5+4xvfiHbddVdnCIe01XL8zvpCWlH15JNPrvgspN8VARX8R5F1Pqu+U45DK+SRRyHLTcHInXcooWE1NlnnaTNQULv22murBgnj6667Llp44YUrvsUfWOdZQ28lL6y0Ugd9umn3sJJL3HlGn8Mm2lrrd1lwsspeXrmgiD42TxvaaWU0i3M7P8utkEciPv7044pdOzdp107VvEVISR8zi7DQiKIMjQ5atkkz2VR2TM1++OGHVcPmu7TA38jiCd83qpBHY5I2aYkQXrQZ7KqJ7ucPdOpJU9fw6o+p61bkAQgIt6jFjDLylDDogH3nRvlefPHFXTryZGn6e/wh72oNBMjrIsztpq1gEm4eYSJPuvK+k5XfCEW1Bplpv1k43GOPPSqUfvFjhx12qCpUlFE2fDyz0ojw040KeWVxpQ7ssssucb2j3pDn1Iu8jriyO9LXXV/36tUB8vPWW2/t8x1Ceh5Hed1tt936fF9LIa8srnnin34HHvTzniNt4JJLLpl+reLvovurCs/1hwiIQM8R0Piu8Syn7U6PtZBNQijkNdpH5ElN3r6nFX028W/nfrse3yIU8giDRasjjzwylg+8nMCi1hVXXFEvGlV/hy0LQByr4/3kihxIeMgYrXCUtU4aw8JI8vSXRym3w3xP3jYtWbZbKU83E99k3HUvAiIgAiLQXQT+79//F/FPLh8B5Nkshbz111/fKY+hQFbtH3ILawZnnnmmOylk6NCh0bzzzlux9oZszNwcii1sxq+nTFYt1sQzPWbMu/BelEIecUOhgo3NrFt4+Z/0sTEbYxochcccu1csePfdd6N77rknQpEHi9rzzDOPU1Tkm1rHX2aFQ3isa+LPAQccEF1++eXO4tKLL77olIzIC9ZXVlllFRcfr+wFp1pW/Bhzff/734/TQzh8s9VWW7m4P/fcc9ENN9zgrIwRNmt+3/rWt6plVdPWDKt5SN77OXO4oZTClXhiEKHWum41P4t6TnlOr1nDHauE5557bjTZbtb3ZYE8RWH1Jz/5STRo0KA+9YT0MA9Sax3Ox7us8tHKcIqqV1OnTo2VJtEnQFkYBdSf/vSn0TXXXOMUdpl7wmrWq6++Gt18883RD3/4Q1dXGdeTL8RlgQUWcPnp84BrSL+T4RR9X2Sdz2qbKcehFfJgklU+iyo3RTPHP8atWMlDOZ1y5f9Rzugbdt99d9dPeiubb731lut/veKXb/f8d1xhXW/90KelVbwob9Q3H2/Sy4mV/m/6U9r4Rl1W2csjFxBOFgviU3QfmxVOO5fRRvOg1e83pJDnd+3c8/j92rVTJ+dorNAmpYHxFZWCi7IRZ7nXc3yPUtyaa64Zf48/VHYE5VqOb9MCP9/ltWbgw/bx9uHWUnggPgiTRZrrbUQ5pBaPPL8haC666KIxaxrZww8/PM+nme+0Kg8It6jFDBIWOk+JL0JjsqwhaPpOPBNu4iGd47hx4yq+p6zXGggQJgOztAl6hNQ8C6l8f/fdd/cxt0u4eYWJRBL6dZuV37AkLX/5y1/q+o0Q8POf/7wPCwaqzz//fM3vQ5cNH3hWGmlXu1EhjzSXwRWmTzzxRObOz1rWV5N58sADDzjBO1l389QBwk4qF/j+JY+yOt/Sf7IrMx1uq/sn6tJxxx3XcLnkOz9JQ5roe5hAquWK7q9qhaXfREAEup+AxneN5zH9UXqshWxSTY4M1UeE8tcTaVWfTfhlyEM+nUVeGZuwMSYppzAHsNlmmzUcDJaI11577Qq/8JcJ+bwbGZKBUl7YcIZVgXT81llnnYhdwK1ylLVOGsPCiThLnu7fsWfp+Z7QbVqyfBchT5cZ32TcdS8CIiACIiACvUyA/jetkIdsi1IRCgL1/rHBhXlvFrGZx0zKxd6f/fbbL5psFZNYmG7WEc/0mDHPwjsyZpEKecQfi23M93qFN59m1mCYY2V8gTUg/n3zm990DFHASPJhTLPiiivWxEE4HFObDgd/4A17wsLyF4qQ/J2VDzyrNe8PWxTufDr81ZcB/GfMwyYknwbSimJJlms2r7L88s9QTCEexI25Xq7EBcXEVjrSesstt/RhR9yoF8SZIylRYORKPmF0xafBXz1z5kFqrcMl01pW+SgznKLrFfU/fZKOLzvkA+WaPCGfqKsDBgxwyqzUGZ8nXKkL1BHy27uQfvswQl2LrPNZ9Z1yXIZCHnzKao+LygvGzViKTZ/gQDmjXaVMUg6T/Qfljz6DNWrWy5JlE9aNrKG3ghd1BaVw338Q/2T66bto4xt1WWUvj1zgw+nkts2nodevDSnkAUu7dvIXGXYcHHHEERUNDkILOyFOP/30qsfXUjHRdl9iiSUqFPr4dsKECZnml5OxosFIC/w0HqEV8gg3bdKScFF0o9Gu50h30gw2yohlOTqWtKlrlAuzTF1j/RAFilpWyFqZB0UuZoTOU/xH8TQpzNNZo3HOLo9arpqpbMpcvYEAO+KzzO0y2Khlbpf4Xn/99RXmn71AQbiNCBO10pb3N+KTzm/iA0/aDwbw1dz777/vdjEw2PJp8N9OnDixQmDP8oOwy6jvWWlEcKs1MM+Kb6hnRcevLK5MKnEUQDLvuUeIPvTQQ6v2T8SPHaVYcaOuJr/PWwfYvZX8jvJKfaznXn/99Wj55ZfPDLeeQl5orvQhDDwYEGN98OGHH65r6dOzTJuTP+mkk2qiKLq/qhmYfhQBEegJAhrfNZbNtN/psRaySTWFvFB9RCh/kzRa0WcTfuh+O5nGIu+LVMiDAYtGyQ1vyE/IXyw0cmTQJ598kiv6KNuxa56Jw6QMhl9DhgypuxEnVyD9eIm0psc0/ZH3yyo/kqe/XFgsar6njDbNF9Mi5Oky4+vjrasIiIAIiIAI9DoB1o+yFPKSMm4z98yHbr/99tG9997rNgchT/bHNbvwTrhFK+SRDsYNKOgsu+yyFeMBz4pxQXqel994xnwnVgWZl63n6oXjw6t23WijjVz661nuZt0I63fV/Ek+Jw3MYz/++OOZ0W82rzI9++9D5ETWV5LxQEmlluW/Wv4V+RtrakcddVRmfvv4pssCc/es17G+7N/hypit3jpcMu79KR/EIW/5aJdw4JhmCTeeVatXb7zxhrMciRXLJOu89+TJMccck6lQHNLvZD6HuC+qzmfVd5iVpZAHm3rls5lyE4K59xMdCU5aSBvJSJbJZDnnfuTIkdGTTz6ZOc/T6Bp6K3ih27Puuuv2qYO0Q5ws14yMkFX2GlHIy1N2knmSvi+yDW23MurLartfG1bIa/cEtVv86CjGjx9fUXEprCjBYEr7hBNOcBbCXnjhhei2226LTjnlFGcdh0FAuhHDdDCdZj1HY5BeJEJRIrRCHvGqZtKS9DRqBrvesX31ODTyO4sne++9d0U+0RiSd1hD86auyS9v6nrppZeuGkSr8oBwi1zMIIGh8xT/06ay0TjPMpXNYAxT2ZiMZXEqvfuDTiaPQh6cyNMsc7sIuxyJiRDmLfWh8U45qGVuN68yUtVC08QPWfntO1o6WEyi06ZMtrv66PBpj+68884IhR/KMbsY/Pv+yu6nPAPsMsoGYWSlsT8LdE1grvlJiPiFrnOeK9bmssoAOwg333xzVwdQ3MQheDMhtO+++7pFYMqXLzP+mrcOINCmF4TpI373u99lCrPs/jjjjDMi2lzC8OH5K8/qKeSRhpBcqTOeCUzZrYaSN2b9s8zJ//GPf+xjTp70oLCPknItV3R/VSss/SYCIiACItCXAH1/eqyFbFJNIS9UHxHK32SKW9VnE4eQ/XYyjUXeF6mQR7zwjzEL4yIv9/grO+Q53glr1++8805mMt5+++3onHPOiYYPH95n3MRcA+MBjoxinNBKJ3n6q+NfJE9/OcboBHm6jDa4lfVSYYuACIiACIhAOxJAbu2vQh7rAcwxjho1yq1X/epXv4qmTJkSMQeKIlURrtmFd+TiEAp5pInxFRuusFj07W9/u8/4wo8zuDJWWGaZZdzRta+88kqm0YpqnJLhVFMATIbFnPCuu+7qxtiMaxgD1XNwevrpp93aR9Kv5D3jpY033ji67LLL3FGd1ZT8ms2rWnEkfpw+hBIecWLOmLXgPGmr5W9Rv2GRHoMxPn5Jbv6eMrDQQgs55ROUOcmbN998s6LcMA/SiEIe8W+2fNx6660uDnkZtiKcIuoV5ZH8YX6Jsf7o0aOdtUefL9WulDEs36NjwFpKlgvpd1Z4RT4rqs5n1feyFfLgkiyfRZSbIlln+cXaIOvytGNZ63OUS9oMjCxhnIm5KOrqY4891qfNaFQhrxW8KCec6JWub5QVrFg247LKXqMKeWkWjfSx/WlDO6GMNpMnZX8zDQHaQiUXkIBV5jEHH3ywufDCCytCsZXNWKHHWOUjYyuysQ2UsUK/scKhsQ1y/K5tyMwGG2xg7GDDWAUbw9+1HFlqO173jX/PNpLGHm1jrBDqH1W98r3t8I09Xjd+h++tYo+xO+vjZ9VubONsLr/8crPPPvtUpMNOqsbptQKx+9wu8sRp5jvbKLnnpNFaQjJ250q1YAp9Tpr/8Ic/mE022aTCX/LHKqcY0k/e8M/uInHx5DdrpctYq2oV3/BHq/KAcG3HaFZdddU4TpQte0SksdYP4meN3oTM0yxWxA/mlBPKDXWFfLDCpCtT5AH/rCBmrLDprj5NfHfFFVcYq0zpH2VeqW9WUcZYjXZX55IvEaY90tbVTa6+nPrwrbldV76p194RrjXLbuwA0j8Kfs3Kb+qOFb6NHbw7RnAjDaSJNNO20MYk65uPqDUvbKxSlLGCU912xn8TsmwQRlYaiyjTPv79vYaKX2iupJv2zO5uMfa4qIo6xG/0S9Q/2jmuxIf37Y4UV67sjhhX1k877TRedy5vHaCd33///Y21NOo/deXNKukZOyFmFltsMWMV01xYVjnN8I9+lLAp39RZyil/4wi3lf0TZcBad3X1Lk7Qf+NFvYMlcaSt4h/vw5J2Ba7e8R7pop/mvWqO74vsr6qFo+ciIAIiIALZBGiH02MtZBOr2GSspaiKj0L1EaH8rYi8/aOVfTZxKUMeSqe5P3/Dy1obMHZHeuwNssumm27qxuLxwwZuGO+8/PLLxm4YMtZKccWXyBfIaXYRyyy33HLGWt01yPN2E5+xG4uM3ZFs7MKik5n8OBsP/HjhoosuMnaRpabcURFgoD8oz502hvUoJE9/NW+F3OvntyiXOD+OTo8/KYPJ+Z6y2jSfb4TXH3m67Pj6eOsqAiIgAiIgAiLw5RgBGbdZ5+fnkKUZx3kZpln/qn3HHLxVYop/Rv6xJ2u4OcL4YcYNcpNVZoh/4Tu78detj8QPm7xBhmGMxZyqtcbt1g+mTp1qrKKVsYYPjD1S1o0pVlttNWM37buxBs8bdclw7AYjYw1ImNdee82NU1jnYV6ZscvQoUPd2hrrF4TDb3kd4xvizhqINaRgrFVwxwlWyJmshSGT+nWRWv42m1e1/ITpwIED3Tw65ew3v/mN2WqrrWp9UupvlIPJkyc7mZi5jPfee8/xIt+Z17CKHmappZZy9cOvkzE2tZtSKuLJWJTfG3FllA/i04pwiqpXxJ2xFGug5BVj+6eeesq1DbQrVmnP1Rd7dK3Lp7XWWsutp1iF47r1KKTfjZSDRt8tqs5n1XfKMX1BHkc8mHNJOto0PwZOPq91nyyfRZWbWuH19zfSTd87adIk86c//cnNOVEOrYEbM2jQIEO/QbtOe868AI75Etb1ko41wP72K2Xwou7RLiYd/bE9scKt9yWf573PKnt55IK0/8myE6qPJcxkOGUwT6ez6/62QOVKIGArbmQVF5zVHMpx3n+2EY9+/OMfuzOp0QLP43gvbbXBDjBKsZDn42eFBBdeNQ1d23BVWAD0PHhuBVVnDYkdx2U6dh5gZcDHpdaVeNYydd2qPCDcoi3k+TwImae2c4uOPvrozDLh8wHm/p4rf2MqG0t2yeeU9bw7cwjXKiQ1ZG53xIgRztzugw8+2CfcZrT7Pd9mrln5TfovuOCC6J577olWWGGFOI5pfklm/EZdxSy/FZIajkrIspGVRjuI7doja5PwQ3L14dgJGNc32QFHXFaSZcPXNf+MsrL66qtH999/f58dm5S9PHWAPMVEf9pCJWHghxXYnRUXO5iP7ESMq+uEyzHMWNFjh03yqGW+yWMhz6c5BFes13IUQbPm5EkDbaAVyn00a16L7K9qBqQfRUAEREAE+hCgH0uPtZBN/mF3MGe5UH1EKH+TaWh1n01cQvTbyTQWec8O4MMOO6xCpkKG2WyzzfoVDPmAxW7knSxZgzCsYn+E7GQnP92Vv3nuZTh/xYov1hCwcIC/7eCIRyeOYT07ydN957coe1nlj2fV5nvKaNN8nnHtrzxddnyTcde9CIiACIiACIiACPSXAGsAWNJCJmLtEguBVqnNjb+s4kV/vY+/Jxzk5WQ4nOLDM6t8GL/XzA3jCKu05E4FIv6EQZr6628zcUl+Az9ruCGe07YKbi69yXfa4Z54kg/kR7oMNLNG1EyaQpaPZHzKDCdEvaJM+3pEWSe/+EeZZ86kP3U2pN/JPCjivl3rfH/TRvkMUW76G6+s75n3Iq6+3eBKGeR5Wa6TeIVm0ultW2g+7eQ/Go5yJRGgw8RUsbUMFFkLW30mx/0kOVerZRvtsssukbUQ5wThRqJIp5ReJGKxv4wja5PxRLEAM9jHH3+8M3GdTF/6nolZzGBzlGajZrCTYfbnHm4oiXDMZzp+/m8UJMeOHetMXdtdPVWF+1blAeGGWsyAbcg8RXjkWEqUcTzv9JVygqns7bffPvKmslmcSr5HWc+rkEeaUMrD3K61QtmQuV3qZjrcPMpIhFmUy8pv0m93XDnFOsroj370o8hayqiIazLeLModdNBBrq7SeTfrQpWNrDT2ikIeeRGKazKfEaDtrpbI7mKpWk5gvsYaa7iyhUIcA7X+1AHKGkp9drdi1TAppygKcqQ1ZdruenSTLIRtdx3F31HmG1HIC8GVQS9tGMoYjZqTX3vttSNMRpMPeR31oqj+Km+Yek8EREAEROBLArTB6bFWLYW8UH1EKH/T+dzqPpv4lCEPpdPdzN+hFPJ8XJhP4GgmxkJ2R3EsCyVl+2r3jGN33HFHJz/gTzu50PJ+GeVH8vQyNctjnvmesto0X/b7K0+XHV8fb11FQAREQAREQAREQATamwBz1/YEKycfM299yCGHtHeEFTsREAEREAEREIGgBHRkrZ2xLtPZST9nEtpOgrvjWDlKFDO/mJnFLCpHzAwePNiZ98TEKeY9rdDWcBTtpHOFSWw8wHRoO5pd5Rhea3GpX2awGwZU5QM7qRrM1HVZeWAF/mBmzUmDbZHqmjZvNk+tJn1LTGWT71aT3x01lja3i3luq6jkTHWHMrdbpTjWfUxepI93or247LLLzIQJE1xe2cUhZ7L9gQcecGatMQ8PZ8yPWyVYs+666xrMBJM2u1BSN8xaL4QqG6HLdK005fktdPxCcU2mzS62uzrAMdz33XefMzlNvaBPslYszKhRo9y9rwPEiXdXXHHF2BvKXiPHNttFa2femzL8wgsvGKuw7kyx0xdibh2/6Q8Jk/7Qm7omQPpN+lPvQpkFb7Qtg0s9c/JWacOZkLdWVo21uOnSai3+1TUn79Pqr0X2V95PXUVABESSCfjHAABAAElEQVRABPIRSI+1kKHqHTMQqo8I5W+SRKv7bOJCOpFhGUdXOyqh0X47mcai7jkqiX9JxxicsXgRDvnHbgJw471bbrnFXHPNNeaRRx7pEyZhIR8NHz7cbLnllsZuPnJHa3CEDcd0tZuTPP1ljkie/rKud5I8XUYb3G71VfERAREQAREQAREQARHIJoBs+PDDD5s111zTHdfIca4cNbr44otnf6CnIiACIiACIiACXU9ACnktzGIUIJh4ZlGdiXUmxpmAtUf0NX0GdQuTUzdoFnJYvCKtpJmFK9LLPxQt2mVhAKGZfCGu3BMv/tljfxpWmKgLpcNfCJGnlA8m4PGb+2Q5oW6gzBLKUS4JO1knfX2knLabo3zWUshLxpfyTJsDU/75toa6119FvGQ4/j5E2fB+9/I1NFffLxEOjraPOpduoyl7/VXIw3/8IUzC4+rbXMonbS5hhyifhJ10obiSJv75NoX04UhfFtdknPLc45/6qzyk9I4IiIAItB+BUH1EKH/bpc8mJ0P12+1XSqrHiPxg3IKSIrIASnrWOr159913zXzzzWesRX6D8h3yFItAKAWWIVNVj3H7/BK6/FAHyRPCwUme7t98T6g2zZfIouXp0PH18dZVBERABERABERABESg/QgwB7zvvvua8847z40DNtlkE7eJijGBnAiIgAiIgAiIQG8SkEJeb+a7Ui0CItAFBFg8yKuQ1wXJVRLaiABlrwiFvDZKkqIiAiIgAiIgAiIgAh1LANkMBTC/8QblfyngtXd2Sp5u7/xR7ERABERABERABERABESgEQLI92ySGjJkiHnvvffcZuzrrrvOjB07thFv9K4IiIAIiIAIiECXEZBCXpdlqJIjAiLQOwQY5Ekhr3fyu51SqgXEdsoNxUUEREAEREAEREAERKDTCEie7rQcU3xFQAREQAREQAREQAREoDoBrONNnDjRnH766e4lFPMefPBBd/JM9a/0iwiIgAiIgAiIQLcTkEJet+ew0icCItC1BKSQ17VZ2/YJ0wJi22eRIigCIiACIiACIiACItDGBCRPt3HmKGoiIAIiIAIiIAIiIAIikEEAGf6VV14xCy+8cMWvPL/33nsNR9R++OGHzjreL37xC7PrrrtWvKc/REAEREAEREAEeo+AFPJ6L8+VYhEQgS4hwEBPFvK6JDM7LBlaQOywDFN0RUAEREAEREAEREAE2oqA5Om2yg5FRgREQAREQAREQAREQATqEvj3v/9txo0bZ6ZOnWpGjBhhllhiCTPffPO5o2rPPPNM849//MNMM800Zvjw4eauu+4yM888c10/9YIIiIAIiIAIiEB3E5BCXnfnr1InAiLQxQSkkNfFmdvmSdMCYptnkKInAiIgAiIgAiIgAiLQ1gQkT7d19ihyIiACIiACIiACIiACItCHAAp548ePNzfeeKM7ivbrX/+6mXbaaQ3H1X788ccGGR8FvZtvvtkp5fXxQA9EQAREQAREQAR6joAU8nouy5VgERCBbiEghbxuycnOS4cWEDsvzxRjERABERABERABERCB9iEgebp98kIxEQEREAEREAEREAEREIE8BFDI23vvvc3555+f+fpMM81kLr/8crPxxhu7Y2szX9JDERABERABERCBniIghbyeym4lVgREoJsISCGvm3Kzs9KiBcTOyi/FVgREQAREQAREQAREoL0ISJ5ur/xQbERABERABERABERABESgHoEvvvjCXHvtteaCCy4wkyZNMu+++66zjDfvvPOaVVdd1UycONEMHTrUTD/99PW80u8iIAIiIAIiIAI9QkAKeT2S0UqmCIhA9xGQQl735WmnpEgLiJ2SU4qnCIiACIiACIiACIhAOxKQPN2OuaI4iYAIiIAIiIAIiIAIiEBtAp9//rn59NNPDdbyUNBDrufYWpTwZpttNlnGq41Pv4qACIiACIhAzxGQQl7PZbkSLAIi0C0EpJDXLTnZeenQAmLn5ZliLAIiIAIiIAIiIAIi0D4EJE+3T14oJiIgAiIgAiIgAiIgAiIgAiIgAiIgAiIgAiIQgoAU8kJQlZ8iIAIiUBKBN954w1x99dVxaNNMM40ZPXq0WWqppeJnuhGBEATefvttc9VVV8VeU/bWXntt8+1vfzt+phsREAEREAEREAEREAEREIFsApKns7noqQiIgAiIgAiIgAiIgAiIgAiIgAiIgAiIgAh0AwEp5HVDLioNIiACPUsAs+j//Oc/K9KPefSvfe1rFc/0hwgUTUBlr2ii8k8EREAEREAEREAERKCXCEie7qXcVlpFQAREQAREQAREQAREQAREQAREQAREQAR6jYAU8notx5VeERABERABERABERABERABERABERABERABERABERABERABERABERABERABERABERABERABERCBIASkkBcEqzwVAREQAREQAREQAREQAREQAREQAREQAREQAREQAREQAREQAREQAREQAREQAREQAREQAREQARHoNQJSyOu1HFd6RUAEREAEREAEREAEREAEREAEREAEREAEREAEREAEREAEREAEREAEREAEREAEREAEREAEREAEghCQQl4QrPJUBERABERABERABERABERABERABERABERABERABERABERABERABERABERABERABERABERABESg1whIIa/XclzpFQEREAEREAEREAEREAEREAEREAEREAEREAEREAEREAEREAEREAEREAEREAEREAEREAEREAERCEJACnlBsMpTERABERABERABERABERABERABERABERABERABERABERABERABERABERABERABERABERABERCBXiMghbxey3GlVwREQAREQAREQAREQAREQAREQAREQAREQAREQAREQAREQAREQAREQAREQAREQAREQAREQAREIAgBKeQFwSpPRUAEREAEREAEREAEREAEREAEREAEREAEREAEREAEREAEREAEREAEREAEREAEREAEREAEREAEeo2AFPJ6LceVXhEQAREQAREQAREQAREQAREQAREQAREQAREQAREQAREQAREQAREQAREQAREQAREQAREQAREQgSAEpJAXBKs8FQEREAEREAEREAEREAEREAEREAEREAEREAEREAEREAEREAEREAEREAEREAEREAEREAEREAER6DUCUsjrtRxXekVABERABERABERABERABERABERABERABERABERABERABERABERABERABERABERABERABERABIIQkEJeEKzyVAREQAREQAREQAREQAREQAREQAREQAREQAREQAREQAREQAREQAREQAREQAREQAREQAREQAREoNcISCGv13Jc6RUBERABERABERABERABERABERABERABERABERABERABERABERABERABERABERABERABERABEQhCQAp5QbDKUxEQAREQAREQAREQAREQAREQAREQAREQAREQAREQAREQAREQAREQAREQAREQAREQAREQAREQgV4jIIW8XstxpVcEREAEREAEREAEREAEREAEREAEREAEREAEREAEREAEREAEREAEREAEREAEREAEREAEREAERCAIASnkBcEqT0VABERABERABERABERABERABERABERABERABERABERABERABERABERABERABERABERABERABHqNgBTyei3HlV4REAEREAEREAEREAEREAEREAEREAEREAEREAEREAEREAEREAEREAEREAEREAEREAEREAEREIEgBKSQFwSrPBUBERABERABERABERABERABERABERABERABERABERABERABERABERABERABERABERABERABEeg1AlLI67UcV3pFQAREQAREQAREQAREQAREQAREQAREQAREQAREQAREQAREQAREQAREQAREQAREQAREQAREQASCEJBCXhCs8lQEREAEOoPAF198YU488URz/fXXuwgPGDDA/PKXvzTzzTdfZyRAsRSBNiQQRZG56667zMEHH2yoY9NNN5057rjjzMiRI9swtoqSCIiACIiACIiACIiACIiACIiACIiACIiACIiACIiACIiACIhAFoFPP/3UvPjii2ammWYy88wzj5lrrrnMNNNMk/WqnomACIhABQEp5FXg0B8iIAIi0DsE/vOf/5gjjzzSnH766eazzz4zc889t/n9739v1lxzTTPttNP2DgilVAQCEKBOnXHGGebQQw91AzOUXS+77DKzzjrrBAhNXoqACIiACIiACIiACIiACIiACIiACIiACIhA9xJgA+xDDz1krr766qYSOcMMMzglinnnndcstdRSZtiwYebrX/96U3614iPS/8ILL5gLL7wwDp45/B//+MdOMSR+mLpp9ruUN/pTBESgiwmwVohxAdoLHG3LlltuaVZaaaUuTnXtpGFo4bbbbjM33nijefLJJ82kSZPMv/71L7fWAx8U85Zbbjlz/PHHm0GDBtX2TL+KgAj0NAEp5PV09ivxIiACvUoAYRJlocMOO8x88sknzoLXr3/9azNu3Dh336tclG4RKJLARx99ZA444AA3UcZuqYUXXthcddVVZpVVVikyGPklAiIgAiIgAiIgAh1LgAntO+64wzz22GPm1Vdfdf/efvttw0LpggsuaBZaaCEzdOhQs+6663bUgmnHZogiLgIiIAIiIAIiUAqBL6zSwz2P3Wc+/vRjs8Fqo810X5+ulHA7ORDmsy+55BKz7777NpUM5uZQovja177m5Eo2p6+xxhpmp5126ohTLVCUuf32281mm20Wp59TOZ544gmzyCKLxM/SN81+h4LOSSedZB544IHYS/h95zvfMTvuuGP8TDfFERDz4ljKp8YIMC7H4pt3KCufddZZPVvX33nnHXP44YebK6+80hkz+b//+z/z73//2+NxV/oUlPJQEt9www0rfuvPH2oH+kNP34pAexKQQl575otiJQIiIALBCDB5cc0115jddtvNfPjhh24i4kc/+pGzlsdOwVqOAfyUKVPM2WefHb/GQPwHP/iBmX/++eNnRd8QbjM7AIuOR7v6Rz4ee+yxcfTIk3q7I+OXdROUAAvKm2++ubn//vtdXVtyySXNrbfeahZddNGg4cpzERABERABERABEWiGAHI3sgqLfUnHjm8WK4twhMEO8yuuuMLccMMN5vXXX3c7zZl45h/jFb9YyoLp9NNPbxZYYAEnU02YMMEss8wyRURDfohAMAIavwZDK49FQAREoGsIfPLZJ2aN3de31oi+MAsPWMhM2HArs/nIsWbmGWfumjQWnRBkRKzD7bnnnoV4jTIFc+GzzjqrswLFSTIrr7xyIX6H8IT0/+lPfzIbbLBB7D0KecyZ15pnbPY7lE+22247c91118XhIaMfdNBB5phjjomf6aY4AmJeHEv51BgBFPKSa4Mo5P3iF78wu+66a2MedfjbjOMefvhh893vfte1rZyCVMvBiTZy7NixtV5r6De1Aw3h0ssi0BEEGlLIoyG62+7a+cju2tlQu3Y6IoMVSREQARFIEqAd/8tf/uJ2bLz55pvOvPLaa6/thMbZZpst+WrmPd8/8sgjZtSoUfHvCJ0oGw0ePDh+VvQN4WI5Y9NNN429JlwW8mrtAIxf7vKbqVOnGhS9vAvJhkmcE088UbsjPew6V8ruX//6V1dnPvjgA7cLl2NrMXWeHOTW8UY/i4AIiEAQArRRGt8FQStPAxOQPBIOMGyPO+44J+/5UFh4GzNmjPntb3/rHzV9ZSPJCSecYC666CJnqZsJbsKs54gDu89nn312s8cee5iJEyeaWWaZpd5n+l0EWkKgF8evapdbUtQUqAiIQIcSiExkXn79FTNyjy8t6iDnzGIV8QbM8w2z1egt7L9xZs7Z5uzQ1IWLNn1NWiEPpTo2bqywwgpVA6Zffuutt8zkyZMNG2ezHIpt88wzj5Mx2XjOppB2c6S/bIW8rbfe2m3s9yzgwsZ+jmiUK54AijhiXjxX+VifgBTyvmTEfAXrpayh+nkKlLbXW289M3z4cGdFkFOR3njjDXPvvfe6dR+MnxStkKd2oH6Z1Rsi0EkEGlLI+/SzT83qu6/nGqFF3K6d8WbzURtr104n5bjiKgIi0NMEWPBaf/31nQIdkxEzzzyzExw5BiqP45uHHnrIrLrqqvHrKH89+uijZsiQIfGzom8I97bbbqvYAUi4L774Ys0dgEXHo139e+2119yRXj5+IdlgtQTLJNod6WnXv2LS/Pzzzzf77LOPexlFvB/+8IduMbr+13pDBERABMIR0PguHFv5HJaA5JFwfGF71FFHVVi9YKGTjTFJ+a/RGCDPs4CIFefnn3/eKeNl+THjjDMajg9j0RQZKssxIY6VvFNOOaUjjhfLSoOedTeBXhy/ql3u7jKt1ImACBRLgH5i0quTzejvb1Lh8bTT2A0IM85k5pl9brfuNmHD8eab8wyoeKeX/8hSyEOZcfz48ea8886rigbefIuyE5tl//73v7v5cL55//33K76bY445zM4772xOO+00t5G94scW/yGFvBZnQAnBSyGvBMgKIpOAFPKMs9Z/pLWUygZCxjbMg6y++upuM+F8883nLPfT59Cn8Ps///lPZ+0fZe4iTw9TO5BZRPVQBDqaQG6FvMgmc8obU8yI76Z27cz9DTN+vS3M1tq109EFQZEXARHofgIM2lm0OvTQQ90EBMLjAQcc4ARMFLjyOIRNKeTlIVXuO2Ur5G211VYVuyMpSyyuandk9Xxn5xSW8bAwiWOCj6Pghg0bVv0j/SICIiACAQlofBcQrrwOToDJT8kjYTDDtmiFPMYhV155pcHayHvvvecmr33sGYeMGDHCLaSuttpqholuLG8wCc2u8wceeMBcddVVbkMR/njHO7zLQurmm2/uH+sqAm1BgHFzr20oU7vcFkVPkRABEegQAvQTL74y2ay3d6VCno8+SgAzzTCjmWPW2c2Y1Tcw24/Z2iy2wED/c89ekQXTFvKYk9x+++3NpZdemosLftBnff755+aVV14xZ511lrn44ovd394DNn9wLOsRRxzhH7XFlbjLQl5bZEWwSEgRJxhaeVyHQK8r5NEvYxVvlD0ZDCt59MPLLbecufnmm50VVv7Ocn6Ogr6oKKd2oCiS8kcE2odAAwp5kfn7K/8w635/44rYT8vgwJrTnmf2uf67a2cr7dqpIKQ/REAERKD1BBAon3jiCWdumUUwBMiBAweaBx980C1k5Y0h/kghLy+t8t6TQl55rJsNibrDAG7jjb+Uo6iDmD+/9dZb2/IYjGbTqe9EQAQ6hwDHJGl81zn5pZhWEpDiRyWPIv8qWiGPCepf/epXzjow4xDvkIVWXnllc/LJJ5vBgwe742ixIpycyCYuLAx88sknbizDwujjjz/uvXBjmnnnndctpHKki5wItAsBZH8p5BlXn7Vxq11KpeIhAiLQTgToJ2op5Pm4svw/o1XMm3XmWc06w0aYHcZuawYvsaz/ueeuyJX9VchLQsM/NtDef//9ZosttnDWjvzvbKS96aabzJprrukftfxKfMtUyCO8a6+91jz77LNx2pHhsRiF0opc8QTEvHim8jEfgV5XyGPugbmJgw8+2AFjA+DEiROdAQravTKd2oEyaSssESiHQEMKeZPsrp20GW0fTRokv2tno9XXNzuM2Ua7djwcXUVABESgxQQQKDlmFOsSOATKE0880Rx44IFuIStv9KSQl5dUue9JIa9c3s2GxpHRTPDdcsstzguOZMOqy872KAw5ERABESibAAp5Gt+VTV3hFUUA2VYW8oqiWekPbIuykMdEMuOPvfbayx0P5kNC6Y6J7v3228/MNddcJo+1bo6vfeedd8ypp57qrH57v5iL4ogYFmc322wz/1hXEWgpASnkfYmfui6FvJYWRQUuAiLQpgTyKuQloz/D9DOYWWeaxawyeCWzk1XM49prDtmySIU8zw9reWeccYb5yU9+4h+5+XKsN9999925ZNX4w4A3pL9MhTySwpGMWGtKuummm84d3Zh8pvviCIh5JUvK/R//+Efz7rvvuh+QL9dff/2GjExU+qi/sgj0ukIe7dx2220Xr58yR4FS9gYbbJCFK/izTm0HVF+DF42eCaDbylJhCnm+BGjXjiehqwiIgAi0BwEmeZ5++mkzfPjweKff3HPPbZ577jmDRYlGnBTyGqFV3rtlKuQhCGXtjmSSCotvctUJUH+YQBg7dqx7iQXkQYMGOUsveRaiq/usX0RABESgcQL1FPK8jxrfeRK6thMBySPhcqMohTzknkmTJpmRI0caZFXv2Bh03HHHmb333ttwHFij7oMPPnALpskjxJCpFl10UXPPPfeYhRdeuFEv9b4IFE6A8t9rFvLULhdejOShCIhAFxOgn8hjIS8LwfTTTW9msYp5Q5YcZHYcs61Ze6URZtppijsqLyvMdnlGXxNCIY/0cUThTjvtZK677ro4uWyk5bSLdpnvJP1lK+TFMHQjAi0igKLUuuuua/7617+6GKAQeuONN5pVV121RTHqzmB7XSGPDYBDhgyJLYJSzrAOuvjii3dnhgdKleprILA96G23laXCFfKSZSK5a2dHu2tn1R7ctZPkoXsREAERaAUBFtVY8PrFL37hgmcXEVYqzj777Ias4/ExE0Y6srYVuVg7zDIV8ohJp+7QqU2xnF8//fRTM2zYsHhwN/3005srrrjCWc4rJwYKRQREQAS+JJBXIS/JS+O7JA3dt5qA5JEwOVCUQh75s+mmmzqlJMYQOMYhhxxyiLOYNcssszSdABZMjz322ApLeSj6senhmmuucdbAm/ZcH4pAAQQ6RSGPeKJoUJTFEbXLBRQeeSECItATBGh/m1XI84Cms9Z7UMxbaqElzPZjtjZj1tjATPf16fzPXXkNqZCH3zfccIMZN25czA7Zdc899zTnnntu/KyVN1LIayV9hd0qAihKoXz32GOPuSigKHXHHXe01XHSrWJTZLi9rpD3/vvvO6uLKAHhKGcvvviiWWSRRYrE3PV+qb52fRaXlsBuK0tBFfJ8rny5a2dms5zdtbPTmAk9tWvHM9BVBERABFpBgAmel19+2Sy33HLmo48+clFAAejRRx81gwcPbjhK+CeFvIaxBf+gbIW84Anq4gCYPDvllFPiYzCw6DJixAhz1113dXGqlTQREIF2JNCMQp5Ph8Z3noSuItB9BIpQyEPeOf300528wyQaDpln9dVXd9aCZ5tttn6DQ4GI42MeeeSR2K+ZZprJ/OxnPzPf+9734me6EYFWEGDc3AkW8tK7zv3RTLI40opSozBFQAR6iUARCnmeF5sSZplxFrPwNxc0EzYYb8aN2sTMPOPM/ueuuiJjhrKQB6ipU6eaBRdc0G1I52/k1+WXX96dbMHfrXZSyGt1Dij8VhDoNqWMVjDME2YvK+TRJ7O+ttBCC8WopJAXo2joRvW1IVx6uQaBbitLpSjkeZ5M7MxqBwdLLry42WGjbcyYNbt/145Pu64iIAIi0AoCLKhxnBPHQuGYSMDM/q233tqU5Qgp5LUiF+uHKYW8+oza6Y1XXnnFLLnkkvER0iwes7NPC1/tlEuKiwh0P4H+KOR5OhrfeRK6ikD3EChCIY9jZQcNGmReffXVGAxKeHfffbdZccUV42f9uWFc8uc//9mss8465vPPP3deMdZZbLHFzJNPPmlmnrk7F6L7w0zflkeA8tkpCnmrrLJKbHGEfv3OO++UxZHyiopCEgER6FEC9BP9tZCXRoc1t1msIt6Aeb5hxq87zmy13hZmrtnmTL/W0X+HVsjD0isy7KRJk2JOc889t3nnnXfiv1t5I4W8VtJX2K0i0G1KGa3iWC/cXlfIY+5i4YUXjjFJIS9G0dCN6mtDuPRyDQLdVpZKVcjzXL/ctTOzWXjAQmbbDcebLbp4145Ps64iIAIi0AoC7HhfZpllnHllwqf9PeGEE8zEiRObio4U8prCFvwjKeQFR1xoAAiTo0ePNvfcc4/zl0lT6uSJJ55YaDjyTAREQARqEShCIc/7r/GdJ6GrCHQ+gf4q5LFQeN5555n99tvPcI9D1tl9993dcV+0F0U5Fk332msvc8kll8ReMnFO+Lvttlv8TDciUDYBKeSVTVzhiYAIiEBnEQihkOcJTDvNtGamGWcy88w+t9ls1Fgzwa6/zT/PN/3PHX0NrZDHfN3IkSPN//7v/8acZpxxRnfqDErrrXZSyGt1Dij8VhDoNqWMVjDME6YU8qSQl6ec1HtH9bUeIf2el0C3laWWKOR52PGunbntrp3R3blrx6dVVxEQAREomwCTO3/961/N8OHDDQtrOCYPHn74YbPCCis0FR0p5DWFLfhHUsgLjrjQAJhAO/74481hhx3m/MWaC4qzTz/9dKHhyDMREAERqEWgSIU8H47Gd56EriLQuQT6q5D32WefmaFDh5pnn302hoCSHEfLDhkyJH5WxA1jE8Y2WBnmHodctdxyy5lHH33UjX2KCEd+iECjBCiPspDXKDW9LwIiIAK9Q4B+omgLeWl6yEQzzTCjmWPW2c2Gq61ndhizrVl8wYHp1zrq79AKeWz2mH/++c17773nuMCQI2ynTJnSFpykkNcW2aBIlEyg25QySsaXOzgp5EkhL3dhqfGi6msNOPqpIQLdVpZaqpDnyU/L4MCa055n9rn+u2tnq67ZtePTqKsIiIAIlE2AQToWtw455BAXNJMImF3G7H6zu/qYMHrooYcqjtbELxa8il5gS/LqlAWNZJzLvJdCXpm0+x8W5ZnFY46H8m6GGWZw9YijMeREQAREoAwCIRTyfLw1vvMkdBWBziPQH4U8ZJybbrrJjBs3Lt4QxBhkvfXWM3/4wx+aHoPUoshxtRtuuKE7Dte/h1x1ww03mPXXX98/0lUESiXQKeNXLOrryNpSi4YCEwEREAFHgH4itEKeRz2NvZnBKubNNvOsZtTQNc0OYyeYIUt25txTSIU88uSZZ55xGzu4xyHHrrnmmvEJF+5hnf/49vnnn3eyKBtSmLN9++23zRxzzGEWWGAB5/8mm2xihg0b5vyv413Fz52kkEeaH3zwQRd/OLJBhzFB2r355v9n7zzAJSnKtt3qZwAFyShpCUsO65IkuksSJEfBJQoiOSdBfpJkJEpQwAUBAcmgAiISBQVJkpOsIBIlLguon/bfd/HVUFOnuqd7psPM2aeu65zu6e5KT6W3qp73rdeiJ554wijzPP/889G0004bfelLX4pWXHHFaM455/Q/7+o3ZUI5PPTQQ9HDDz9sThBCMXqBBRaI5p57bvPbD5g5BuVI2l599dXo3Xffjaaffvpop5128j/tm99FMSdvL7zwQmmYE/9dd90V3X333WbdG9wguVKmM888czTTTDOZsqVNrbzyyhHWJ/O4OkgZ77//fvSb3/wmuv7666MJEyaY+kKdpS4uv/zyZl6JEli3jjqI4QxOy6EeEgd16r333otGjBhh+gWUypZddtlo/vnn7zaaIf4I/+abb46ee+65iLY21VRTRbPNNlu09NJLm3hQqrWunwl5Vfar5J/wh8uRtU33A4PaXiHi03fhGLOmmGKKaKWVVjK//X+03aeeesq0K8YtToPgeHvXlR2eG3Y/3rOOyPhKP0cdfPPNN03fP3LkSDP2f+ELXyic7KrqUlVjVacM9gUhzybSVPL/09pZPdHa2WrNzRKtnbnsa12FgBAQAkKgAAIsrn/ta19rmdlHwN5yyy2j850jnQoEZz5FOBUhryhq1X8vQl71GJcdA9Zj5plnnujll182QXN8G1bz9t9//7KjUnhCQAgIgSACVRLybISa31kkdBUCg4NAL4Q8/O69997Raaed1sowMs5JJ51kjrBtPSzxho1Jwt9vv/1aoTLv2WeffaLjjz++9Uw3QqBOBJg3y0JenYgrLiEgBITAYCHAOFEXIc9F5rOf+Wz0hSk+Hy298JLJ3tu3omUXW9p93ff3VRLyCPuMM85ok1mRY4866qjogAMO6IgNZfrggw9Ghx56qFk7Z90PggvyMWEzNyY8SD5TTjmlIcNwckYRBRLCgVyz+uqrt9JDeM8884wh9bQeejfd+iNPd955Z7TVVlu1QiS+2267zVgObD30bvB36623RhtvvLF5Q96nmWYaYySAB7x/4IEHDLYQINjDYOMdrJDj+YOsBQHqmGOOMaeKeFHk+km+kcfAGeIZ5UE8pAcDA5/5zGciFKMxZgDx4q9//Wv0y1/+MrrllluM0jRkMpsu0gw5C6yrdIOIOUSvE044Ibr44osj6j24gTX4kx/Kk7pvryhPzTDDDEapar311jPYUyY48GY/y66XW6z5TZg4voXcl0boIy7mgjvvvLP1nnql7v3sZz8z88bXX3/dpJ96yB+OsEgv5JxVV101+sEPfmDW81MD9F4QPopp5557bvTHP/7RYEMeeQ42YERdpF3x9/nPfz7aZZddTPqJt1sHYYi58C9+8YvojTfeMPHZ9mXzBDGPtr3FFlsYsin4unGSrp/85CfRtttu220yevYHRlX0q+BOuR9++OGtNFImkPKso55BogYH11GPqaPn97DH6oYXuh+UfmC4tFfwxuCMHY8p+znmmMPUPVs+fPPss89GZ599dnT55ZdHkyZNMu2Kb6mjEGutqyI8fyymXpIWyM2dHOnB0i/11jr6Aca+rPaNPwjEKNxaRz/FOAmhnfcQu+knbrrpJkPEo07QvvijrZBOCNnf/e53jXxFvCFXR10qc6wK5aHTs74i5NnEMvQOF60dmycYlwiXaAhgFacs7QAbftVXl1VNXDQ62zm5cSO0oEnka1eg9TDXXOWRKxHArr32WiPEQER55ZVXjDCDwILGBRouHMm51lprGTPjbhpD92+//bYpG97RgfbKfg7FQeeEwE660Y4iD+BltaMWWWSRaN111+1KO4r4+q2Mqs5vCOM6nw1Cm6afwSIegxmOwW78+PFtk+iimFGueQl5TL4eeeQRI5CQFjRymLgyWK+yyiqmH8kbP/GWuaHRdP0suw8bFEJeP/ZTZWhIogGTZ5Lv1ncmwZtsskl09dVXm8eMPUzsEV7lhIAQEAJ1IFAHIc/mY7jN7+qYO7CQfeONNxoNbTYGWBhkDlaWhrYtG65lyyVu2Pa+zvzYOPvxOgg4IKOwMM1mg3XIKcxVr7nmGvsoeGURe/To0dGjjz7aes8CHPPfUaNGtZ6VeYNc71seJr2kg0XVfnB1tLGq5zd55HjSgLUHyp9+i3yz4czi9NixY82idqfyYMMIyxEvvvhiyz8LuKzvLLnkkma9plMY3b6n7pel1Q0WZc5fq+o7aLP9aiEPDKuyMEQdces0fQZjbJblHn+ds1fLPcRfhRWZbuu//AkBIVAvAvRxTRDybC4/k/R5n0+IeYvMs1C0VWIxb+UlvxZ96pPhTVLrpx+ubPBCbNlhhx1ayWHDF0IJ5IpuHeXx5JNPGmIQa9jWQfhhr6vTvhZr4MjPP/3pTyPmipY4ZMMJXZGRIamtvfba0amnnhpNPfXUoc/anpH/Ogl5Nj6sUVvHeMn47JIP7Dt7tf5c4iBrp8h5kBi+973vGaLQO++8k4kVhDnmv+xnsJdQxBE2ZUK94B45L+TID9jPN998xtoRltIsocz/HrISxD7IYFU5i90gYE67AQ+Il7QTsMvraLe0L8oXkguyGI59LKwWusQonhOX76wf/zl7YEcccUR04IEH+q/afrM3i2Wr22+/3VirC8XheqD8Se8FF1zQRmxxv7H3hAVxFTIv+aPe5+kX8I8VOyxoouSG1bwijnixULXjjjuaORllkpYvcGI/nfp88MEHR5tttlkbyZE+qklCXpX9Kv0BBOw999yzBW8Ip1Ad4xl9G9YUq3KD0g8Mp/aKRVcsVOIoY8Y41jZwWEw95JBDTNufOHGiIe7a+mLHxDnnnNN8yz/elRleqD7QPtlXhAPTyZEe8oK1Outo/xCp3TZg39mrzcdyyy1nHxmCHet7WIyF0HfDDTdEYEJ7JZ0hR39Pv0Zaf/zjH5t7/7sq6xL5KHus8tOf63eSkFzuv/F/42f+9pd4xDoL1fo330aj48W3WCHe8Zg94rv//Mdcae2njxLGZZxoascJkzpOiGJxshgZJw0lTipgnDTqOKn0cSJYxonwESeDX5wIpnEi/MW77757/Lvf/S5OKnArO0mljpNF7DjpCMxfMhGIk8bSel/0Jhl04pNPPrkVXtJhxMmCUsxz15GGRCvEpJ88kEbito73yUJ3nLBk42ShNE4aYpwIsSY/SSOLE8KZeZ5oO8SJYGa9Fb4ST3LUZpxMsOIvf/nLJg5wSzq8Njz5nRDqTLzgzvfJAn1qfISbdCBt+QNn1/FNMtGI9913X4NXosERJxMm85csNLufDrnHb6LxEyeTqzgRbmIwSYS3Vj2wdYDyn3HGGeOEvBgn5pGHhJP1gDj6oYxIY135TQTlVt0dkbSJRFA3bSYLJ/dd0gEP8Z9M6N1PgvdltulgBCU9pBySDQBmKq0/+h7qYi+OcBNtnlaYhE+4iaBvguV9ohFg+ibKhLZCf5CYpG31CfQhiy++eJxMXnInhXBpF35+OrU/PwLCqbo9+nHa38RdRR9G+MkktWts6PN/9KMftbUHxoNvfetbcbLxY5PfupIPv/0llt7iZNOs9U3oBn/91E9Rn5ZaaikzPjG2UUfpn7mnr060S1rjcGLWPU4Wx+L1118/Tkiupq9mDOB7/JH/oi7Z/IoTobWt3BhDwUlOCAgBIVAHAprfdYcy/XSVc4dkESJONnLMnJAxyZ3vMIdkrsPYw7yBsTpZ3O0qI+SjKrnETVBV+SH9eeWRRDs8TiwftGQd5rIJ2cxNZqF7ZCfkghH/Ny9HbkqOsRkyj3YDrQoHN46y7pFREisSbTIKaxfM57McZZIc12HmBq7MjlyVbD5kee35XbLBYebmbry0HWTkplxdbYx4qp7fEEcnOT7ZcIqTTRwjR9N3ISezxkF/xZpQsnkVb7jhhvGECROGFAnhJ4pc8fbbb29kbfzbNSXrn3llQhyLk6OIh/jPekDYzE9te+WK7G7Xpnj/2GOPmTW4RLHTzF9Jr02/nR8kSmXxiSeeGNM+8jjCLWP+WmbfQViJpZk2LMCDNUm37TAn4Xnojzn+6aefHoSAPOftl4MB/N9DwmGNseo1NNZcqWv8sUZB3qwjDYz1VaxzJkQPs7ZYxjqxTa+uQkAIDB4C9DNPv1D/Xpu/tzfP+ovFo8YtG29+8Hbx8y+/0PdAIocnBJG2cYs5UmLlqae0s+/Gngwyrx0TCTdRvs2U8YkUv+w/IfdYv/bKGJsQasx6YqIsYvas7Dt7ZR8rUdCNE0WGjnkg/758wfyw0/p4P/hjvE3I6GZ8J882/1zZW3B/u/eUCbJbHnwsgAkJyazrshfrhoVclyh5xMh8vvzDHp37Lffs4bHXiRxK+ZLOW2+91UZTybXMsqoac/YNEgKL2eO22FFeyDjI/exdJ9bT44RAG6+55ppmjcNtY9wnRI82HJk3zjrrrEPKwoaf50pZJqfQtIXr/0gU9OPEWtSQekCaEstxJr2JQpGZw7hx8p71BLsX5odrf1OOZ511Vhs2hIN/ZGzm1gkZMN5jjz1Mm2Cu5MZDu2aPOiH42iA7XhlXmNckpJsh8bphc+/Wd9JEXdloo43a0kB9Z22qCVd1v8qcjjUdH5c8vxkbEsJspbAMSj8wXNorbecPf/hDqz7QJljn4zl9BfNSfzyxdYW2OsFb4yg7vFB9oH3+6le/ylUPSQ/rvzbNXOkD4AdlOT8f1h/rqcnR2ma92g2z0z1jP/Ia+fFdlXWpirHKT3+e3zA1c7mmNmzsJGHeDUfFXxm3XLzF//tOfNMfb4n/9z/5FsFyZa6Cj6ioLEaz2Z/WUNMqJ40dPwzshGMdi2eJuVozaPMNfywasZjTjUsYq0b4tGHRACEH+I40+II+AzQusXgV77bbbmZDyBdi/fzxPjHzGSdaPH4UHX/TQFn0wz+CsB921m++Z8MqMYkZjIf8uQQj8EAoso7GCqmSRUnKhfc2Pjq9CV5na/1xBeODDjrILEp3wscNE0F/6623jhPtHTe41Pt+KKMm8mvrLteiAxAEG9d/pwEIjMtu06kFWsIL2swPf/jDVl2lftEWaLO9OL+9EC7YJ6ZrzYZXciSuaW9+W7H1217Bm36E/oN20smF6jjxdlpwcMOtqz26cdr7Kvsw4uiWkEe6Eq0Es+Fl2wOTCja7IK2Cu+9sWdjvueZZ/LH+bB3gWvdYQl7oV1kMYPykHrrpce/JE30xCwv0/yzapPXjPC86FoP9RRdd1BY/4STmo33I9VsICAEhUAkCmt91ByvjWVVzh0RDO06skBnyCuOrOy6F7pHtmB9BhCniqpZLbFqqzI+VK/LII8yjx40b1yb7s6nD824c/hZbbLFWeMgTzBfTXJU4pMXZy/NuCXnUq8suu6yt3lI+bGRU7SgTSJFuO6FcEo3hqqMOhl9XG6trfmPbm4uvleNZL9l///2N3NxprYb3tL3E+mcLN+ob8xE23iBRZvV9lCny+XHHHdfy3+nG9tl+X8EmGgpFrLtAGmVxmHmQm0f3nneQBOlLIPl2ciHMis5fy+47aCdsMLpYpOHtf2N/UwZpG5w2z/ZbrnnmiS6WifWBOLFmUngNjY3ybbbZJvcaGm3UX+dkfohjzWTXXXctfZ0TfFi/SCw9Fl4npv6xxgJpkHDkhIAQGHwEaMv9QMj7eO/tK/GZV5zT98DSf5dJyKMcEuu4hhzDOG3HfsYw9uY6kcDYQEZJChnG9cscDUV09hJQ7n/zzTdjxnXWWpOj3gwpzH7PlfVADGVAQslyofErz1jbD/4gtK2zzjomr+DLemtynKYxgoFMllhYjhNrdvGYMWNaWFqMyCPK5HkcsmVyzK2RQax/5Mdjjz3WyH6UA2XC3hAyrFt2jLfJqWAmLZQdRAzqAH/cs2bb695KpzyUWVadMEchplvMSSfr2m67oR4n1g/NPgV1HpmZP9biE+uIZu0cpQtkeebT4J1YcmuDhPKjrJE37R/kD2RQW574Y6/XvvevlH9ihbgtXPcHMjHrLm7aqZPJscWGlJOcxmbSC4GUcmeOC/nEjZ/0Z9UF8Ln00kuNH8Jmv5l9YvLPHgL4QLYDH+4nJHvMEHttHFyp98nRu27SM+8JDxIf+LjhcM9859BDD42vuuoqo5hEXwQBCWzpr/jGn8uBTxOEvDr6Vfp+jPi4dYf+wMUNHCEPud9wT/2ibKt0g9IPDJf2Sn0IEfLeeustQ9anb/Prxrzzzhsnp1/FybH2Q8bussML1QfaZxOEPHBAaZL2Qd/G/JS+jfEc5bwrr7zS8IwgBruY2XvGpTPPPHNI86mqLlU1Vg3JQI4HA0PIs5MDo7XzrWXjcQdv29daOywiwe53BQUqHNoBaFjm0Q5AKHUdjRghyRUUCD85C979LNc9YbH45KYP4ROWrO/st7bBcMUyEEIUQnTVGi00mMQcaIsw4qaDexal6PywLEhj9t/zm44BgknIkb+0TbVO7GfKYkIKIQ+BLI92FJbCfAxJM88SU9wdJ37kqekyIg1N55e6zIQ2jwMvJl1uXcH/SSedlOq9ijadGlkJLxjAIMfZPNIGaCPkvReHf7e9ED6DL1Y0aIfuJJZ3bh9j0+JeabN77bVXxyQRr79gTvvLS8irs376mam6DyO+bgh5pItJFRtLtkyoJ4lJ9HhC0q+l1ZVuyyLkr86xBJzYMKRfZdyweeaKEImG5EILLTSEdBeqw0xQWczpRUMSPJj4uemgTrsblKRZTggIASFQFQJNE/IGbX5ny4H+25WFGDtZXMX1Mndgkb9bDW00NztpaJsEJv/qkEuIq+r8hOSKNNkw9C0LasiWRR1hsbhPXHYMZ6GcDaSQqxqHUJy9PmMe0Y2FPOoW8ymLC1fmCSxSVu1IM+ssbtzIcGmWvKpMT11trM75TagNQchj05g1IV+2dtuHWya2TrChxYYR5camHfMR+lL7bZZ/vmEOgTX4PI60u302/qkbRx55ZNda3cyzKecsF8IsrY8KhVNF38HmYxkWR9h0CLle81y1JQw3zZSfv75Ana7Sck+/aOa7OOheCAiB5hCgz+wXQt5c6y0S73D0HvGLr2affNEcWh/HTP9dBiEP/Jm7sUeHEq6/2Y5xhzvvvDN1bZQUIcdgXcYlsSD7QhBnj41+P+RQqGAdNznKso00Rhp8cpLvPzR+DQohD1mPPHJl3gv+7LdQFjjyBmbIQMwfrFzIFT9Y+e3kCAvL0ciK1j97FRgIQXZ2Hd9CFINY48qhrBHnnVu74ZV1X2YZV4k5ciXkRYuzrfudSKW0G6ybQ0r7+c9/HiSU8J7ysn+QYtw2ikzNXMC+D10hdYUc+KK05YbH3ABiGnIg6fMd9RQypjvfxD8W8NIc9QsL4yh8QECkXoNNKHzC4Hvid/fzwJZ5En1RJ0e4p5xyypC9OLDabrvtDPGV+Ol/wACHH7DDcjgEQ1uW9orfugl5pKmufpU64tadp556qg0D8g+B0f3G3qf1753KKe/7QekHyM9waa8+IY95M+2RemDbBH0FFj+TI+5NH0bfRJ2g/bqO32WGF6oPpKspQh540OfvtNNOMQRm+hb6ScYF+hh+Q/rdfPPNW9hZDBmX4BHwve+qqEtVjlV++jv9HjhCnt24mXfDr8RnXN6fWjs0jjK0A2jYvqMyYx7Tr7w8L+IY2DbddNO2cNAKsIOxGxadh79QBYmG760Q7Wu0QBxEC2hMQKOFjiKvRgvpYaHUJ9ox0UCQ4IgJhHcEOP64J+7k3Or4sMMOMwQk2znQeYYc+XMXaOkQRiSbaiwQY6rcFc5sWHQYG2+8sUkbnYvvaORFtKMQ6Og8IYTYsuVKPklDKA43zibLiHT0Q34ZDKsi5FXZpt1yLPOeMkEjxtYn6jVttlfntxcbvsuKp92ff/758b333msmK1zHjx9vjjAiHdaPvWJ57JJLLslMWqiO05fkIeTVXT/djNTRhxFfUUIe6UIDzl2goGyoMxx9B95prtuyCPmraywhL+QZbUj6VVv3mBTn0ZAEm9VWW610DUnGGfoumx7usWwpJwSEgBCoA4F+IeQNwvzOLQ/Gs7LnDszNOLLEXehh7HE1tNGaZoGWhdzLL798iIY2RyGxEJTl6pJL6shPSK7Ikg1Z2EE5xY65LB6lzQ+zMCRvHF1lw6Gc2FDiue/qwMGPs4zfpLsbQh7+sGxlseFqF+nKSFdWGMTNkT9+3Cj21enqamN1z29C7Y35H23IrgktvfTSZk739NNPm7kJxyVdeOGF5rgwt1y4p61SV7CMx3yAdoQVGgiUrOcwtyEcjqf1LUXYesWRSnmc32fbtLjzV+IuotUNAfGMM87IjD6EWVYf5QZWVd9B/azS4kgvea7DEoaLMViE1jmzLPdQN/vNioybJ90LASEwWAjQZzZNyBu5wah41+P3ie959L747YnvxP/5bzbZvB8Qpv8OEfJYs7vppptS/+jz2a87/PDD460T67jst7DZ7isVICdwdCRkH+StNEf5MS5A5rayBXIv+0Ws9fE+y/Ge70iP9c8V+eSaa65J9RoavwaFkEf+kPkWWGABYyghDSOeY8HO3dfAL8YrkA+zHGXmHrvJOitWr9LIWYTFPHGzzTZrlQPlyIk+Tbkyy7hKzMEUy8vEwR9yLrJ7EQchI0TK8MNg79vdo6XO5yGp+eHwm31W1k5suinv7bffvuNaCvWSfSisfbu4ZhGzsMbInIg6lscRxxNPPNHWL5G+PPMe1ouspTubNzBjj56+hnqV5ngHGc1vc5RpnYQ88t9EvwouxM0evcWOK/m//vrr02Cr9Pmg9AMhEAaxvVL+LoGO8mf8sMZnGLuwBAeZFyI332e5ssML1QfqZ1OEPLA5+OCDM63TgwFGveDp8L3btuibOvEBwLeMulTnWJVVJ3g3kIS8ftfaQfDztQMQ9DuRqlh0Y3C22gEhchGVGLKZW3kRQNiUKeJgp7oTDhpEmsBEnP5CFR2QXXjFnHaaRgvs2JBGS5q1OjcPxItgBVnHzS/C93nnnWcEiZAwTefEczakiP/cc881nWUayYF43E014uqF/Uz8IRY/daCTdhQ4hrSjQuRMH6smyog09Et+qcOhNuPiZO8p8yIW8qps0zZNZV9pA67lM4T3PJboOqUj1F5s+2QR4uKLLzabxUxG6NNwXPnNxAAT3xBerR+u9CejR49ufR9KA/H6dRyhoxMhr4n6adNPmuvow4ivCCEPTBB4fDIek1EWNnif5boti5C/OsYS8kLcDz74YFue0WDN0pDEzDLps3WVzcKyNSRpp257oJ2iSSsnBISAEKgDgX4i5PX7/M4tD8aUMucOhMemi7vAjFxbVEObOWEnDe065JI681NENkS+YSHIjutckV1ZICriWHzDQq4Nh7Jivum7unDw4y3jN7J7t4Q8lOYsNlyRbVioq9qRZubRftydrIyUmS7KvI421sT8hrz57Q05mQVqrlgs4agxNtT4Fkc6+c361re//e22sqGcmKva+QibeQ899FD8/vvvt+YihMMCLHNIrErQ1tzyZZ0IgnInRzh+n23DoX5maXWzKRMiBJJnjmDJ2kAMYZZn/oq/KscE1hytZQeubNC54w9p7NbiSLd5pv2G1tDqtjBEudp1zrIt94TWlMhf0XXivJsundqF3gsBIdA8AvSZTRHyFtxkifh7px8aP/zMo/E7770b/zvphwfFIV/4hDzGddb4ULrN+kPugPCG/MJ4Z+UBe2Uc4FQNLF+H9pxcjOjXffmGOcIzzzzjftbxnrnIIoss0koLacDwBfkMOZ77MtkgEfLAHYWMtPzZPCMb+GRF/LKOm+XAkzK2ZQo2EKKyHG0RS2bWD2XAWi1paMKVWcbkqSrMOWoVWdriBtYcx1qFK4OUQbooU/aI7byCssZACgTQPA7/bvuj38kibFGWneq6Hy95dQ3pgC/9Whapz+bLLQ/yyJw+izDoxk0YtC9bnrbu1EnIa6pfBQf6geFMyKuqH3DrkL0fxPZK+fuEPNsW6CewIDlhwgSzPmHzmXUtO7zQuECZ5p0bkh64KTZPXOkjmINnuVA+8Lfvvvt2nMfacFlDZc3FjRtM4RV1cmXUpTrHqk75GShCHlo7uwyA1g4Dh6sdQAW99tprO5VF23sW9tIW9xh8XUtqVN6xY8e2+c/6QePFIpBtAPjH4lva4EyjcwUN119ejRY3vfhn4tNJo4V8+qx8Fl0h9KSlNZRvvoWAmEbcIX/+Ai1l5rKf0ZjOw34mLCZtvnYUWgx5taPooPwJRyftqKbKqJ/yS5lVScirsk2H6m2vzzCXS9u27RV8jjnmmF6DNcKp316IgzrPGfFp/ZaNmPe0/QUXXLCVNvwzgckqv1AdR+hIa9fE11T9tHmtqw8jvryEPPp/CNxM5GzdoJ5QHphazjNJ7KYsSGPIH2kg/irHEuJmUulqSDJB3W+//TIX2Cg/X0Ny1113JbjSHPIC1kTcskCrV04ICAEhUAcC/UDIG5T5nVsejGe+LNTt3IFwIUR0q6H9/PPPt2locwxk2jypLrmkrvyE5Ios2ZDvsQLMRoEdd/k+RKZzy9u9R07CsoYrY3OEPXK37+rCwY+3jN/ITd0S8rD0aPHlisxFWFU70szRp37cWCmpy9XRxqjH/bbegOXJTha22RxFKdMtH3sPMY95JGWY5lhExXKF9cOVfjdP+w312finbubR6oYQyPoM8bnx05dkaXUX7aNs3uvuOyAc+IQ8iKXduG7yjJ8mLGHQn/e6zumvV2ZZ7gFnd02J8SdNKToN+6x14jQ/ei4EhED/IkD/Vzchb7FvLRMf/oS6igAAQABJREFU+dPjknifid+dlBydmPSFg+bov0OEPHeMLnqPbM/eFcQTLJJ3Whul7FhD9Y1dcFxkJ78+3nwPoccl0rAnlTZG8L0/fiGTZK2PE2c/+KNc2NvDalgnB8a33XZbm+zF2NlJ9vr973/fNleDhMnaaydHmtw5HvsUnTDtFGa378ssqyoxRy5xTzVDVs57KlpRbMogZRAncxKOqLZ9BHWK+T31La9jzsdeOmGQZywwlumYE3FinE0jV9r4ww8/nBoN+86unEldxpoX85i8Dgw47tmNF3zqIuQ12a+CEfEPZ0JelX2vX8cGsb1S/mmEPMaD3yUnNfJNXld2eKFxgfbZBCGPeLEan9eBxXPPPddSxrR9DHPnu+++OzOYMupSnWNVZmaSlwNByPtIa+eQgdHaQcPRFaKpoGVqB9D40CSxFZcrlZdjIfM4KrF7XA+CAxYY0hwNxhf0iRN/eTVajjjiiLb0gglat2mOPNKoicPmk3smNjSgoo48EGbI8c7fVLNxIrywQTYhJ/sZgWnbbbdtpZlw2KQpQzsKrfOsPNRdRmDZT/mlfmQRutyyp8wZBGw5c8X/SSed5H7Wuq+6TbciKumG/LEw4OfvnHPO6TmGUHsBO8h+eSa4JIB6jIDjLvzT1lZdddXU9BGvX8fpR7Imx03VT5vHuvow4stDyANDrC3QJ9m6Ae6MB2gLpvUvfqF0UxaEEfJn215VY4lNOxNQV0OSupNHQ/LWW29twwrT79SrshxtZuWVV26LA4KenBAQAkKgDgSaJOQN2vzOLQ/Gs7LmDoy9J554YmvOw7jMBn9eDW38u/IRslVIQ5vv6pBL6soP5RGSKzrJhsyD11prrbZxd8yYMW7xZt4zbvuW8DkmlbS4rk4c3HjLukfW6ZaQ5ypAIOexLlLHkU+kGWt4Vsa1caNcUYerq401Nb8JtTcrx7PxRv6zHO+Za7vlY8uI9ZNO80jih7Tn+qduff/738+K1rzDr99n47cMrW6Ou0tzIcw69VFN9B1NE/Io+36xMET9oozyzk19RVr8plnu6SfN/LQ6q+dCQAjUiwDjRB2EvDnXWSj+6jYrxadccmb815dfiN97/72BOJo2rTQYK3sl5DHnYm10qaWWivfZZx+znwAhK02xyU8L8tgJJ5zQJpfMOOOMua3F+OFB8OHkGCvnIKcwNoYc+Xfnf/gZFEIe+Vp//fWHzJ1C+aR9oIRiMeHK/sPpp58e+tw8AxtOO7F+KGfKOI9jnugSmsD0rrvuyuO19G/KLOMqMUeGdOsteM8yyyymfpYNShmkDHCF6Eo6bR2h3SKjFXG0/5133tmEQVh5ToIrEj7phHhq08gVGZN2H3J8zz47ZW392L062lFex7dNEvKa7FfBiPwPV0Jelf1AqH4NYnul/EOEPLBjPYv+rogrO7zQuEC/0BQh7+c//3kROAx+/hoj/RSGw7JcGXWpzrEqKy+862tCntXaeer5wdLaoZL42gGnnXZap7Io9B42/5e+9KXWIEvHwEJmJ0dHwABNZbcDNGllsElz+PEFffwWYVX7i6fEn6XRQiNZcsklW2kkPrQXQtYH0tKd9zn58xdoLTZsarGgxjedHN889dRTpWlHcTSxK0jBxE7TjmqijPotv9Spqgh5dbTpTvWryHvKxtciAx+sPPbqCNtvL4R94YUXFgoaYu1WW23V1sYhFhN2yIXqOEJHGiGvyfpJ+uvsw4ivEyEPPBDQ3CPWmDTOM888RsMKoS6vK1oWNtyQv6rHEuImXhZR3An3F7/4xY4bf/hFM9b1x5iQVuf4vqhjsulakiEurBXKCQEhIATqQKAJQt6gzu/c8mBc8WWhbuYOhAlh3NXQRqYqqqHNEY9WQ5u5AxZgfVeXXFJXfshfSK7Ikg3xg7yDtXVbXlyRPx9//HFeZzriQ8mKOZn1T3xYYfBdnTj4cZfxG/nEXyxDRkFmyXL4C5HiOPKzakfc3/zmN1tlQxnRHsq2bpyWjzraGHWw39YbUHjhSNpOjrSjpGrbjr3ShtA2z+PYrHYt0VC+WM3r5Ijb77Ppa4tqdU9IlDTtEbs2/ViwSdPqJl5/Ha1TH9VE30HddRXlSGNdFvLAqJ8sDFGuRdY5/TUXsEtb5+wnzfxObUbvhYAQqAcB+sAqCXlzrrtwPGaHb8TnXnN+/PI/XoknffB+rv2NenLffSzI8z4hz66lPfTQQ3GnP6yycpISx95DwoOMw7p/EQeZHKVyKw8gk0A069YR3uabb94Kj/xADgspLIQ25QeFkIf8ddBBB+WCifaBBWaLMVf8Y6wjzYENe0PWDzguscQSaZ+3PUce+vKXv9zyC6Z//vOf276p60eZZVwl5sy/OP7V4s0VzCG7oqSFTERbK8OVQcogvXvuuWcrvbTbLbfc0hh/Ify8fxB3r7zyylY4zA+or2U5wgrJmJx4FHLk67DDDmulh3Kg/tLXFXHE2yQhr8l+FZzI/3Al5FXZD4Tq2CC2V8o/RMiDtJtnvcPHoezwQuMCc89BIeSBB+MBY4QdM/Ks55RVl+oaq/x64P/uS0Le0luPjU+5eHC1dhg8XO0AKhgCXRqL3S+UPL8ZaP0jWSAYvPTSS5ne8Yeg4VZ6zqSnQac5Gou/kEjDYUGed50c32CJyMbJlUEgTaOF7zHBS4di/dA42VzKE1+n9PjvCdNfoCVe4mQBH4E8jwNDv2FDfsG6WjeOzbXFF1+8DYM07SjyUGcZkZ9+yy91qipCXh1tups6kuaH+gB507YfrrQnhPleXai9gH1RVjzhsHnhppFw0qwUhuo4eUojRzVdP+vswyjTLEIe2N14441tG/704XPOOWf84IMPFrb4VrQsbJ0L+atyLLHxUhfczXfihPCdx9H/uxqS1LkyNSQZk9mkdtvBrLPOmidp+kYICAEh0DMCdRLyBn1+54LNeFbG3IFwkF0Zl+w4wNyhVw1t39Iq8dQhl9SVH1sWxOfPf7JkQ+sPfNHct5gz58tzpCryBFblrT/KjaOt/Lli3TjYfJV5RT7phpAHRiF/a665ZpnJC4blL+BTTpQtFqyqdnW1sabnN357ow2ss846uddo/A0O/I8YMSL3JjhljJxs2yDlu8EGG3QsXsrH77O7mb8Sv1+/CSdNq7toH9VU30Ef1hQhj76mnywMUaeqstwDzu46MfW/KisyHRuFPhACQqAvEKDfr4KQBxFvzT0SMsxvrohfe+v1+P0PP+iL/JaVCOShECGPPpZ3ef56TQuEHN8YB6dDdesYD/0jKlECwkKc78ifL5MNEiEvbT/Qzyft4y9/+UtL7kP+Q+7KIuSZNvX0021+ihxZixxg5cypp566q1O6/Hx087vMMgazKjHHsj9zYoubvSJbgj3Kh7TNbbbZxuz53HPPPYX3IcCwDFIGsvxKK63UllaUfdi3L/o33XTTtcIhryj0l+Wox3fccUcrfDBlnYO9jZAjX76yP3MmnhdxxNskIa/JfhWcyL8/XwX30AkURXDt9ttB6gf8PA5ie6X8fUIe87VVVlkl93qHi0PZ4YXqA/VzUAh5YIOCmr8Wu9pqq7mwDbkvoy4RaF1j1ZAMeA/6hpA35zoLx1/bYQ2jtfPS6y8PtNYOjYOjh6wAwpXGi3bAhhtuGF988cU9awfQoBFK0ci18SBgHX/88V4Rt/+k4iFQWj802qyjY/FNXL6gj4BaRKOliAANfgiKNo1cSWceywXtuc33i/z5C7TEyYZYEfYzQo6rHUWZ96IdxWTM1Y4iTWnCVN1lBLL9ll/qf1WEvDradL7amu8r0uuaaLdtCKGiVxdqL2BflJBHOiCdzjTTTK22Tr+Cye+QC9Vx+oU0Ql6T9bPuPgy80gh54IbVCSyq0idRF7hy9Op9993X1SS4aFnY8gz5q3IsceNFOCXvNv+QnfM46pGrIUmdK1NDkn7etySDVQY5ISAEhEAdCFRNyBtO8zu3PBjPypg7MAbstdderfGJMRGSNosULDrk/WPh8qqrrmqFg5IWabSuLrmkrvzYfIXkiizZ0Prz04lcNHLkyI4L1pTHfPPN18IZ+RdlLN/54VdVrn68Zf4mDz7xCJw6WcijrnF8qZW5rNw1//zzl5m8YFjIbHPPPXdb3JTRWWedFfy+zId1tbEm5zeh9kbdRkk0r8MKjV83WD/J68g/bdWGQZ2EENjJhfrsbuevbNIQr00DGHBsdciFMMvqo5rqO5ok5Pl1Gjx7WUMjPHcNjbIqYmGIelFknbOI5R7K11fgJX1VWJEJ1Uc9EwJCoP8QYJwok5AHEW+T720V//LOG+I33nkz/vCfH/ZfpktIEXJXiJCXd52v1yRQbi+++GJLFkAmYHznuPNuHXm64oorhoR50003DQmSb/19ukEh5IET+czjwLnIfqINk7kx66pWVoMsxXid5YgLq+fWD+Nz2ceQZsXvvyuzjKvGnLQ+8cQTMfM9i59/Rb5iD5tyYb8VAh/thbLK68ogZSDzciqNn75ef9P+MEbTq8Ooy4TEIve9995ryItuuijHNEIe+Vp22WVb+aL+5jVE4KaZdtAUIa/pfhUcSMNwJeRV3Q+49Yj7QWyvlL9PyKPvYs22G1d2eKFxgXIdJEIec/WVV165ra9ifSfLlVGXCL+usSorL7xrnJDHZOEbe2w47LR2WGzspB3Ae6sdwKYOCzRFHIPtuHHj2iowwg8VO+SodGeeeWZrAZHBedFFFzUdZOh7+4zOwxf06YyKaFc899xzrXQiTOD/5JNPtlG0XcHhW9/6Vtv3HIWSlq82z138IH/+phrY0DnwLq/zj6BgMbEX7SjKy9eOYhIR0o6qu4zApB/zWxUhj/zW0aaJpwxH3bngggva2hADNASsXl2ovdCeuyHk0aaxmGEnGLS71VdfPZjEUB0nT2mEvCbrZ919GICFCHn0u1hFRPMAbF2c2fzqtk8tWha2QEP+qhxL3Hg5Ys7mn2uRI2vpy61fFg+oW2U56sq+++7bCp946OcRNuWEgBAQAlUjUBUhb7jO72x5hGShbuYOjMNVaGizIOxqaNcll9SVH7cc/Dlqlmzo+uMoK1c2YuwNbXi5fm6++WYzh7UyAfNT5C/f1Y2DH38Zv6kz3RDyaBvMxyxG9soGDIqBVTo2RpErbZxcqQ9Yia7a1dXGmpzfpMnxEDDzOvolt3yQsbfeeuu83s3cxR7PTTi04boJecjorpU+0pBGKgxhltVHNdV3sK5IH2jLhjTWdWRtk5YwWDPxx5Cic9OiRIF+0czP3ej0oRAQApUiwDhRBiFvrvUWib99xE7xrfffGb/57lvxP/81vNeT6L+bJuTdf//9rXHTypyXXnpp1/WFuhAK88ILLxwSZmj8GiRCXpG9m9A4m7afaIFCntpss81a5cPYvvfee9vXwSt+OGLVykL42WOPPYLf1vGwzDJGrqsac+ZCzK+XWWaZFoYWy9AVfFmXxzLShISAlseVQcpA5uX4yVCaenlG+6P95nG0dY7LRqHy+9//frz22msb8txcc81lDAJguALSomtQh7RRjlmEPHeOxByrGwv1pK1JQl6oD6yrX6XsyP9wJuRV3Q+49X8Q2yvl7xPyaHfnnXeem7Xc92WHFxoXSN8gEfIYKzDG4/a3U0wxReY+aBl1yRZaHWOVjSvt2hgh7yOtnS0TrZ3rh6XWDg3uySefjBdYYIG2CuZWNoQPVztg1KhRhbQDiIOj89wwWUhLM6OKcOmy5YkfS36dHPGEFqrSzq33w8N/EUIe6VxxxRVb+WKRs0qtetLnE/IQXPbcc08/K5m/fUIM+NalHVV3GQFEP+a3iGARqpNpx6WSXzCuuk0TTxmOARphwe0bGKARqnt1ofZCXe+GkMcgiEUBm07aOhOIkAvVcfKURshrsn7W3YeBVyi/lMnss8/etuFsscYkO3WkG1e0LGwcIX/UnarGEhsvVzYwXQ1JJsuQ9LIc6fU1JP1jALP853lHWz3kkENabYDyIW1vvfVWHu/6RggIASHQEwJlE/KG+/zOgs34UMbcAXmhCg1t5CNXQ7suuaSu/Ljl4M9Rs2RD648rcsHyyy/fGn+Z+2211VbuJ233yKwo0lk5iu832WQTo2XZ9mHyo24c/PjL+E1+uyHkETdKTC65B8wol7Q1ijLSS5u85pprWuVjy4mjxN5+++0yosgMo642FpL3B2W9AQBDhLwiFvbA2d1saoKQRxp8re555pknWD9Cc5+sPqqpvqMpQh749JuFIcqnSss9zP3qsCITrJB6KASEQN8hQD/YCyFv5Aaj4t1/uF9872P3x29PfCf+VzJGTQ6OvrRpQt7dd9/dJneytpm1p9CpXMgTSiRWhrXy87nnnjvEK9/6c6BBIuTVQR6AHMaRvxZPyE1pJ4SBJ8RH93tOSnn++eeHYF/XgzLLGNmmaszBhfkjigec2AQxDznd4p92pd4utNBCxhJiJ2zLIGUg87rHJdJuTzvtNKOYh3Jet3/UrXfeeSczC6SffRpOz6N+TTvttObYa+bNpKMTXpRjFiGP+YjFmbWKbixOMyY1Schrsl+l8Mj/cCbk1dEP2EYwiO2V8vcJefRRrP1248oOLzQu1NG/h/JBvN1yAXxCHn0gp+iluTLqkht21WOVG1fovnZCXktr577hr7VD4XK0XV7tAAZLtAPQsIUslMehUeqS1whj0003HeKVhvPII4+YjX47OCOMvvLKK0O+9R/g1xf0ERSqIj+xEOmaOUYg+frXv+4nq7Tf5M/fVCN/5xUgqxCGL7AQxiWXXNJ1OtPCxPKZ7+ouo7S0Ddf8WrzraNM2rl6uDNAI6batc2WghFzUq6PsQ+2l20H4gAMOaEsnRDEGWt+F6jh5ChHymq6fdfdhYOVv0FHmaFS5EzrGB7dOYN2hEynNLwd+FykL13/IX5VjiRs3bde1vAoWnTQk8bPxxhu3MMNP2RqSxIFGnFsuCPvvvfeem3zdCwEhIAQqQaAsQt7kNL+jIBjPQrJQkbkD4VSloY185Gpo1yWX1JUfsMOF5Io02fAjHx//R1b2N/JYFH/zzTc//si5g0g0zTTTtMZr5Je0Bc26cXCSWdot8km3hDzyv8IKK7SwQsZBhjr44INLS58fEOndf//92+JEBh4zZoypJ/73Zf+uo41R3wd5vQHMQ4S8ww47LHdxgHPThDzq2i677NJW11Cy7XX+CghN9R3E65Jo6UfrsJBHnW7SEkbapkaRdc5uLPdQh6q2IpO7UelDISAEGkWAfrAbQt5C31wyPvCMw+JHnn08fue9dwufuNRopkuIPCTHI/fVeWStfwoHsu6OO+7Yde7IE1aH3bVBxmMUTnwXGr9EyGtHCeUr91QxcJ155pnNfATCDQ65EsMLkAPceR64n5fsCYJzU67MMiY/afNWP3/0Sd3INm44YI+CFvvQEEp33XVXMzfEurxbv+0982os5SEfZbkySBnIvO6JdmAzfvx4I4Pzrpc/sAs5yvK6664z/ADqmStzWwy40odRRzHYM3bs2DajOrwnrVmEPI6oteHZeXAoPVnPyIM/3yTen/70p1neSnlH3E32q2SCNIiQ9xEOvfYDg9heKf8QIQ9+Tzeu7PBC40Id/XsoH8TbDReAcddVbqTPol8kjjRXRl0KhV3VWBWKy31WGyEPrZ3d0Np5FK2dtycbrR2EiW60A7CWQMfXydEQqfx2wOUK0e6ll15q88p37qI6E4Wtk+NBsiq7DYBv6ibk+Qutq6yyik1O6Vfy52+q0anwLK8jDL/DRqDMY4EwLY403M8555whXtK+LbKY+FzgWOE07a7JLb8u4FW3aTeubu8pn5BmXRlHNhG2316o690MwmDpE/JYRAix4kN1nHaaRshrsj2GNouq7MOoJyFCnjsuoAFGf+BqgjEOQHYmvUVckbJwww35o+5U1U/5cSNAuxqPWMzL0pC86KKL2r6vQkOSNuBvINMGWASQEwJCQAhUjUCvhLzJdX4XkoWKzh0oW8Zf9+hDxsRTTz21a81sq9Hta2jXJZfUlR/bLkJyRZpsaP24V+boKMNZeQm/ocVm5tFsJrCwzbdc0UBnASfk6sYhlIZenyGfuGsHNt/rrbdex6DBy7f+C2Yo3BFuFQ4lxbnnnrtVlqQXOffwww+vIrohYdbRxqjvTc5vQu2tiBwPaCFCXpEyCuFc95G11GFfq7uM+Sv4NNV3MO9wNwfpC+si5DVpCYO+yl/nJO91bFpTj7pZJ85rRYb6JCcEhED/I8DYWoSQN2rcsvHR550QP/PCs/G7kyY2ShhqEl36b1+xBlmzLkIeeX/33XdbcwMrJ0Oi6dYxLuy2225tsizyxT333DMkyND4xbeh9XHXcz/4q2ucnTRp0hBL9NQRrGdDemLfkSNCOb6U4/IoQzt/gMjH3KJJV2ZZ1YW5jxd5AEcsxzEHgOiEFWKOBmYOYTHnShl02hsog5SBrM1RrjZu0rHXXnv5SS/tN/EdffTRxhqem2fq4ogRI+LtttvOWOj79a9/HT/11FPGcA7yIYRGntl0cqUc0wh5xMP+jv2e8Dm1r6hjTGqKkEdam+xXiZ/8i5DXP4S8utsr5e+vtzC2ipA3FBf6o264AKw7MAa7fVXaaQO0SVwZff9HIYX/lz1WhWP5+GnlhLyFNkm0dk6ffLV2LNQ+4xIhG83xXrUDCJ/BCiHSVmQG+DPOOMNGba5U3JEjR7a+odHktZZFZ+QvVBFHJ0HJJgD/RchedLbLLbdcK60IESywV+VIn08wAh+0VvM6wnj22WdbaaYs2ATYYYcd8gYx5Ds6g9NPP70tTHAPaUcRf51lNLnld0jhJA+qbNOh+Io8o3xCi9t5j1/Jiouw/fZCvexmEGbBgcmH7bu4QigmDt/xzK/jtNPQggPfNtke6+7DwCqLkDfTTDOZTRXqLKbj6VMt5lh0OO6443y4M38XKQs3oJC/KscSN27uGQc333zzVt7BwNeQpE6iIYnlC1dDknSeV4GGJPFhdc+WB1dIg3JCQAgIgToQ6JaQN7nP7xjPfFmo6NyB8kVeGD16dGsMYKyBENaLZrb1Sxqtq0suqSs/Nl8huSJNNrR+3Cvp3XbbbVv4Ix+FNtL47mtf+1rrO+Z4Wdbe6sbBzVNZ98gn3RLyKJd77723Td5EvoHwk6YI0Uu6iQ8CDe3HlaeoC2wo1OEo86rXL8hnk/ObUHsrIsdTDsOBkEdZ+1rdEHvBx3chzLL6qKb6jiYJeU1awghtdlM+dRDybF3x15TKsiJjw9dVCAiB/kaAcaITIW/OdRaKl/n2SvGpl5wVP//y3+L33n8v/s9/m7Pc1Q+I0n83Tchj7FxkkUXaZE+UeLt1yACrr756W3isj0+cOHFIkKHxS4S8j2ECH5Sp7NzAVcCycwXmfe7aOM/BG8MUb7311seBNXRXZhnXLdtkQca6/BtvvGGs0kGOtOXB/BqiXpYrg5TBHPfII49sxUsdQK6vwlGGGFVx9/6JjznjVVddFb/66qvx22+/bYxS0J+4cwnu77jjjlY6wYlyTCPkkS+IhRZPrpAcIfcVccTbJCGvyX4VnMi/CHn9Q8irs73a8hchb2iPQbvwcaE/KsoFsO2L/t72Vdx3Ol67jL5/aK6yn/QyVmWHHMeVEfLQ2jlq/AnJxGLy1trxC4DB2NUOePHFF+Mrr7wyqB0AUSIP6Y0wYdvbiszgzjG21lHZGcStIMp7zNgyyOVx+PeJMEUWX/FfhJBHZ4sQZvPDFYJCVUf4kb7QplpR9jOTJLC16eZ+THJMTrcOHHbfffdWeIRLZxfSjqq7jMjT5JbftHKsok2nxZX3OfXh0Ucfbas7tNnzEkJRry7UXgi76CBMOlhwcDWTaDNp5NtQHac9hAh5hN1k/ay7DyO/aYS86aefPv7d735nsOY7tAS33377trrBN3/60594ncsVLQsbaMhflWOJjddesbyI9VnbR3OlzuXRkOS42yo0JKkrW265ZVuaIAnKCQEhIATqQKAoIU/zu49KJSQLIZMUnTswBqy11lqtMYDFiCo0tOuSS+rKj20bIbkiSza0/uwV/7fffnsLf+QCFq6feOIJ+4lZlOU3m1xWfmBe+vTTT7e+8W/qxsGPv4zf5KFbQh7xIzNhHdpixpX6jcWJsl2ofiPfsanJXKMOF0pDFesXTc5vQu2tiBxPOQwHQh5raL5Wd1nz16b6DvLUhIU86kSTljBYx/HXORlD6iTkgQHOX1Pq1YrMR6HqvxAQAv2OAGNrGiFvznUXjsfusGY8/toL4lfeeCWe9MH7bYSNfs9blemjz2yakMeYve+++7bJuoylbFoXddQD+n1XKRi5mXki73wXGr9EyPsYJeR/Ow9hXL/88svNkaEoWDFHcOcn3IMd8wYUilgz7wdXZhk3Jdtk4cger7vnmbUfZMMpg5RBe6Kc3TpAu0vbW7Jxd3OFeDjbbLO14qJNb7HFFoYkR16yHOksQsijvlx66aWtuMgf5V7UMAfxNknIa7JfpTzIvwh5/UPIq7O92vL3iWeMD0XXeW3bJv1lhhcaF4r27yEDPieffLJNcvAaygfxFuUC0L45Ecbtf1lPSjuh0SamjL7fhlX02s1Y1SmO0gl5X91mbKK1c6a0djoh77y3jMvzErJMUe0AGwxkDDQ5bIVmMwFtUxyV3WXJU9HPPPNM67XjlUbnL1QVWXzFfxFCHp3L8ccf38qLFSIefvjhjmnt5gPSVwYhrwoW/xprrNGGQ5p2VN1lBM6TW36L1K0y2nSR+ELfvvDCC211hzZ72mmnhT4t9CzUXgi76CBMpGzWzTDDDK10MjlJY8WH6jiDf9qkqcn6WXcfBpYhQh6TSo4pBgvXvfzyy+bYMDteMPFdaqmlcpOei5aFjTvkr8qxxMbLlTLB6hDxke+8GpIca1ulhmSIlDpq1Cg36boXAkJACFSGQF5CnuZ37UUQkoWQSYou1DA2HXXUUS05iPF4pZVWao+shF91ySV15cdCEpIrsmRD68+9QtZfdNFFW2WALHrYYYe1PiFPRxxxROs9ZcRxMMyv01zdOKSlo5fn5K8XQh5lc/3117dwszInax3dbFSm5YV4IFVCfrNxcKUeIAPX5epqY03Ob0LtrYgcT1kMB0IeCrX0E7a+0SeUNX9tqu+gXjVFyKuiTvdiYYi+owlCXqivsmtK48eP73qdOBSungkBIdA/CDC2/vWl5+MRiRU8+wcRb609N45/8dur4tfeej3+4MNmj87sH7Q+TgnjZdOEPMqOk6esPMDVzuWy5gkf5+LjO77feeed28hijEdYeQs58u/v04mQ9zFSbKBj5IQyYY4A+Z8xFTmUvVKOAoWAcMIJJ8QXXXSRUcaCPFW03D6Osfy7Msu4n2QbixTt5+abb25rP+xlZylTUYa+vEoYRZ2vrM98ZquttioaTOb35O+WW25pa9PMg9m7yeMo/5tuuqkNH8oxzUIe8TFHmXLKKVt+6I+WXnrpIXtCWfETb+ioXPZT6nBN9qvkj/hFyKuGkEf97df2aus25V8mga7s8ELjQpH+Hf9nnXVWq49gjKT/65aQd8EFF1joOl7Bgj4KS8Ku3MRY/dhjj2X6L6vvz4wk5SXpLjpWpQTVelwKIW/OdRaOx+zwjfinidbOy/+Q1k4L3YI3aGH42gEcRZvHIbDsuOOOrQpNYzr22GONVyqte6Qt1pAQNPM6Kp4v6BdZfMV/EUIe33NcrNs4WfTMOhoob15C3xFfGYQ8BHdfO4oJUbebDggA0047bQsHBCmsiZFe3/GszjIi/kHPrz/AUqc7MbJ93Dv97qVNdwq703vMXrttiPwdc8wxnbx1fB9qL4RdlJBHOHfeeWfb5CSrDEJ1HKEjjZDXdP2ssw+j0HxCHpPU6667LjjxQgBDmKB/snWE+3322adj+fNB0bKwgYb8UeZ5LMHaeIuMJTZerq6GJHFaDckxiRVT+laLg72CBxvuVWtIki4myDZe0sImkpwQEAJCoA4Esgh5mt+llwDjWRlzB8LBQq0dA7hCGE+TbdJTlP2GeOqQS+rKj80t8fnznyzZ0Ppzr8hExx13XKsMGIcXWGABQ+TnO8ZpftsyyiPz1o2Dm5+y7pGjeyHkkQ7mQcsss0wLOzAEXyz5g2sZjg0VV46ycXAUEGsgdbm62ljT8xu/vRWR4ymLQSfk0V8U0eou2kc11Xc0ScgL1ekmLQwV2dSgvP7yl7+09XG0iU6bGkX7pSo084umQd8LASFQHQITJ02M59twdAwRb9MDt45//fsb4zfeeTP+8J8fVhfpgIfMeNw0IQ8IkUN9QwpsLhfdpL7//vuHEGnmm28+QyQLFRX592Uy1jA7zSH7wV/V4yxjs7tuDC4vvfRSC0beI/cwT+GPo+PBpd9cmWVVNebdYEc53HfffS0ZijnivPPOmxkUczvXGA35+sUvfpHpJ/QSbCG72vk9V46VhUDXraMeuc6Pg/zNM888wT1d15+9xz8kODeN5DeNkIc/6rXLDcAvhNQf/ehHNtiOV+Ry9ob8eOsi5JHApvpV4qZeipD3EQ69znEGqb1S9jjK3+cLMIYUVbz+KLTywwuNC/QL11xzjY0y88oa3HbbbdfWvvPMXUO44I/1wryOuL/73e+27cHC94EM3WltsKy6lDet7nfdjFWu/9B9IULe8y+/0NLYQXPnI62djRKtnSultRNCt+AzCpijBd1BD0G+U6UkGvzSOdAY8M9AP3r0aPMcQoHV4uXK4Mz3eR3f+oI+8VRJosBylmutgDzNNNNMuTUJ8uaN78hfWZtqd911V1v5UQ5jx44trGWDALTLLru0dVJgfs455wSz1kQZEeeg5pcBLMQIL5uQB0bdtulgQRd4iCAO+db2J7T9XXfdtUAI4U9D7YW6WZSQRx3/5je/2Uof6WSikMaKD9VxhI60BYcm6yfI1dmHEZ9PyMM6XtZGJJPF733ve234Yw0ujzWRomVB+nAhf1WPJR/F/NGmMNp21DM2eXwNSay4NKEhyfg+55xztsqBdrrNNtvYZOsqBISAEKgUAQh5mt8Vh5jxrIy5AzEjL7jHqTMOlK2hbeOpY25VV37IU0iuyJIN8RNyWJW2VhSsPMpRDoQPYRJZxcrTX/rSl1I3x9yw68TBjbese+T0Xgl54Mc8yLVkYPHFIkWvjvnckUceaazh2fLhirx322239Rp8Yf91yP5gOqjzbwDtN0Lez372s0LlHNLqZv766KOPBsPppo9qou8IEfJ++9vfBvPU6WHRPPN9P1kYYgzpFwt5FmswKlsz34atqxAQAs0j8J///if+w8P3xnc+eHf81rtvxf/8V30KBc3nvrsUIAP2AyGP/hlFc8YOK4uyD8RR9pCNOjn8Q3pYYYUVWv4Jh/CwjprmQpvyIuR9jBbrvbZMuF544YUfvxyQuzLLGAyqkm2YMx599NGFCSvkD6KYbTesgWy66aaZpYO8Osccc7T8MEc/9NBDM/2kvXznnXfiRRZZpBUW7fYrX/lK/Pjjj6d5CT4nTaeffnq80047tb0nf76lOdYbnn/++bbv0n6wV4AFbouP7ReyCHn0J08++aSZC1t/5GvWWWdN3Ttz48c/c2j/RCHqT52EvKb6VbAgbhHyPsKhV0LeILVX2w4o/34m5JE+l8hs+4U8axr4ZW3Tb9/0o52UyUK42L4Fxe9Ojv7wxz/+cVvfRNpJy9NPP93JuyEb99r31zlWdcpQbkIeAb33/nttWju/ktZOJ3wLvadyoxXjDpojR47MHQYEi2984xst/wz0VGoWqm2YDKLEUcSRrroJeTRUJh823VzpIPJacArlb+LEiaHHZrAtc1MtpB2Vp2O0ibP1wDczjKYIk4qQa6KMSAcLxk3l1zfdTP3IywinEw4xwqsg5PXSpkNlnfcZwjsWKGwbYqDE4levjrrmtxcmThznldcRBppH7uan3YCmbEIuVMfpz9IIeYTRVP0k7jr7MOLzCXlY1+zksJTqWhWhjmAF5rXXXsv02k1ZEGDIH+22SnK3jXfChAmtttBPGpIsAlCPbTst2pYyC0ovhYAQEAI5END8LgdI3ieMZ74sRF/ejeYk8oKvoc1xJmVqaJP8uuSSuvJDnkJyRSfZEH++Y7Fwww03bBuL99tvP4PZIYcc0vY8r3JLnTj4+SnjN/J4r4Q80sH6BEcAWznHXlEcueSSS7pOKvief/75xpqBDZMrchTxUaZ1u7raWFPzm1B7KyLHUx79RMijrhTR6qZNhLS6t9xyy1QF2hBmnfqoJvoO2otrcYRy7cbiCGXcTZ6bsoQB1v46J+VT1aY1+HTjwNTdfGHO3smKTDfxyI8QEALNIfDv//13zJ9cPgTov/uBkEdqkXUhBfnyKMeynXLKKakGGsjDVVddZaxmMfZY/8gnm2++ubESlYZGaPwSIe9jtFBOZz8VTBkzKQv2GFk3R+ZAlvb/8hhD+TiG6u/KLOMqZRtkSJTMMaKy7bbbGsIHckuW4z1KWz7B4vjjj8/yZuZ3SyyxRKutULYoHFKmvuMZhL80WZ80oBDCuotte+BEXi699FI/uCG/KR/Ia5xwA6mE/TfXET6EJtqzDZ/7tdZaK2YfIMtRN/fff39jtML65Ur6sgh5hEnd32GHHVpx4o942eu5+uqrU6MlP+ypzj777G1+bbx1EvJIZBP9KvFSbiLkfYRDGYS8QWmvlD2O8u93Qh4Kgm6/QPvG+FYn98orr8SjRo1qM/5EOMz7uyHk2b6FsRbM0txbb71lOBjuWoONl36OvqeTY5zptS7VOVZ1yk8hQp7V2rnjwbuktZOBLBXpqKOOKrwpgz9Y9bZR0aCwIJXX0WmweGT906DOPPPMeNVVVzXPEFS6OSKGcP2FqiKLr/h/7rnnWumyja4T+Qny2WKLLdbmDyHn7LPPzguJ+Y74ObpxySWXDDZy3pe1qUZYCHTuZArci2hHgZWvHQXeWdpRxNtEGTWZX5foZutUHuIjaWZBM8QIT6uTTbXpQhXd+5hNAzR0bH9APRwxYoT3VfGf4Oe3F+KYccYZU63bubHgH40d2oRNG1ess2Wx4vHn13HaWRYhDz9NtEeb37r6MOLrhpAHPmhH+BNQNpayXDdlQXghf3WMJcQNIdv2y8RZ5AgJ/FfhwOOBBx5oawekLS+xuIo0KUwhIAQmPwQ0vyte5vTfvizEGNMNIY/YkRfK1NBOW5CpSy6pKz8huaKTbBgqbcK59tprW+MxMvP8889vFv3RlLfyKmEXUWyrC4dQnnp9VhYhj3SwCLfSSiu1cLR4MnfoRuZhXgZZCOUTGxZXym3llVc2Ml+v+e/Wfx1tjPraxPwm1N6KyPFg2k+EPOrMLLPMYo7z7lTe1LmQVjcLy2XPX0lL3X0Hm9CsE9j2xDokZORuXKiedOqX8dMvFoZIa1WEPPrVuqzIdFN28iMEhIAQGBQEGJf7hZAHZm+//Xa88cYbt8ZRK5ciJ6AYf8wxx8ScyvHMM8/EGBfAUvQmm2xiZFnkVzv+co/S9KuvvppZFOTfXx8XIe9jyBhv2eh3cWUPaOaZZzbkPAh6/h8yIfsUyy67rNlLQWHuwQcfbETJh5yUWcZVyjYvv/xyi3SG0QXmdxAnDjzwQEM4hajBvg0kNPYtaAd77bWXOdEJedO2FfCfkCjSZznKdeedd26VK36p9+yd33HHHfFTTz1l9n+RtWhHtD/m9GkO8hqnZzGfcevKdNNNZ04sYB+W9R1L1nzzzTdNPBAHCZ9TqYifdhtSlIBU5hsxwbL2UkstZfbrya8Nm7Rwwh0nGS288MJtR1jbtFGOnQh5yNTsubHHZv1xBWvS+53vfMdY7rOW+l5//XVDLMQ6IXNrtz+y/om3bkIeZVZ3v0qc4CdC3kc49ErIG7T2asu/nwl5pJF+BeVW2z650mddccUVpv7yjevee++9+NRTT43nm2++tr7O+qf/65aQRxj0LRB5kWvo0xi76O9vvfXW+LjjjjN9pWuQBz/0M7PNNlsMSTCPK6Mu1TlWdcpTIUIegUlrpxOkCUbJgpbVDvj2t7+dWzsASwi+dgAVt4ibNGlS66hXGgRaNXaxmgZ23nnnFQnOfBtaVCuy+Ip/SGa2oXPFfxr5ySYQfxzJ4pJF8Euns/vuu5sOyH4butIBcNSGFSoQelgE9h3xlLmpVgWLf9y4cUGND5sX8uBPxuooI+JvIr/E6xOQqO9ogXRyWYzwtDrZZJvulJ+099R/CLluu6MNsCnWiwu1F+JgMF188cXjJ554IjV42Oikif6R8rJp437fffcNEmZtYKE6zqQgi5CH36bqJ3GT5jr6MOLy20MeC3n4o0xOPPHEVllQJvS5WSb9uy2LkL+6+inyyQTZ1rkvJUfONa0hSRvlqGebJq7U6QkdFiEoNzkhIASEQJkIaH5XDE3GszLnDoTna2gzPkKQ6EZDG8WekCOeOuSSOvPjz3/yyIYhbCDuI5/aMZljVtHcJzyeIed+9atfbS2ah8Lwn9WFgx9vGb9Z9CrDQh5pAQc2BlzSqcWUjQE2zFjDyOMoJzZx/EVIygdFvixyVJ7we/2mrjbWxPyGvPntrYgcD7b9RshjDjrPPPNkanWzGcTmla/VjV9rSTOt3oQwy9NH4a+OMcGmm7UOX+uc9hqyOILVDpSIsyyO+PUkT56rqNPdWBgirVUR8vpJM9+Wva5CQAgIgUFEgLW0fiLkgSEnjSAv2LmEvULY+cIXvmA2zLEixsY5ZBnW5+03XJErOPUKogxyQJYj//5YK0Lex4iBH6SaGWaYoQ1jF+/QPfMJZNspppjCGHGAXMb84owzzoghNdTpyizjqmQbcGa+7GMJhuwrsC9BGVDvWYOHEEn9d08Ewy9tAUMq5DnL8Z7v/Pjwz5ySeIiT9kYa+A4iCPPQNEe5nnPOOUPaI/4gcVIHWCPgjzwQD+3Xhk8c1JvRo0cPiYL03njjjUPSi1/mFaSX42QhDXIFK3CjLyBce7X5pRw7EfJIBHI9a0isZ1i/9kq+wIiycPMEhuQDYiRGhuz3XIm3CUIeeamzXyU+23f4+YdI2oQbhH4gDZdBa6/kg/Lvd0Ie63Sc2uHWUdou7Zr1ys0228ysl22//fbGSBdEc/os+hP6nm222aaNa8Ozbgh5hLfKKquY/pz4iYM+DW4T/Uior7Rppi9FGQ+887he61LdY1WnPBUm5HUKUO9jw+60gyYDHQMqC1yw3DFH7WsH3HDDDUO0A6igaGs8lxDZijgqKIIi/mkMMFS58pvKjrZtUUel9QV9GmvVxwySzpC2AnlBeEMbYe+9944vvvhiI1zB3MbaE8IJ5J5lllnGCHp2koMA8fjjjw/JPvkrc1ONCGACo+1EWu0f5RDSjoI0CIsYjQ46T1te+OMezYlO2lFNllET+SVOFm39zRjwu/zyy4Mdeh5GeBohDxJfU22avHbjqBMMbrb+caUNoHHTiwu1FxsH4bOpAZF4QkIqQkignB555BEzGWCgpg24dRy/TDxgqme5UB0nvk6EPMKsuz26+aijDyO+bgl5+GVc8LW20FRIG3+6LYuQv7rGEuriAQcc0GoP1MG8GpKMJVibREMSi3ZsppThGK/9zW6EV9IqJwSEgBAQAv2LQEgWQibp1kIeOQ3JC4xVyLZbbbWVIZHn1dDm2IA0F4oHWazMuVVd+QnJFXllQx8fxt6DDjqoTU5Yc801W7+RVyChFHUhvKso16Lp6vQ9ePgyCuleb731OnkNvic8rBYwr7XzBntl44HFQyyQvfHGG0H/ELlY48Divb+JQ7pYF3j22Wc7buQEAy/5YajMq2hjdc9vQu2tiBwPzP1GyKNcmOMX1erGH/PXTlrdIczy9lGhelRV30H73GWXXdraJhv7rGfdfvvtLYsjWPixFkfQsg+5XvJctyUM5mL+OiflUxUhr58080Nlp2dCQAgIgUFBgP673wh5jH9Y0GJjuygRDAIRe4bISYTTyYXGLxHyPkYNDDkZiX1VO9/o9oqcyNrx2LFj4xdeeOHjSCq+K7OMq5Rt2K9kDxaiXTcYk7Yf/OAHZi0kD6TMf5BF88SF3My6CJYOsxyKYRD9FlpooWC4hMOfHyfPILWddtppqXMCFFkOP/zwoH8bnh82dY51CPbd7TdcwSoPIY+8olRz/vnnm7rrhuHeu/FyP2bMGLN/F9ojb4qQV2e/Cm7EJwt5H+HQq4U88By09kr59zshjzQ+9thjhgDntmfuWZuBB8N6GcRy5ALaNn/0hVjRwyqmq2iIn24IefRHkJmxTuqeKuKnyf1NOuhn4StAHC7ieq1LdY9VWXkTIS8LnS7e0SiwdOdWNtsgimgHwGLn6BwEsKIOAZ5NfeK1JCKukNe6ceTJX6gqsviKf4gdLib4TyM/+WlEMAppKxAGHQykLDQWyDOTHn7znPdunHREoY0y0hcSNkLf+mnL+t0ri59OCpJMHu2opssIHOrML/GxcJyHEf7d7343NyM8VCfBtuk2TX67cWxqMUDadkCbOK8LK5lu3KH2Ql3lOGzCp69xWfFscNA+aZcIAjYt9kq7ZfAm3CwXquPkLQ8hj3Drrp9uXqruw4irF0Ie2KIxRjnZcqEc0c4MCUjdlkXIH3WmDnI3GL344ouFF8ao26TR1ZBcdNFFS9GQpA9bZ511WpgTF8dZyAkBISAEhEB/I8B4VsXcIU1eKKqhzYJIlkuLh/GujLmVjTstnrLyE5IrisiGNp1cCQsrz2BgZSFXq5yNGBavunFV49BNmjr5QUYpk5BHfKxrTEgUdjhW1mJsr+DOwiBWIddee21zHBGbFxxLtNZaaxlNW9675YNfZCcUfpgvd7Nu0gmHbt+nlXnZbazO+U2ovZGfvHI8WPYTIc/WHfo87t35ayetbqxK1DF/TatHZfWhtn5Ttv6mH+0ry+II70IWR0L1pEi/3GudtnPYPGtooc1u0loFIQ9c6rQiY8tWVyEgBITAcESA/rvfCHkWZ8ZulFD22GMPYyXGyrqhK3tYnKz10EMPxViBzutC45cIeR+hBzbXXHONUZzw5w2hMsj7DHyZY3cymJG3DDt9V2YZVyXbkAfSiZI/ezMoV6266qrGQl0nXJHXmBNipKSI9UHkKcgo7DWlxcH+O/PJCy64wBh/yKNUjyIM+ypYh1tggQVSwyZO5g0LLrhgzNG17DOELEq75Qs+p5xyyhArfG76CRPDCFtuuaUhB7Kfh0zsfkM55iXkET/pwigH+wxpbYF4OV0Bi3rM01gDwBCBH29ThDyLYx39KnFRv0TIK4+QN2jtlfT2OyGPespeLdb0seDqtlX/nr1MuCWczoViGEZz6OtY27Tf0jd0S8gjXNJC38mpF6yR2HD9K/IOpwvwbWivmXxluV7rUt1jVVZePsHLBCC5EhFIBszohz/8YZQMVlGiHVM45KQhRIceemiUWPOJko2Awv6TChYdeOCBUWJ1reWXcBKNgChhobae5b2hiiQCUrT66qu3vJDGRMCNEgGn9SztBv+JYBYlJjJbn+Cf9CVHzrSeZd0kGgVRsoBlMEms3GV9OuRdIlxESecTHXLIIVFiqTBKhOi2b0hfIqBEiRWk1vNEyInuv//+KOnYWs+6uUm0fKNEIyFKBLooEWxyB5EIj1FCNosSLZMoMfEZkYcs1w9lRPrqyi9xkedkEThKLCpEycSVRy1H/aIMufJdIlCaPz6gHh577LHRSiutZO4Twdj4y6qTTbfpVsYK3iQDXJRMhqJkw8D4TCY8UWJlJUpIeQVD+vjzUHsBu7POOitKtPpMnX3ppZeMB+ot34cc75IJTJQsopi2R3llOcLx+yH8JNYwomTzLstr612d9bMV6f/dVNmHEQWYJ5YaWtEmFnUKjT+0kUsuucTUDxtIstlj+q6EzG0fmWu3ZRHyR92pYywh7mRSGSUEuCgRQtvyU/QH7SjZtIuSxZgoOdo3ShYCigZhvk8mx1Ey4Y6SY6TN76w+qKsI5EkICAEhIAQqQYAxpaq5Qyd5wc4JSIPreI48xNxq0003jZLFEPf1kPtO8Qzx4Dwgrqy5lfNp1CmeXvITkiuKyoZuWpPF+ijRRjdzTvc54/64ceOiZFG/45zM9efeV4mDG09Z96wnJIS4KLFY0AqSslp33XWN3NZ6WPCGMks2GIz8dOSRRw6RVYmDuToyEX+kgz/mNH6dTxb1ooMPPjhKNi4i5F5blwomqbLPO5V5VsTkJW8bq2t+E2pvReR48kvZU27W0bZY92KdJo9jvsJ61jPPPGM+ByfWoxKrFpneSbvfZ5P2ZOMwSo6Jinbfffco2QxvhenXNRs48dU9f+1Uj2y999PM8yJjAuspq622WnTPPffY7KZeCTuxih8lJxOY+ZD7YaieFOmX8U+d/tnPflZ4DY21CLuGllhq6dgnJAv70c0339y2zklamZsmRGA3W8F70jphwgSDhf2AesVa8J577mkfta6sKbEGOn78+CF9X+ujjBvSRntJNjy6WifOCFqvhIAQEAIDhwDraYwXrkOGTBSN3UeN3DO+JAQS88deHPtLrEOyR4jMmpxgFS288MLRsssuG7H/w/jF+FHEJZvqRq6yfhibE4X3juH0gz8wYL05j2MekJDg2j5NyAQGt7aHyQ/GZWTEhOhl1sj5DS7JEXrR1ltvbTBnjw3503V8x1yD8sF/Qqg08gHjtuuoX7vttlt04oknuo8ruy+zrKrC3GYeDBOyh5n70zaTk5KiRx991OyFIv+z9wZ+1P155503Sow6RIkFQ7O2zvMijjpBe0qIM1FiydnsCTK/4G/UqFFmL5d2lZBRctcz4icPpJ22y34j4RMP9SBR4DF9C3WJdsv+C3HwPI8jXGTGX//612Yfi30A/BMO8jrzG3ChXZBu9vHpRxJr3G3BU468z+vAin4ysXZm6nSisGLKAjnZ9kHkiT4oUbYxwdIWEkXEtigSIxu589rmscQfdfSrJNfvc+hDwMviU2KWcgU1SP1AKEOD1l5ZE3Q5HJQ/fUvRfspiUXZ4NlzWRRgbWeNg3Hr66adNH2xljOQY7WiRRRYxbZu+xtZf+jn80Z6sSxtT7Xv8sEZA32cd81Lm66yT8j4hVpu++O677zZ9P/vU9Hv0cfRvjMv0I/Q1YNqNK6Mukda6xqrUPCaJkCsZgaRydK0dkJCE4ptuuqmQdoCf/KRBxUlDbDHvk0oeJ4trXR+DR3hNWsiz+UsGoJa2QtKQ2YXK/Es6oHjbbbc1eKJZkHRUNqi2K/mrwsqFjQQWf9IpxsmiXEftKM7XRjsKc8pFtKP6pYzIcx35tdgmQmJ81113dWSEo0XuM8LRkPEZ4SELecTVdJu2+S16Jd1o7LhtBS0innfrQu0lWTgwbHuY9vQ9aAJmseKxxIZJ8yKs+FAdTwb/3BbybH7rrJ82Tnutqg8jfLB0y5n+r6hDK22LLbZoC4c+Ce0o13VbFiF/1J28ljXw3421VfxhcTYRAlO1wlzs8t4nwnicTPa70pAkTbfeeqvRrLPxUZ/RpJUTAkJACAiB/kaAPrzKuYOVF44++mijfW3HidCVeR4a2scdd1wuDW0XWRsPmuBlzq3cOLi38ZSdH8rBn6N2Ixva9CIfo0nv40yYWDbq1VWFQ6/pCvln3ly2hTw3HuRxrBsgd2KhzMc863eyoGiOcU6U9My80w233+5tmVfdxuqY34TaWxE5nrLpJwt5dv7KekKyYJxLq7up+autR2X3oW57oXxpU50sjmCxkn4SzFhP8V2onnTTL1Onm7AwRFqrsJAHTr2sKXVjRcYvG/0WAkJACAiB+hFgrGStlePWEhKOufKbsV2uXASQ6b75zW+21lmZJyeEBDPnYI+NPQvKg+/cP57xx3vKhnJi7Rlr3e5JMsxPWGtn/V0uGwHwRJbDOlxCCDOYgiu/E5JGT/tSxIy8SXnRrgifcHu2CqkAAEAASURBVCk74i3DUT8Ij3BJN3FQh3pJO3IgmNi+wA2T+Kp0zO3Jj42bK3lJ2yuvMi1lhE05+/nht/rVMtAtP4xBbK/lo1B+iOBKnadfsf0sbZu2QBvhfRmOcHzLgcyZsZDnO/pl+krb19CHJgqGpaalzL6/6rHKx4ffspCXSFNVuQTfjozLpPIajYDkHOfoa1/7mtEUSI5j6Zp1a/MCk31EwrBHozZZbIwuvvjiKBFK7evC16Rxt2neEADs8Co0WrISB6awa5OOxmisJJthRusFZi9MZRi9WCvCEh7azrBu0VboxGJOGl+p7Gc/D0nHNUQ7Ci0HtERgLmPFAtZymdpRTZUR8daRX4txIjx2xQjHP2VAWq3LwwhPOv1MjZ+q2rRNY5Er7QXNLjT5rUPLhnYDU75b57cXwqEeo6VDnMnAbzRukjPhjeZPYu55CCserIuy4v1+CEZ9Hg1AP5911k8/7qr6sGRi16Y1iMYfmmdFXSLAmbKy/sAYDULfWmu3ZeH7I54qxxLwxooiFjHRzuA3eSqiIYl/tOOwoOBrSNLe0ZBMyLwWslxXyuuwww6LsA6DI02MAWjPMmbLCQEhIASEQH8j4MtC9OO9aE76uXXlhTQNbeY8yy23XGENbTcuNx5kxrLmVm4c3LvxlJkfX66gHLqRDW16kfNDFu4pW18Wsn6KXKvCoUga8n6bLKQNsULO3B+5rQyHPJ4s0Jk5+I033hhdddVV0X333TckTuJi3rDkkktGG220kbFmhWyKtWLfwkUZ6So7DLfMq2xjdcxv/PYGVkXkeNLoW3qgHPnL65DFmf9bl6dOUgYhC3lYvcyj1c1cOjkauSutbh+zbvsotx6V2YdaHLkyPynD4khZeQ7V6TosDLGuUeU6J2XZaU2J9csyrMi45at7ISAEhIAQEALDFQHGVtZ855tvvtaaNmMpFtQ4WanonIHw2Hv805/+ZKzmsr+KYw04Ie63WdcdrpgqX0JACAgBISAEGA+zLOQJoWIIiJBXDK+evk7Y7sYEMgtdLC5RmXFsviPQYTqyqIAYShBhc1zuDjvsYF6zWfPEE080blo2lNZenrEQy2YYePLH4iZ/YInQ3YmE10vcvfilHth0U1aUOXWA9Jax0dNL2qrwW0d+aUvEQ53gym+LK5hSJ6gbZTvi4q/qNt1LulkQX2qppYy5cMKhrnFkL8chV+2ImzIBH8rE9nV5F7irTh/hU35NtcdB7cPqKJey4qDusdHGkUrUQfoBTCVfdtllhpRHv0tf4fcPfIujj7b9CmRFNu5OP/30NvPtmFxOrLxEs8wyS+5kE+byyy9vNgfxRBr2228/0zZzB6IPhYAQEAJCYLJAgDEDmYoxyc55kKn4K2v+CJB1ySV15affK4dw+KiEkLkgp6B0h0wOSS+xPGGIkRw7hnwFYYs5nT16yJfb+r2sbfrqamNNzm9sXvvpSh3LIuS5aaWvBT/6W/7oZ5kv0Nf2S72rsu8AK9ohOHDPHIU/2l+T62vDuU6TN/76eU3JbSO6FwJCQAgIASHQbwggsyUnjkXf+MY3TNKQ2TiSE6Vn9oS6dcxR1l133ei3v/2tCQK5kCNrk5OBug1S/oSAEBACQkAIDAwCrAmIkFdecYmQVx6WfRMSC3QrrriisXDA4tn3vve9KDkmpW/Sp4QIASFQHwJMSrHCdeihh5pImZRCBMJ6nZwQGO4IoCE577zztjQkWYi54447etKQxHrLmmuuaSxlgh9hFtGQRJB94YUXjOYmG144NrnYKEyOwDW/9U8ICAEhIASEgBAQApMjAshJrGdYMhQbX/1ChJocy2M45Jk6lZeQNxzyqzwIASEgBISAEBACQmByQoB5w7XXXhttuOGGJtvMHbCWh4GSXuYRzEk23XRTY8mbgJmX/OAHP4gOPPDAyQle5VUICAEhIAQmUwREyCu34EXIKxfPxkOjgUAWgHCDliWWqLDcM/fcczeeNiVACAiBZhB48cUXzbG1HCWLw7rE3XffHX3lK19pJkGKVQjUgADjIRqSa6yxhomNRRis4z300EM9a0iut956JmwCZkHmhz/8YbTnnnvmyhULRUcccUR0+OGHt9K11lprRVdffXVP6coVuT4SAkJACAgBISAEhIAQEAKTEQIi5E1Gha2sCgEhIASEgBAQApMdAsh6jz/+eLTIIou08s6e6K233hots8wyrWdFb1577TVD7HvnnXeMVxSyL7300mijjTYqGpS+FwJCQAgIASEwcAgwvspCXnnFJkJeeVj2RUgcc7DbbrtFZ511ltEAWWeddcwmP5by5ISAEJg8EUCja9ddd41+8pOfGADoD3bZZZfotNNOmzwBUa4nCwQQGNGQ3GCDDUx+IeRhLe/JJ5/sSUOScRYNySuvvNKECyEPgt1BBx2UC1eIsQsuuGAEURbHgs6NN94YrbLKKrn86yMhIASEgBAQAkJACAgBISAE8iEgQl4+nPSVEBACQkAICAEhIAQGFQGOl1199dXNqSjkgTXgxRdfPDrnnHOi0aNHF8oWsuPzzz8f7bjjjkYZm9+EN2LEiOjhhx+OpppqqkLh6WMhIASEgBAQAoOIAOOfCHnllZwIeeVh2RchscG/2GKLRW+99Zax2gMZAcs7ckJACEy+CDBwYimTCSjkPNxMM80UPf3009EXv/jFyRcY5XxYI0C953iChRdeuJXPz372s9Ftt93Wk4bk66+/boh9VkMSQh4akhtvvHErnrQbrONdeOGF0bbbbmuOYmNBZ7nllotuueUWc2xtmj89FwJCQAgIASEgBISAEBACQqA4AswJdGRtcdzkQwgIASEgBISAEBACg4IA8t7vf/97sw86ceJEk2wUoNn/wEgBx9nOP//8mdkhjL/97W/RddddF5166qmGlMcJZLjPfOYz0fjx46Nx48b1pOSdmQC9FAJCQAgIASHQRwgwLoqQV16BiJBXHpaNh4TVnv333z86+eSTTVoWXXRRs/AIAUFOCAiByRuBf/3rX9H2228fXXDBBQYIJqXHHHNMtO+++07ewCj3wxqBf/7zn0ZD8vbbbzf5hAAHMfXcc88tTUNyjjnmiB555JFcGpIQYldYYQUjyJKgImS+YV1QypwQEAJCQAgIASEgBISAEKgAARHyKgBVQQoBISAEhIAQEAJCoM8QYO8D4yTf+c53onfffdekjnXgz3/+89GUU05pCHnLL798NPPMM5u/6aabLkLZmqNpX3nllejBBx+M7r///uiDDz6ION0EpWoce6tHHXWUOW2Io3DlhIAQEAJCQAhMDgiIkFduKYuQVy6elYdGA8AK3uyzz94WF8/RAll77bWNwMkm/9lnn22s8LR9qB9CQAhMlgjQR0yYMCFaeumlozfeeMNgMMsss5jJJtpickJgOCJAvb/rrruiNddcMwppSHKc7QILLJCZdTvuoiF5yimntGlIfvrTn47OO++8XBqSLORcccUV0eabb24sVbIoxHEK11xzjVncyUyEXgoBISAEhIAQEAJCQAgIASFQGAFkeVnIKwybPAgBISAEhIAQEAJCYOAQQDEbYt1ee+0V/fGPf2xLP8YJINd98pOfNArSXFmr5Q9DJxD6rEU8PLJuO3LkyOjEE0+MVlllFUPqawtQP4SAEBACQkAIDGMEWEuRhbzyCliEvPKwrCUkhMP1118/eumll6IxY8ZE88wzTzTjjDNGf//736PTTjst+utf/2qExSWWWCLCIhDaH3JCQAgIARDAOtfpp59uJqX8hrjLBPWEE07gp5wQGJYIsKACmW677bYrVUOS4wqOPvro3BqSHCX/1a9+NXrmmWcMzmhiQqRfcMEFhyXuypQQEAJCQAgIASEgBISAEGgaARHymi4BxS8EhIAQEAJCQAgIgfoQYP+DNdgHHnjAnBSE1bxJkyblTgDK11//+tejLbfcMho7dmw07bTTmiNrcwegD4WAEBACQkAIDAMERMgrtxBFyCsXz8pDg5C38cYbR7/85S+NRgeaHWhz8BxTyjSQGWaYIbrhhhuiJZdcsvL0KAIhIAQGCwFMtq+33nrRbbfdZhI+zTTTRDfffHMEiVdOCAxXBMrWkIQMf9JJJ+XWkGSMPuSQQ6Jjjz3WaF5ChsXa3k477WSIscMVd+VLCAgBISAEhIAQEAJCQAg0iYAIeU2ir7iFgBAQAkJACAgBIdAMAli7g4j36quvmr1UFKQ5eexvf/ubMW7y5ptvRlNPPXU022yzRbPOOqu5zjXXXNE666wTjRgxwhg6waKenBAQAkJACAiByREB1lI41v3KK69sZR8+ElZj55133tYz3eRDQIS8fDj1zVds6u+yyy7RT37yk2Capphiiujiiy82R9dC1pMTAkJACLgIMIgyAV155ZXN5BPz60sttVR0yy23RJ///OfdT3UvBIYVAmhIvv3229H999/fk4bkFltsEa200kq5NSTtJiDalRBiaXMcL3/ppZfKiu2wqmHKjBAQAkJACAgBISAEhEC/IWBl8WWWWaaVNJRjLrjggmjcuHGtZ7oRAkJACAgBISAEhIAQGH4IcCTthx9+aE4OYm2Y/VX+OFGF00+QC+0f+6mf+9znpDw9/KqBciQEhIAQEAJdIMAYirET19mx032m+84IiJDXGaO++oLKf/XVV0fnnHNO9Je//CVCkwPLeNNPP33EAuN+++1nLF3RIOSEgBAQAiEEmHT+5je/iTbaaCMzIcUU+84772wsdoW+1zMhMJwQqFtD8pVXXolWW2216NFHHzVkvMUXX9wcoTvLLLMMJ1iVFyEgBISAEBACQkAICAEh0JcIYBnF1epGQWbVVVeVVndflpYSJQSEgBAQAkJACAgBISAEhIAQEAJCQAgIgeGDgAh5A1iWaHS8//77RqsDgh4av5iJhIQ31VRTRbKMN4CFqiQLgZoRgNWOha7vfOc7pi/5whe+EB1//PHmCM2ak6LohEAjCNShIUk723TTTaNf/epX5qhajjzgSPn555/fkPMaybgiFQJCQAgIASEgBISAEBACkxEC0uqejApbWRUCQkAICAEhIASEgBAQAkJACAgBISAEhEAfISBCXh8VhpIiBISAEKgTgQ8++CAaP358tOeeexpS3nTTTRedd9550brrrltnMhSXEBiWCGCJb/fddzdtjHvIeFdccUU0evRoQ6IflplWpoSAEBACQkAICAEhIASEgBAQAkJACAgBISAEhIAQEAJCQAgIASEgBISAEBACQiASIU+VQAgIASEwGSOAtc3LL788+vWvf20sds0888zRIYccEs0wwwyTMSrKuhDoDQEs195xxx2GjAfxlWOhOVJ+0UUXjT71qU/1Frh8CwEhIASEgBAQAkJACAgBISAEhIAQEAJCQAgIASEgBISAEBACQkAICAEhIASEQF8jIEJeXxePEicEhIAQqB4BjsHmD/eJT3zCHH3NMdhyQkAIdI8Ax9VCxrOOI+VFxrNo6CoEhIAQEAJCQAgIASEgBISAEBACQkAICAEhIASEgBAQAkJACAgBISAEhIAQGL4IiJA3fMtWORMCQkAICAEhIASEgBAQAkJACAgBISAEhIAQEAJCQAgIASEgBISAEBACQkAICAEhIASEgBAQAkJACAiBGhEQIa9GsBWVEBACQkAICAEhIASEgBAQAkJACAgBISAEhIAQEAJCQAgIASEgBISAEBACQkAICAEhIASEgBAQAkJACAxfBETIG75lq5wJASEgBISAEBACQkAICAEhIASEgBAQAkJACAgBISAEhIAQEAJCQAgIASEgBISAEBACQkAICAEhIASEQI0IiJBXI9iKSggIASEgBISAEBACQkAICAEhIASEgBAQAkJACAgBISAEhIAQEAJCQAgIASEgBISAEBACQkAICAEhIASGLwIi5A3fslXOhIAQEAJCQAgIASEgBISAEBACQkAICAEhIASEgBAQAkJACAgBISAEhIAQEAJCQAgIASEgBISAEBACQqBGBETIqxFsRSUEhIAQEAJCQAgIASEgBISAEBACQkAICAEhIASEgBAQAkJACAgBISAEhIAQEAJCQAgIASEgBISAEBACwxcBEfKGb9kqZ0JACAgBISAEhIAQEAJCQAgIASEgBISAEBACQkAICAEhIASEgBAQAkJACAgBISAEhIAQEAJCQAgIASFQIwIi5NUItqISAkJACAgBISAEhIAQEAJCQAgIASEgBISAEBACQkAICAEhIASEgBAQAkJACAgBISAEhIAQEAJCQAgIgeGLgAh5w7dslTMhIASEgBAQAkJACAgBISAEhIAQEAJCQAgIASEgBISAEBACQkAICAEhIASEgBAQAkJACAgBISAEhIAQqBEBEfJqBFtRCQEhIASEgBAQAkJACAgBISAEhIAQEAJCQAgIASEgBISAEBACQkAICAEhIASEgBAQAkJACAgBISAEhMDwRUCEvOFbtsqZEBhYBP773/9Gxx57bHTttdeaPMw888zRT3/602jGGWcc2Dwp4UJACAwGAnEcR7fddlt00EEHRfRFn/70p6OjjjoqGjNmzGBkQKkUAkJACAgBISAEhIAQEAJCQAgIASEgBISAEBACQkAICAEhIASEgBAQAkJACAiBRhEQIa9R+BW5EBACPgL/+c9/osMOOyw65ZRTog8++CCabrrpoiuuuCJaYYUVok9+8pP+5/otBISAECgdAfqeU089NTr44IOjT3ziExGk4AsuuCBaeeWVS49LAQoBISAEhIAQEAJCQAgIASEgBISAEBACQkAICAEhIASEgBAQAkJACAgBISAEhMDwQkCEvOFVnsqNEBhoBLBGBQnm//2//xdNmjTJWKa66KKLog022MDcD3TmlHghIAQGCoGJEydGe++9d3TuuecaUt7ss88eXXbZZdFXv/rVgcqHEisEhIAQEAJCQAgIASEgBISAEBACQkAICAEhIASEgBAQAkJACAgBISAEhIAQEAL1IiBCXr14K7bJAAGOO3zmmWcMicNmF8tuBxxwQDTttNPaR0Ou3fobEtCAPoCMd9VVV0Xbbbdd9O677xprePvvv7+xlvfZz352QHOlZAsBITDICPzjH/+I1l9//eiuu+4yfdLIkSOjm266KRoxYsQgZ0tpFwJCQAgIASEgBISAEBACQkAICAEhIASEgBAQAkJACAgBISAEhIAQEAJCQAgIgQoRECGvQnAV9OSJAMS6W265JVp33XVbAPzP//xP9Mgjj0RzzDFH65l/060/P5xB/E3eH3rooWiNNdaIXnvtNWONaqWVVoquueaaaKqpphrELCnNQkAIDAME6Jv+/Oc/R2PHjo3eeeed6FOf+pQ5tvaXv/xlJKLwMChgZUEICAEhIASEgBAQAkJACAgBISAEhIAQEAJCQAgIASEgBISAEBACQkAICAEhUAECIuRVAKqCnLwRgMDx29/+Nlp99dVbQEDIe/bZZzOtKnXrrxXJAN988MEH0de//nVjhQocppxyyujOO++MFl988QHOlZIuBITAcEDg3//+d3T22WdHu+66q8kORLy99torOuaYY4ZD9pQHISAEhIAQEAJCQAgIASEgBISAEBACQkAICAEhIASEgBAQAkJACAgBISAEhIAQKBkBEfJKBlTBCYFuiXXd+ht0xDmq9oQTTogOPvjg6H//93/NsZB77723IbtAZJQTAkJACDSNwMSJE41lvPvuu88k5Ytf/GL0u9/9LlpiiSWaTpriFwJCQAgIASEgBISAEBACQkAICAEhIASEgBAQAkJACEw2CHCSye9//3vz97e//S36xz/+EbF+O/PMM5tTqjipavbZZzd/Cy64YMRarpwQEAJCQAgIASEgBJpAQIS8JlBXnMMagW6Jdd36G2QwyfPDDz8ccTztW2+9ZY6qnXPOOaN77rknmnHGGQc5a0q7EBACwwgB+qrrr78+WnvttU2uPvGJT5h+66abbjLH2A6jrCorQkAICAEhIASEgBAQAkJACAgBISAEhIAQEAJCQAgIgb5CgPXZp59+OjrllFOiX/3qV9GkSZOif/3rX8bIA0YfeP/JT34ywsjDpz71KfPH/dRTTx1tuumm0bbbbhuNHDkyd54I7957742uvPLK3H7cDzllZfrpp49mmGGGaN555zWK3WUYoOg1XaRxmmmmiWaZZZZo1llnNQTG+eef3016KfehdLKmvtxyy0XrrbdeKXEQCGV/2223RTfeeGNbmJAw99lnn+hzn/tc23P9EAJCQAgIASFQNwIi5NWNuOIb9gggaOrI2nzF/J///CcaN25cdNlllxkPTJSOPfZYIygjnMsJASEgBPIiQN/7hz/8Ibriiiuiv//972Yybv2yGAPJl4WXbo/C5mjtDTfcsDW5ZzJ/1llnRdtss42NRlchIASEgBAQAkJACAgBISAEukSADdVbbrkleuCBB4w8j0yPtRM2MdksnG222Ywsv8oqq5iN1i6jkTchIASEgBAQAn2BwH+Tdaw7Hvh99N7770WrL7tq9On/+XRfpEuJEAL9iMCHH34YHXHEEdH48eOjd999N2KdNq9jn2nKKaeMpppqqmi11VaLtt9++2jFFVfs6B2i1/nnnx/ttttuHb8NfUC8rEmz5wURb7rppouWX375aOutt47GjBkT8pLrWa/pIhKbLpu2+eabL9pggw3M31xzzZUrHZ0+CqWT+MD/xBNP7OQ913vi4BQbMMVqonWQMC+66CJz4o32GS0qugoBISAEhEBTCIiQ1xTyinfYIiBCXr6iBafHHnssWnLJJaN//vOfxhOTkqeeesosuOcLRV8JASEgBD5CgCOvR40aFf31r3+NIPv6jgn/6NGjzVEG/rs8v+mzbrjhhmittdYynzOZX3jhhaMHH3xQG4J5ANQ3QkAICAEhIAQGEAHGfyzissjvOmQAFv3lhECdCFAfX3jhheiMM85oi5YNtb322ssc0dX2oscfddR/4njkkUeiSy65JLruuuuiV155xVg6QZ7nj002d8PwM5/5jLHmsf766xvlPo4gkxMCQkAICAEhMIgITPpgUrT8d76eWPX6bzT7zLNF49b4ZrT+mLWiKT835SBmR2kWApUggKz48ssvR9ttt1105513Gqt4aRGxVsv3We7/s3ce4FYUSd9v9311TWvCRYygoLKAIqKIioICShCUrCACBlAxYQ7IYsAEKqKYFXPErKuvCcwJBBWziDnuuq66bvp256tf7/bsnLkzc+acM3PuufdWP8+5M3emQ/W/e2aquqqr2GCNdzg2gKy77rpJWS0fevXVV5sJEyYk5kt7E/rwmrfqqquabbfd1kydOtV06dIlbXE/H/xxlnRRMQaDK620kllllVXM0KFDzZQpUyqOYBVFJ3z9xIkTzaxZs/z+lHvCWOMZb9SoUVaGcGOP4eUNN9xg+vXrZ5AdNCkCioAioAgoAvWNgBrk1fcIaPuNDgEYP/WQV3xYWVyH+b7iiitsZpjxgw8+2FxyySU2dG3xGjSHIqAIKAL/ReAf//iH9Zzx7bff/vdi6IwFF8Jjl5t+/vlnG17gnXfesVUg1KM8xHOeJkVAEVAEGiIC8K1PiVeGH8UrQx/1ytAQh1BpzhkBlAjTpk2zXrxdU8gtLO7ffvvt7lIuR9rGe/jzzz/v10/bKEj2228//5qeNB0E3JxgTgYTG0/OOussc9hhhwUvV3ye9/zHu8nZZ59tPZ0QcgxPJ7RZLPEcoDDE88X48ePNcccdZ5WHxcrpfUVAEVAEFAFFoFYQ8IwY2X/1mek+vo8liW/bKmKIt06z5mZ4r8HyG2TW+NUatUKu0qEI1BsCeD3Dc9uzzz5rWPt1CeM2HD3svvvuBu9u/PCo/P3335uvv/7aGvFhwEcYUza0BFPz5s3NF198YT3XBa+Hz+FLw4ZvtEuo16222iqc3f+fdRbWp5ctW2a9Pfs3AifLL7+8DWcLH3vkkUcWpSVQNNJQMA1d1IFODg/U9P+bb76x4X6DdXOON8GWLVuayZMnm3322adsXV0UfrzrsjDIA2PmBPTRF/4nYVCIV8OBAweqMZ5FRP8oAoqAIqAI1AICapBXC6OgNDQqBGD+1CAveUjBCEFoiy22MD/++KPNjGHLwoULTYcOHZIL611FQBFQBCIQQMi//vrrzS233GIFcf5nkeH999/3c6O4w6iu3ESd06dPNyeeeKKtgsWOnXfe2cyX3XiaFAFFQBFoiAj8/JefzQ4H9rYLuhtZrwzDzF499lCvDA1xMJXmXBCAlzjttNPMGWec4dfP958F/nvvvde/lscJbY8cObKgHRQYxx57bAE9ebStddYmAight9xyS+M2hzgqmZMoJF9++WV3KZNjXvOf9YDHH3/cnHDCCea9996L9XSCBxO86KPQDCpgg53Dwwhe8uDRKwn9FaxTzxUBRUARUAQUgbwR4Fu49PNlptehAwqa+sVyYnS+4kqm2WprWblsZJ9hpkWzdQry6D+KQFNBgGgoeMZjM7TjBeF7W7RoYU455RQzfPhwu0kD724YuLFJxa0HcyQqE+vAbHBi8wq6J8r36NHDPPnkk0VhpI6wQR7y2LBhw8xll10WW57nm7LQj0Hhhx9+aL37UQaDwWBaffXVzdixY82FF16Y2vCtXLpo19EGn8+GGDzBI9dydFGsyEc/2dg+btw4c+6555ZkMEh5UhydlRrk0YcXXnjB7L333uazzz7zjfEwJLzmmmusASeeCDUpAoqAIqAIKAK1goAa5NXKSCgdjQYBGEI1yEseThj+3/72t9bbBDkRhHbZZRcbDgrBSZMioAgoAuUg8Ne//tUutPCO4V2MN7y2bdv6VVVqkEdFCPpt2rTxFymok0Wcrl27+u3oiSKgCCgCDQEB9g9/+vWnZueDQl4Z1mpuhvUebEaoV4aGMIxKY84I5GWQlIZs2kbJdPfdd/vZUYxgxIRCSVPTQgDe9umnnzY9e/a0m07Cvcd47bnnnjNbb711+FbZ/+cx/1HM3XbbbdYTCLw6bbiEMpXNLig5t99+exsmi/UBlJl4OkGZescdd9h+Uo9L5Pn1r39tFaOEstWkCCgCioAioAjUOgJ81z/4bJnpPbHQIM/RzVr5Sr9c0ay+6mqm3w67m337jTAbr9fK3dajItDoEYDXQ8cGb8d6L4nnAk94Dz74oPWGx5psmvT3v//dGsLBgxKKFSMzDOCKpTiDsn333dduCi9WnvvUAb9LH1hTvvjii82cOXP8PpGHDSZsukJfliZlQRft8B6CLrxUs6EdI0cM84IJ2vDOftFFF9mwtsF7xc7j6KzEIA+aX3nlFSsn4/CD/0nIQhhP4k1ejfGKjYzeVwQUAUVAEag2AmqQV23Etb1GjwBMoBrkJQ8zC+rsYv/ggw9sRhbQCVWDi25NioAioAhkhcAf/vAHs/baa/vVZWGQx47MXr16WYUoFaMY591FSDlNioAioAg0JAQIk/ThZx+ZnofuUUD2L1D+SLikZqut+R+vDMPVK0MBQvpPU0IgD4OktPjRthrkpUWr8edjPhx88MFW0URvUTohV/MjwZNOmjTJzJgxw/6fxZ+s5z9KuRtvvNHSiTGeSyhXu3TpYs477zzrMR+eHUUafXIJWlCm4snj9ddft0rLRYsWudtWQQvfj5JzxIgR/nU9UQQUAUVAEVAEahEB9AdJBnmO5uXkZEUxzFt15VXNrp13NqP772M6tG7nbutREWi0CLD+2kM82bEhwyWMwx566CGz0047pfYm58pyxFvea6+9ZvlJ1naLpTiDslIM8oJtUB/RothEM3jwYH+zN3nwlIehYbdu3YJFIs+zpotG4LXhz2+//XbLZzsjSO4RBnbUqFHm8ssvLwn3ODrLNcjjvfnqq6/azTsfffSRb4yH3ABteMxDRtKkCCgCioAioAjUGgJqkFdrI6L0NHgE1CAveQjBB8GHkDow+iR2wrOzZauttkourHcVAUVAESgBgTwM8lhMwCvNqaeeailBgYiB8ZtvvlkCZZpVEVAEFIH6RwCDvKXilSEcJslRFvTK0HeH3czofnurVwYHjh6bDAJZGySVAhxtq0FeKYg17rwoyPDS/N1331lFGJ7kuIZxmksbbLCB9W6RlSIqy/kPD413O4wKCd3lEkZ3J598sjniiCPMmmuumcrzBgpa+PwLLrjAhqp1dfHdatasmTVa3HPPPd1lPSoCioAioAgoAjWHQFqDvCDhv1zhl2bVlVYx23XY1owRwzyOmhSBxogAz8dbb71lOnXq5IeqxaHD8ccfb0477TQbnrbcfrOZBb50hRVWKFpFnEFZuQZ5rkGM3fA4d+KJJ7pLlr/HQ/RTTz1VlB/Oiy6IYfPLAw88YPbff3/rOc8RiDHkrFmzrHdBd63YMY7OcgzynE4RD3iEAOZ/EuM4e/Zsw5hkJQMV65feVwQUAUVAEVAESkVADfJKRUzzKwJFEIAZVA958SDBiONJChfYJBbNN9xwQ7N06dKiwkZ8rXpHEVAEFIG6CORhkMc7HgPi7bbbzm+QnXgLFy407du396/piSKgCCgCtY5AMYM8R796ZXBI6LEpIpClQVKp+CE33XPPPeadd97xiyI7oajZZZdd/Gt60vgRYC7cdNNNZuzYsVb5hEKSkFbff/+9NUpzCCy//PLW6C2rsK1ZzX/4Z+T97t27my+++MKRa+jHtGnTDEo5lHylJgz7UGYGw3vxjLRs2dJ6s2adQZMioAgoAoqAIlCLCPBtTOMhL4r2FZZfwawihnlbtmlv9uu3j9ll253NL5b7r1fZqDJ6TRFoSAjAg86cOdN6anN049CBcKpsSqlWijMoq9QgD/p/+OEHM2bMGHPvvff63cGg7He/+11RWS9PuiAGg8H777/fjBw50neoAY+97rrrmieffNJsvvnmPs1JJ3F0lmqQx/tyyZIlZsiQIVamoF4Ssg9GgshIaoyXNBJ6TxFQBBQBRaC+EVCDvPoeAW2/0SEAg6gGefHDyi4kBKcXXnjBZmJH/OjRo811110XX0jvKAKKgCJQBgJ5GORBxl/+8hfTunVr8+WXX1qqUCbiNY+dmpoUAUVAEWgoCKQ1yAv2J+iVYT/xytBVvTIE4dHzRohAVgZJ5ULzt7/9zQ9J6upA8ZDGo4PLr8eGjwAydN++fc3jjz9uO4NCcsGCBdZDXtA4E9kaY7y77rork05nNf+ZxwMHDrTrJKyXkKCVTXonnHCCDYNVLsEoM88888wCT3nw5v379zd33323Nfort24tpwgoAoqAIqAI5IVAJQZ5jqblhR/AMG/TDVqbffuNMP123N0s/7/Lu9t6VAQaLALwvocddpi54oor/D6weeOrr76qiG/0K0t5EmdQloVBHnVj9DZo0CCfGvjjCRMmmEsvvdS/FnWSJ12uPcL7wqdfcskl7pLl35E9Hn30UXvu34g5iaOzFIM83pVvv/22DfH7/vvvW++GNIc8hLfsAw880Ky00koxFOhlRUARUAQUAUWgNhBQg7wqjcPvf/978/zzz5vnnnvOetb5+uuvDYuShORYZ511TPPmzU2LFi1Mt27dzK677lqzFv3V6gdGDvfdd5958cUX7Q5qmG3wWmWVVSxmhAckvCmLrOzMKCXBxBEy9emnnzaLFy82y5YtsztSfvrpJ7uTeosttjD88DyQdrdHsH3qry+DvGqNT7C/pZ4z99mpTpgZEovl1157rdlvv/1KrapofoxmHnnkEbuz6KOPPjKff/653TnDs7bjjjua3XbbzXTt2rVoPXlnYM7gKYD5SMghMGGOt23b1myyySaRSgR2Kr333ntWIAFTFBFrrbWWOfTQQ/MmV+tXBBoMAnkZ5KGcHDZsmPVaAxjsEuzVq5ddkGgw4CihioAi0OQRKMcgz4H2b68MK5stxCvDmH4j1SuDA0aPjQ6BrAySGh0w2qGqIYCs+MEHH5gOHTqYv//975bvRFZkTYP/N9tsMyvnOoJ+9atfWa+K6623nrtU9jGL+Y8iDg8nhORyawDwzjvssIN5+OGHDfRWmgjju/vuu1sjRVcXirnzzz/fHHLIIe6SHhUBRUARUAQUgZpBwH7fP1tmek8cUDFNrCOvsuIqZsMW65uRuw8zg3oMMCuvuHLF9WoFikB9IYBBHt7QMFhzCZ4R79AYrVUrxRmUZWGQRx/Qga6//vp++FV45I4dO5pFixYldjFvulzj6Jx69OhR4LEdHnvu3LmmX79+LlvsMY7OtAZ5vCfRfw0ePNjSQH0kjPHOO+88c/DBB6sxXiz6ekMRUAQUAUWglhBQg7ycR+Pbb7+1O3Vvvvlm61EHozIWTWEeYChgIBGa3JGwd2uvvbbp06eP2XPPPa17YhgxEgZjGOzBeJIoQ54LL7zQ/l/qH2jApS+LoyTawVBq/vz5dRjbLPsRRyd4YBxHuBHcT//5z3+2WLEIzM/hRb9huvAKgIEeBoxHHnmk2WabbeKqttdh5HH5fNVVV1lDP8aBH9epGzyoF48D/FZeeWUbOuXYY481jEvaRF3VNsirxvik7X9SPrBhbHv37u1nA/OXX37ZdOrUyb9W6QljesMNN5hzzz3XgA2GeW4eUTfPHGOKAIERzRlnnGG9XVXabqnl3VyZPHmy+eSTT+x8REnBs+jmIooXPAew++gjMSp84IEHzLx582x4TIzyyO+eD4x7UdY01sQzilElhqfBxLsA4XWNNdYIXrbnf/zjH82bb75pf7w7MeDddNNNTZcuXSINHetU8J8LjBVCMoJoVOK91KxZM7PBBhtE3bbXeIdjmP3pp5/aeYkr9Y033ti0atXKbLnllnbcYwsXucEcIGTqs88+a407v/nmG2vYzZzYaKON7DynrSwS8w4Pl++++64VisGYdynzljHA0Jy2MGrGqNR9w7Jo29XBXHj11Vdt+4wLz0u7du1syNig8jFPgzy+VYTYcgmsoSWP/ro29KgIKAKKQJYIVGKQ5+jg/buqKH/abLiJGd13b9Ovm3plcNjosXEgAI912mmnWXnB9YhvPd6+guGF3D09KgJZIwDfC885ZcoUWzVyB16Zzz77bCsHHnHEEQVeNJB18RbB9UpTFvOfsLLt27evYzT41FNPZbYGgKzGZk7WhpBVSDynyCRvvPGGXdupFAstrwgoAoqAIqAIZIkA365yQ9bG0QGPsIoY4q3TrLkZ1nOQGd57sFnzV3XXSuPK63VFoFYQQLczatQoc8cdd/gksf7/zjvvWP7Ov5jzCXz41Vdfbb3WuaZ4zrIyyENXDJ+8dOlSV711uMB6dlLKmy7XNrIAY0DoWpfof8+ePVNtSo+jM41Bnn1Hip4LY7y33nrL94yHrEOUGjwoor/VpAgoAoqAIqAINAQE1CAvp1GCYcDoYujQodYQBBe/aRMLhxgKodyHGeN/EozoUUcdVbDYiuEDLnvxsFdqwoACL3MwsiSYKXYtE+7DpTz64eoOHmHOLrvsMruzAYMXmNG0CcOq1VZbzbp3DrqxduXpw3wxMsTFMsZKztDP3U86svOmc+fO1nARr3lpEu1VyyCvWuOTpt9p8jDOGJBi5OgS44eQgXFlFgljrQMOOMCwwI/XODBKSrTPs4YBX/fu3ZOyZnoP2lDuXSehelFSIOBEJYxDmd94Pvjwww8N7xJn2BvOj2DKe6ec90G4rlr7H7wwVAaDMFa8IxHAZs+ebb1m8q4EV94Hn332mTVaxHCR+YfQBqYYzvF+RlFVzCsD7ZEXI7Rw2w4naMAoYdy4cQVGWsw/vHFCC8Z4P/74o62DelwZ6MFTI4o2DDBLSbzPqJv5i7Eic4O66SuJ/vLjm4LRH88eniHLSdTLDrjp06db42lw5kdb7jnjO8IPLHi2MJTcf//9rQdM5nGlCaNKXOUTfoq5TvtuTMCRHx4wJ02aZBdHyI+Ru0vgUMr32JULH+nzrbfeattw93j++GYnGWW6vHpUBBQBRaAWEMjCIM/1g28Nyp8N19nA7NNnmBmsXhkcNHps4AjAZ6hBXgMfxAZOPus2rEXgHYIEn+02tMGDI/cGw9YiY2y99dYF3uLKhaDS+Q/PzDoPMpeTT5AVCC1FKC6+HVkl5CC8ZFwncqBLyAa0z/qAJkVAEVAEFAFFoJYQ4BuetUGe698vlvuFWWnFlUyz1dYye/bob0aKfLZusxbuth4VgZpHAB6UNWznSASC4RtZO0fHV60E/5qnQR76CvRR6BxcYgM/+gN4/riUN13BdqEFRxpBo0H0MIStJQJVUoqjs5hBHu9HHLdgjLdkyRJ/7Z85cPrpp1sduRrjJSGv9xQBRUARUARqDQE1yMtpRFgMZHfuSy+95DMMNIXnnu22286GRmUhEmMKjAowFHv//fd9owYWUTHQwIDDJRgRPD3BAGGEQIIJYWf0cccd57KlOlIXRmO4FnbGDDB71E+ITJfy6Ier2x1hzFBywGDD4EFbMMFcYdQBJhicgFk4cQ+PV+yKDifqxysejJ7rK3kog+cojBJ//etfm1VXXdWOw4IFCwwhcl1iEZeQMBjVrL766u5y7NFhS8gUl2CgGeOWLVu6S3WO5ZSrxvjUIbSCC+CPwdKNN95oa2EM8FaGUSjnlSbGbcSIEb4HRFcfdTOHMEjCGIf2gmPMfcaGMMnkyTuxa3+PPfawwlbQOIg52KZNG+ttjPmC8sUlnvXg/OU6Bk+UgX68ADIfeK57iCvxxpR4NngX0i/37gv3j/cpYY9R9mBYzLsXj3RhzFw58MQ4C7x5h2LsF5cw8mT+BMcjLi9eRvF2CM2MId4X8cwJLZTnelTCmIsQ2bxnojz9hcu49wV9pR3ei7zrkhLvMozi8Ohy8cUXl2QEC454asT4zxkVJrXl7oEzxra8azGkK9folb7dfvvtFk++mc7rpWsneGQu0E889LF4w649l7IyyAN/PBJuu+22rmq7UPLggw/acFn+RT1RBBQBRaCGEcjSIM91k3ew9cqwlnhl6KVeGRwuemy4CMADqUFewx2/hk45POd82VyIh3nmInIfxnnwoU5JB1+MZw2UVi6xtvPMM88UjSLg8scdK53/0IZxoNsESjvIJKy5ZC13g9Urr7xi19E4J0XhZW/oH0VAEVAEFAFFoJ4R4FuVl0Ge6xrfwZV+uaJZfdXVTJ/te5vR/fYxm6zfyt3WoyJQswiwDoyeBoMsl5jPrLujI2CdvhoJOvI0yEOXQzQfos+Q6CN9Y+07KeVNV7Bt5AE255900kn+ZdZ9JkyYUOA4xr8ZOImjM8kgj3cjuhXG/rXXXvN1O+gYTj31VLvWn5VjjwCpeqoIKAKKgCKgCOSKgBrk5QAvjAaec8aOHesbj2BscfTRR5vDDz/cGoG4xVMYDAxM+OHJ6fHHHzeEt8Xy/6CDDjKXX355AYUYdAwZMsSg9CfBpGFQQn7aSJtgpHD7jIEDiXoGDBhg7rnnHj9cbZ79cHTSBsYw/IKGdizSYlyDO2SM4WC4SNCNNzWwwuDmlltusTvFYQLpD16iwok27rzzTrP33nvbfmIYQl5wxJMRbVGeH+OAJy5CiN50001+VeRh7M4//3z/WtwJY1oND3nVGJ+4PpZ7HXwJLQwzTXLzDgGr0sTcYEwfeugh/7mj/h5ixIUb640lXA3PCLix+4jQnowzYTdJjD+KDHYk5cnU0z5CDAIEdJDWWmstG3YId+cY2TGHMODi+SesdDDsDiF28TKIVzfmJX0kUQYM8JqZJ/22sXr4gzEu3uNcyO4oEvB0SPruu+98bKPyBa/xbgF/xmTMmDHBW/45713mBoZvxRIGX7zLmF98A7744gt//IqVZTyvE48OQTfwUWWYQywGYCCHwM64hxNe4hDqnUAfvA+NzCPecWm91hH6mWco+J6mTpR9eKBzzxaGrm6+Btvk+cLw+corr7QGgcF7xc7pH55bMdrm/Uz/0yTwpH9BN/9ZGeTRPp4tCVPs8GcuESb7mGOOSUOe5lEEFAFFoN4RyMMgz3XqF8KfrCQe85qttuZ/vDIMV68MDhw9NigE+M6rQV6DGrJGRSzzb/z48ebaa6+1/YKn/u1vf+uHr+UieVCQIc+4RL4jjzzShq5118o5VjL/kU9Ztxo0aJDPLyO7YlyIzO7WxMqhK64McggbrfAa6BLy9f3331+2l3BXjx4VAUVAEVAEFIEsEeA7mbdBnqOXleNfimHer1Ze1fTYupsZ3X+k2bJNe3e7wR/Z7P5///d/dkM0GxRYi2VNkLVRPHgRKQTHF7WQGHfoW7x4sXn99detzgvdV9u2ba2TDKcDC9IKf4OnZKJkEVmKtVHWIw855JBgtkZ3znouuLBR3iXwwTM0zh4Y37yTW4PH+Mwl+OwsQtYyFwjFymYbzknwyt26dbMb9l17Ucc86Qq3B214x8OphkvQiU7aefB218PHODrjDPJoC70vOr5XX33VlyEYd5wS8MM5hSZFQBFQBBQBRaChIaAGeTmMGEZH/fv3t257qR4mbfTo0dY7UBLDwGInBhQY4mCYhyEBXrSCCaYEAaNv377+ZQQMDNMIqZg2scsChtZ554KpwRgPozyX8uwHbdCX5557znrpw+OSSxhMEL6EhVu849G/YIKRAyuMZMCKRV4Mrg499NBIQwjaYUEWRg6X1hj6MQ60EyXkkB8jFsIDO09utI8BFJ6uYIqTEuWrYZCX9/gk9bHcexigYbyD4EjKSlEA5iyyDx8+3PdixthOnTrVCqd4HAuPNc8aRkZ4VGPuk5hrGMAR6iaPBJ0YIyI4OsMyFAQoJFgYCBrSkZfn4pFHHrHGpPxPIg87wbL2KJBHf7Osk2eehQeMjxHIwWPRokW+coq2mE+8H1xiRxlGdnjBxJiPdwZ1YKDLmDtMyY9R3nViDBd8B7p6yEeoXBZLWPgIluMdevzxx7us1qDyrrvusgbVGKe5vNCGNzXe6YTBJqzwG2+8YT1GusLMUd59KN3ikhNk8YrqniPyUj87x3jPIcjznNE2xolPPvmkVcaFvWYg/M6YMSOuKf869RAWK7x4xXOFcMx72hmGMk4slNA3jAbni0cPhwF58MCKsWLaRRPqQ+l40UUX2fe9I4q6+M7usMMO1sgX42rmBt5CMMz+8ssvXdaCY5YGebzPWIz4+OOPbRuMAd+XOXPmFLSp/ygCioAiUKsI5GmQ5/rM+9p5ZdhdvDLs129v8cqwsbutR0Wg5hGAF1GDvJofpkZLILw8yi63yQZ5lagGQYUYvDZyCp7ogglZiCgM8L/lpkrmP2XZlIp87RLyzgUXXGBlcHctyyOyEvUHI0jAo7Nh5rzzzsuyKa1LEVAEFAFFQBGoCAG+39UyyAsS+ssVJNrKSquYLu23EdlsH7P9ll2CtxvUObqR66+/3n7jWeN30TTgQUjwHay7wwuxMZkoJq1bt66XPsKjoC9igz7ev1ijZl0ReZlNCmx0ZjM4m6/RG3z00UfmgQcesGu6rHWixyA/fWPusK4Kn9eYE+OLE48pU6YUdBOsiDJD+FrW2cEwr+TW4fMwyKPu2bNnF/DFzNk0YXnzpCsKS+Zfu3btrH7E3WeTPnquzTbbzF2qc4yjM8ogj3mNsSo6brxeB59jeHmenSTdep3G9YIioAgoAoqAIlBDCKhBXg6DAbOIJyGs+UkwUnfffXdJXoFgckgIDeGEAQi7e1h0JcF0EgZw3rx54ayR/8MIsXuaHQUkyrPIy64cGCmXqtEPjCmctzTaxejtmmuusUYxQVocTVFHdgkhdNGvuJCwGIh88803plWrVtZ4JKqe4DUYQHZ4sKjtjBZZyMVIcO7cucGsdc4pWy2DvDznWZ2OZXABIzQMn8CIxLOB5ys3F8ttAq9dhKfECIjEWB1wwAHWk1zQyC1cP3RgnLqrhJdmpw/PAkIEz1ba+ReuM+l/BAlC6mKwRXLKAQStsOGpq4f5R19uu+02vwzGp4QcbWqJZ5zFB478MKrD2DmcmFdjxTvdySefbA3fwNbhS3nmC2MwadIk3+MbY8/CB2Gvo+YM7fFOdMKga5M5TShyl6iHXYrOaJDreIYjXCvzjEUgFg4Ye+jAWNAZymGkh+fPVvKeikrMV4yY99xzT2toRx7a4z3AAgU7PqmfvlI/Cbr5nkAPymSM5FzCmyKGdrz/iyW+Z7QDBiTaZTELA3HOg4k2wRmDaTxO7rPPPr4xHWOD4SxG5MUS9fDtZCyDnvnAE0UbBnlgyY96aZMFLWjFSNJ5kg22Az7unR68Xs45WPAtBkOSw+TRRx8tpzotowgoAopA1RGohkGe6xRfisbslYF+ogBiIwUbeFCg4N2Xb3KteWaAn8jCKwM8PTxpY0/wfg3RIA/5F77SJeYivGI4IUfjmYFNKygH4Q+Zs2xCg/fTVH8IwAuzQXDcuHFWfobXZFxY94H3DSbWRJCH3RoR9xhzZMhgqK9gmTTnlcx/eOVOnTrZTTOuLRTOhKvt2LGju5TpkfcbCrztttvOrxfcoANltiZFQBFQBBQBRaBWEOCbVR8Gea7/KwifsIoY5nVo3c7sJx7zdt1mZ/M/vyjkL1zeWjzCwx544IHWCQMblsEzKaFjg8dlE+/OO++clDXze0TYQJ7AeJDz8NqyaxDeDQcd6CbYGM76JWu6rHWGE/2Bd2ctuTEnxpn1Z/SWwcS6NxvFMRJjfbiHREiC34vSpQbLlXoOP55HyFrm6zvvvGONL9n87xL6KGSzYnJYXnQ5OsJH+HpkkmBEMfh6DArTOBYIGzRGGeTh2ABjPGTYoP6BaFtPPPGE1RuH6dL/FQFFQBFQBBSBBoOAfPw1ZYyAeLXyhClECrA/YU48WfzLrBVh2j0JZenXTztiZOCJUUCqNoSR94Sx98vLYq4nO4TqlM2zH/RBhBCPth1OnEtIQk8Wk+vQUuyCMKEedcYl7iXdjyonwo4nxlM+fdApCgpPDEOisvvXoEWMVArKMQdEMefniToptVye4xNFX6XX6J8IGgW4MOZXXXVVRVUzrhJK2J9LsuDuyQK/JwaYqeqlfHC8xLjHE0VqqrKlZhIPB57s5PExYF6Ih4PEasBt3rx5fhn6J2GXPRFMEss19puMm4Tc9nFx7xHevRKyyRNDOQ/s4pIsanhiOOXJYoxfhyx8eLJAElck8jpj6toOHxkr8YrniRe5yPca9IlXN092P3riqc6TkLiJ7ylR9HtiwOe35+aCCOqR9QcJpi2eCfFy55cHKxGmg9liz8XYzROvEp4YH9ry4pHOE2O72PzuBu9z3vXBb6IYPHpi+OiyxB5l0cXbcMMNfXrpL/0XI+7E/jI3KDtw4EC/rBsbvpVZJTARI0u/Dejr0qVLVtVrPYqAIqAI5I7Av7x/ee9/utRrOaBdVX+bDenkbb1vN+/gs4/0nn+t+PcgdyAqbIDvgWwosvIVsoIsonvwFHz7+HEO/ycG5Z4YqdvvfYVNllUcXgCeF95knXXWsXINdMmGKHsuyhz7XZPFbstDiRLIEw+13l577WW/x9AvSg+bn3LiXaIsOhpaIXhu2Y3vf+/hKfjmywaJ3LvCmImnd082nfk/cJfNB4ltU048JNtxZU6K8aQnSh2/DPdZn5DNZnYuyGYST5R/Hjwa82H11Ve31+kjfGbaFEWveEf2mFNpkygW/b7Sb8qLEqygOO3IJhVPvMT5eemfbPIqyJf2H+qTCAUWI9rkR33M//pMYV4T2Vk2ZUWSBP8rG93qzFOe30pSufMfTMWLtIe86/hwjrxnWGfJM7Few7sq2C7vZTGSzrNZrVsRUAQUAUVAESgJAb6V731SfVksLPu13mtLr+PI7b1Rkw/wPv7yk5L6UF+ZZXORJ0Z1Hmv4we89PDrrlf369fPEQKtgzZd83IfHY12xWon1Z9YOJbpIAa3w3KxxSrjaOv0I6stc/8TQzINnl4golmeHx5on+oLGnuBxkVvot8MieAQHZFPuM7bDhg377wPWAABAAElEQVSzPDxl4KUrTbR/xRVXFLSNjC8RUiqqGr2ebLSxc9L1h3plw1uibsA1mhddrv7wEZngwgsvrIODRJ4KZy34P47Oww8/vCCfGCXaZzosO4ANz444PynIr/8oAoqAIqAIKAINDQF2j2jKGAEM3ljMdswUTLSE6ci0FfF2VCBUwLDtv//+RdtA2IOBCTL20CpewuqUzbMfLMLK7gYfI7BCMSShWOrQUV8XYBjDi9oo1GRHTiJJYBw08KJvMJNZG+TlOT6JHSzzJrjMnz+/YMyZh+LlrMwa/10MgyjmTvB5k906icZY4QYRjlHoUAfPkoS4CWep+H/6j+II4d/RirIrjXAoHi4KyrHgUGw+VUxwjVfA8xk2yANbFjlkZ2Qq6nmGrrzySn88GBcWN959991U5ckUZ5AHLSgxJXRqovEk/UAIR3HEHIlL5EMZGXx3O4GUe2kS9fP+YtHHzUEWLTAYTJOgEUUWzzHfjDRzl3rFU57Xs2dPv036IB4DE5ukTxhHBp8XFGkSrjkRT1cpfWUcwws2WRrksRjBGDssoZWFNE2KgCKgCDQUBOrLIM8pgTYd3NHbauQO3r6nHug9+uKT3v/7Z8PbbOAMwOHpgt8s920IH1GksLGCb2k1k3hi8CR0pDXMCvISYfqQdeCFxNOW5a/hGcKKLleG6yycN/ZUrkFSFrjAzyBXMrfcjzEqJge4cm6sOGKYR4IvQwGCgWXc2Lpy3Ge+YqyWJrl2Ha0ckYPFa3Ga4r4haLA88xXlTzixUQWDuWBe5mupm72gWTzje61atfLrQh4cMmRIapkiTFsW/0MXm9mCY8S6DbJFVCK/hC0rkBUYRzCpxBCt3PkPL3/HHXf4fDK0MFYox/NOyCjixbqgbeZRpesOedOt9SsCioAioAg0LQQsD1IDBnn/lc228i6dW9mm+WqMIN95NuAGDXfgMSTMq904LF62PPRmrKVjuAc/IuFNfb4APm/LLbe0PHHe9MJHSUQTu0HL8dfIWuecc47dYIMsyeZpNkJJpA+7scvlg07xbm03crPJgb7AB/LjnHVZ+PqmkBhz9JnrrruuP44Op+CReYC8Df+LrCORcCyurCXzvJWT4GmzNMiDDtbmWU8Oz2EMCuN4/TDtWdMVrj/8P+2J5+0C/JmjEgUnnLXg/zg6gwZ5PAc8v0E8wuPaoUOHmtIbF3RS/1EEFAFFQBFQBFIgoAZ5KUAqNQtMorhILmBQYBhZTM8qwdCzAzzInKAIgiFPSpSTEI9+ORgnvMDBHIVTXv1wjGeQyYIOjKDKZY7DtGfxfxSjCc3FxpE+VMMgL6/xyQK7qDrA5f777/fnHnMXPCtRSFLnAw88YBf33bOAAU5agyxHJ88FO5CoA+EtDy9XzKegUoJ2MEpNkzBgZYef6yO4YdzXlBN4hg3yyplPGMN17tzZx5Z3URrjZod9nEEe7+NSDPtcfXFHnneETzcHoHPy5Mkle5jACBHvPMF6Tj/99LhmI69DSynvap4vvBYG25QwzJF1u4ssKgUNbemvhBhObQRIPTw3LGi5djlmbZC37777FtS//vrruy7oURFQBBSBmkegvg3ynPLHemXYZ3tv5OT9G4xXBgaXxfJyPTNg/FMtzwwYLmEYH/bKgFE+XhkkzE+B0Q/fyyijvabqlQE+pj495GUlV+IxDOXkgAEDLD8U5I/goYP/B8+RWfDKl0Y5FCUHM5eQ19IkyqOQDLZP+QsuuCCyOHz8scceW5AfWRDvgGkTGwJ32GEH35sz/ZVwp6n6m7aNcvIh60ydOtXvG3ShfOZ6XILP550Uxi/KoDGujvD1cuc/dDJuQVrg5/FakneCZrw/BttmHhXbEJQ3XVq/IqAIKAKKgCIQRAC+pxY85CGTbbxnB2/CWUd6n32d7IU5SH99nMNfYGAf3LDAN57ITxjgwQOEE5E7MF4L8gaUv+yyy8JZM/2f8WUDdNBrLxuN2egSNqQjLxuoMHiC53M8DPJatWTGTDufQ2Xwua+88oo1pnT4FDvCeyIDY5y3xx57eAsWLCiZMuZcFgZ5jDF626OOOsqudwfnMP2AxmeeeSb1entWdKUFhPYwigxizlzFkC4pxdHpDPKQTyUkcYHRKm0Enxv+Z1PaYYcdltSU3lMEFAFFQBFQBGoaATXIy2F4YDQIoRlmUNgBM3jwYO+WW27xCMVSSYKJW7p0acHOGQQQQgomJXbdEI7G0cbie5zL37z6Qb0shjoaOEJHKeFwkvqY1T0wJkRQkE4wvvPOOxOboFxWihNwifOAkNf4JHaugpvQG2VAlSbsZVyzCNoY6bgxQtDCQAZhG0Et7Q9F5d133+3XgzEV45hloj68QzhaEVq23nrrVE1gABXcBca8aOoCedR8QlhjLEtJjEvYUBSswTxNijLIYx6ecMIJiQqzNHW7PND4xhtvFCjHUYrzDSg1gdvNN9/sz0NoxUAvr0R7eM8JfhOZ+7jlj0v0l+9ScBEKQzd2zJWSosY2a4O8gw8+2MeSZ5tdmJoUAUVAEWgoCNSKQZ4zzNt08Fbe7Dtr3ysD4wsPGrWrPeiZAR4BxRCGTMgPYc8MW2yxRR1lTNZzh+8wHhhYwHY8KOFL03hl4Dvcu3fvJu+VgbFuDAZ5eFfDoAvlD2OLF0RkM7zDEQIXXvOGG27wunfv7s8VN2eQPeJCpQbnLLxXWA5Gfs7LII+2v//+e2/vvff2aaZvGBCm2RgDv4/sSP/oK2UxlsUzHX2pz4Qc6zy4Qxs4so6UlHjew+ss9CmtzBlVd7nzn3LBDTn0AbnjkEMOiWom02u0feCBB/pzwrU9ZcqUTNvRyhQBRUARUAQUgUoQgNeob4O8NoM6eoedd4z30pIF3vc//sn757/iDf8r6WtWZdmMgQzFt9193w866KCiMhVYo1+BR6Qc/FHbtm1LXkMupR/wmXhcdrTCy7FpmM3DcYnIJEG+Ft7JGS7FlWlK1+HxkK1ZY95www19bB3GSUdkIDZ+T58+vSTI4K+jDPKQkx999NHYHzIREZyI/jJmzBi7Ds7adniTHDS3aNHCroOn1UXQgTi6Kg2lGwcOzxAGpkGMeY7wQpiU4ujEuI71kj59+hSsVTDnwevpp5+ugxVr7g8//HBSc3pPEVAEFAFFQBGoWQSWgzL5kGrKGAFRvhhhzMzixYsLahbmzwjjZcSYwojRhxGvBEbcZBvZlW3EW5YR5rwgf9I/wqSZsWPHGlmYtdmECTKbbbaZWbJkiZFF5TpFhXEywkCaiRMnYohpyC8el4zsDjHQFZXy6IcwYka89Jlbb73Vb1J2/BjZnR5Jt5+pyidgJF7IzE477eS3zPhAt+zs9q+FTygnxiRm9913928xHh988IFp2bKlfy18Uk65PMYnTFdW/zP/xBDIiGDgVwkuL774ohEPZf61Uk5EEDPivt3MmzfPL8bzJQZ1/v9pT0TpYUQQsNlFaWlEwDNiRJu2eNF8jK8YUBlRrPh5oZMxjHpe/UxyIruFTPPmzQ0YkkQAMWKcZN8j9kIT/AMWc+fONeLh0/ae95l4hDDicbFkNGRnohGh3EjoYluW8X/22WeNeEosWhfvLVFsF+QTAduIkGrHrOBGmf/QVwnJZSTUnK2BvkpoXiOCvxFBtaRamYd8I/jukKiL5092GZZUTzCzeKS05RcuXGhEoWvE8NvOa+YozxTfKjGSNbLb0xajTb53L7/8crAa/5xvhHiANTNmzPDzi9GDEaNZS6+fscgJfZVdsAXvXTHI88e5SPGit8N0UoBvqSwQxn5Ti1aqGRQBRUARqCICnugxln62zPQ6dEAVW41uiu/Zbtv1NKcecJxZv/n60Zlq5CrfFzHmNxKexYhCxVKFjDB16lQjxiZGNgjUkengM/kuHnHEEUa8Otgy8BuzZs0yYtydS8+gUzZwGDESNGK0ZNtABn3ooYdM165djRho+e2Sl+/XI488YkQJZGVFbpJHQvz4fINfoAmd8L0XRYoRzxt+r+FlxLjN3Hvvvf61PE4Yl6zkSmhmzsGXycYII8Z4loeFd+Ee/CbzGX5NFH9GjEj9LnEfvhi5LSlF0cuzAU7ilSKpqL1HeVGWmk022cTPS3lRnBnZhOVfC5/I5g8rE8hmOnuL98m2225rfve739Xh011Z+iubGe3YwqeSJKyvEeNBI8aKJfPYrt4sjuAgXv7segLzjySe/4x4D7RyYFIb4nnDiLLZ8t4uH8+9KLVSyTaujDuWO/8pN2HCBHPNNde4qiymJ598csGz5N/M8IS2TznlFHPuuef6tTInxo8fb8Qbjn9NTxQBRUARUAQUgfpEgO/9ByKL9Z5YfVls5RVXMnt238OM3H2YabnuRmblFVc2/ys8Vy0nvu8zZ840sgHacA5/2rFjR7s2Kt7FipJOmSeeeMLX18AfIZf17du3aNlyMrAeih6INWcSfDh6QvFOHlsdc4J1bdZ8SfRxo402svoEeGJN/0aA9XvWoiX0qx1/8Tpoz8GvWEIXg/w9bdq0OjJ7VFlkhquvvtrytcH7zJ+gPB28584pi+4q+HP3ODK+jDVr/uh0mSNpUxRd8Luy2chcf/31aatJnQ9sZQOXfeZcIeiHbtnM5C7VOcbROWrUKKszQLeBfEqCfnEaYGSDkdWfI6vJxji/Ttr7zW9+Y8STYKyM52fWE0VAEVAEFAFFoMYQUIO8nAYEJkV2m5u99torlimBkYbR4gcThxEHShzZBWDEhXVRymhDvIuZHXfc0c/LgjoL3lHCBMwfBiuUIdE+jI0z8vArCZzk0Q/ogNmEeSKlYd4CJOV+iqCEkRQ/aAziA2a1ZJCXx/jkBTAMuHhdMOPGjfObwBANoxwJ8exfK+WEuYRh0dtvv11KsaJ5oQsFZpKQXLSSiAwoY1kkQOFJ4tkXz5CmTZs2Ebn/fYkxRhGK4ozE84KC6aWXXvp3hib6l/kUNsjr37+/VaKVCgnzCAMxxpzEc37ddddZIbZYXWGDPKfsufTSS+1YFSuf5j6LRhJS2Vx55ZU2O3MAY2rmQTkJpaMz5KY8hgMsFFFv2oRin28NY7Bo0SKr9EOABkvGhh90cwwn2ilmkIcBHgYDJDBFAMfQodSEMSsKTJeyNMijbyjoJeSvq94+0xgkgqkmRUARUARqHYFaMMhb/n+XN7tv38vs128fs3nLTc2vVlnV/GK50ozNq42zeC6wBjssSJP4TkkodiNhIRMX5eHpMBRHDmKTBt9DFrBRzKSR/UrtJ99hNi7cddddPp3HHHOMVT7ELfaj3KAvEi7JLwMPIt7RSm2+0eQHx8ZgkMeAMOfEU6M1VGvVqlUk78c8RQ5m01NwcyFzFKVXcHNReJApGzYghK/O2yCPdpctW2YkHK+VraCLOc7/zOXwfCc/RrUorJySlPWYG2+80Ug4s6KbpcL9zvp/5px4eLPyCHXzjmGNCOO2Yvw6/Lh4YymQiSiPkSVK7FJTufOfctBx3333+U1CB4ZyQd7Zv5nhCW1PnjzZiCdQv1balmgVBYam/k09UQQUAUVAEVAE6gEB+JFqG+StvupqZnivQWZ478GmRbMW1hDvf+Qb2RAS65as07MRg8TaPWu3I0eOLMofuf4h6+Ac4/3337drv8hGQQN+l6/SI2PLWj5OHjgnsU7IBq1im/Lhw9mU78rBo4rn54LNxpXS11jKw/eyxs0PORs9HnpPHGywYTwu4ehAPDnbX1wed5213yiDPHe/nCP8PMak8Oesf7MpCF61lBRFF3XkaZDH5ic2+7lEP3Ayg1ODuBRFJ3lxqIEOwW1whHZkB5zJgAcJ3QO6Hp4ll5DrWK/QTTYOET0qAoqAIqAINBgEhLnTlBMCwlTYsJLigQDOu+hPGA+PUJm9evXyZPdzKqoIzyjMvV83dYjipU5ZYX5sGBphWvy8hK796quv6uQNX8i6H8IsF4RsEubNkwX/cLO5/4+La8KUyqKwJzv2PTEQ8TbeeGMbGlQEH0+MOArC+zKGolDw7rjjjkTawDocqkeErdjQs66ycstlPT6OnqyPsjBusQs+C+AiTHvZTeHmXQzc/DkdrLuSc+gSb19l0xVXkLEiPKijjedVDD7jstvrlBk6dGhBmSOPPDKxTFO4yXwKhkDmPSJKt7K6DsbBkAA85+KdLVVdsiDkjw3jStnZs2enKps2E/TxjnLzhiNzVBSjZf+CdfFdSPMtgF7CQ5x55pme7PK03ysxAi+gK1hv3DljJcaEsd3nG0FoLVceTMWYIDZ/0g1ZyPLrob6sQ9by/XB0cgRLUewmkaT3FAFFQBGoGQTqM2Ttb4Z19k68ZIr3+vtLvD/99IP3D/nWNYQE/0GIHL5NvPf5psliuifG2KnIp3xQTuA7Kl68UpUtNRM8ingh979T8A5vvvlmYjXII/PmzfPL0D/xymBD9CYWbMQ34cMaQ8ha5ivz9vLLL7chjpKGjD6L0ZQ/DyjL/BFju6RiNsxrcH67NvMMWesI4tmSTSLeeuut59MNryyKVpfFHpnjYljoETIK+hyNhK8SZV5B3vr6B/5VlLY+fWBPSKw0CRwIj+X65o7gIkroNFUU5Cl3/lMuGKYNOpB9qxF2jbbF80kBBrSNvKdJEVAEFAFFQBGoFQTgSaoRsrbVgHbedmN38Wbeeqn30ZefeD/9/FPNh6YNjxH8jWymsLKX423QB4iXtHDWxP/hEWSzkeURkHO22267xPzl3oTe8Jp10jposB3ZzO9tsMEGPh/DOqMYmAWz6HkEAowtIX9l47wNayvepq0cEKc3gtdOo5NiLMMha90cTHtkrkkUJrsWjmyCbCTGmRWFTI6iC343r5C1tCeb8v156Xh72fASMRr/vRRFZxg36BbDRA8ZKJh4R4ojD088ERa0S+jaBx98MJhVzxUBRUARUAQUgZpHQD3kCQeQZxKmw3oemichNfGagFcrmRWJTQqjbT1mCWNREK4lqpAwJnbXN25+XRJDO+uVj5C4LpEP70Iu1I4wOjZs7Jw5c1LtIsqyH8Ig2x1N7EYiCVNqPUXgXjrvxK4LPDrhKYIdM+yg4Ro7augjOCWNjygxaspDnsMry/FxdWZ9BFfcUPfp08evWpQLhnkeDO/r30xxwlxqJd4dPv/8c5ub8bngggus++oUxWOzMCcJy8SzlGUCA7ypUDfe8kjsyiIUpxji1mmK+YhHRnb+uPw814SLwmV9U05gE/aQRygsvF2Umnh+jjvuOPuOpizvx7TeG8Ie8pjTooi077RS6YjLzzxnfrgwXHH5yr3Obkv6gfe4uMTcJQwv3joIv413oKh3JR4gcR/Pbk7O8U7HEa9xYshnq+f5SvKQR3/x3kJYLhKY8u0UIz37fyl/8vSQx7wh7BaeZl3i+w02HDUpAoqAIlDrCNSHhzznlWFYr8Fm3bUbllcGxpPvJd8555kB3pOQMKV4ZpANVXZHPLIQPAeeGYLfkizmDd9oZB08LLvvNeF58LjAdzUp8e3k2+3K4YEdz++EXGqKie99Y/GQh9wBfxX0Hhw1pow9Hia6d+/u32aui6GXDWnsXwydUK4+POQ5MuAhCc1KlALnkZw+E/KW8KkkeFLkUbz/QS/PIPdkM4711ODqqq8jMg7vFOQ/6INv5tkjFBQ8e5qEBxnC/hJ+2CV4Uzxky0YvdynVsdz5T7nDDjvMiAGo3w5Y867EE2GeibZpRzZS+s3QdlP39umDoSeKgCKgCCgCNYEA3/k8PeRZHmLdjczoviNM/259zGqrrGZW+uWKqfRANQFQgAi+7ccee6zv7ZfvOrqwq666qqT+wGfJZijriYvq8VoH3wRWWSbXDt6aSdTPmuaCBQuKNoOOCt5PHEnYvPBwlCNCkKb0CCAXIHfD+0+ZMqUgUgy1MCZ4e0N2YT7FJcYy7CGPsm3btrU6m7hy7joyFHI444gcDj/PDxm7khRFF/3Iy0Me7eG9Dn7aJdobP358ore6KDpdeY7UgWx2nXi7ZA0inNDbolM/8cQT/Vvgj94Az3xi6Ohf1xNFQBFQBBQBRaCmERDmX1MVEGC3NTsfxBjHEybO7gwWBUmB1wKZKL61vzBrXu/evVN5I2A3EJ7dXHnKhj00sbtGwmL6eYQBTLULJAxNFv3A+5G4M/ZpESbKkwXjcFOZ/i/Mn919grdCdsAkeXVaZ511rKeLHj16eNtvv71PJ/iCba15yAsClcX4BOvL8pwxEBfTdfBkd025ibkk4W79OhkfCeXj4Tmv0h/05pF4FmXRwKeZecWck7A6nrhXt02K0OiJ0sWbOHFigXcE+idGtEW9WuRBd63VKYsxdXYbVuIhTxR3/piAsxh2pupy2EMe71YxEE1VNm0m5kPYw0SLFi08Ef4r/uGJDk8/SfOde2IE6rVq1cr3COS+N3ge6dmzpzd16lRPjKrtLkR2tLEjUZSA1qMeOxTxqOLK8M5P2hka9VyzE7achMci1y7HrD3k4a0yWL8sqpRDppZRBBQBRaBeEKimh7wuY3p4M29puF4ZGCC+h+xm5zvm3v141K7UM4Ns1Mh8/OGTkFkcndCMN/A0CR466JUB3qYpe2WAD2sMHvKYA3geSOL53PwgD94U3fzhCH98ySWXuCyRR8rVl4c8RxCylmxosh79HP14pIAXRVaWkLQ+Pwsmffv2tXyrK1/fR/hg1iEc7aKk8kQBXRJZ1BGWN+nrwIEDS6qHzOXOf95BUc9Nv379Sqah1AL0n6gTDkOO4CiGtaVWpfkVAUVAEVAEFIHcEIBvysNDXquB7b1+Rw7xbv2/ud43f/zW+/mvf8mtD9WqmG+7GE8VfNsl5KWNciQb10s6rrXWWn496IfCXrmy6JMd2/fe89uBF0EfRT+KJfSH8C2OjyHCFTyspvIQYCwY43HjxvmYOmxZI54/f35ixfC0YQ958NXoo7iX5pfYQJk3o+hi3uTlIY+5KxuGCjBEPpw5c2ZiD6LodPhDL/rvYlF7JHRtQYQ4yrNGcdBBByW2rTcVAUVAEVAEFIFaQoBdt5qqiABMCGFmMVSAGfzss89sKD6MLWBiHEPCEUOHNOFdqPOss87yy8IUEsbWJRhP2Snu1899FDIoW8pNlfQjyrgEI4a8wvzRHvisueaaPgbgCw4tJewizOSsWbO8hx56yHv33XctE4gRBwIQIaSCY8IY1bJBnhvPSsbH1ZH1kXm4ZMmSOnhiYFZuYmz79+/v1wkjP2nSpHKrq0o5QgWJZxWfZjcXcb+NYd6mm25qDWxlV5A1HnLzj74R7pb3hybPCrzluv8P44dQ2bp1a39MeM7Fg0Q4W+T/YYM83mU8f1km5rl4mPDpYy6I1wcbHo93VSU/3nMYzCUl5lznzp0LDBAQfAkFRcgv8aRj399x3xSefRY43Fzm3VvMIE+8Zvr5GY9zzz03icTIe7SLa3vXLsesDfJGjx5dUD/PsCZFQBFQBBoKAnkb5LUa0N7beUIf7+p7r/O++PZL789/+TmVMVCt4sf3GD7TfVf4HssOdKsgwQgo7Y/vqnhH9uuRHfOZ48I3kDAujla+vRjhp0nwRSi2XFm++a+99lqaoo0yD+MeZViEcVveiXEMG7gxHh999FFi01HlmK/i2TexnLtJ+aVLl/pzgLkAP1ZM4RLVLuXSrGnQNuXFg1+ddtNulHH0I29Rxs1h5j+hl5H73cY8rm211VZ2PcaVq+8j/X/77bd9GqGf8V64cGFJpFEPmLv+uyMhrN0GsLQVljv/kYcuvvjiAhrAXLxZpG267Hy8w9jw6frNkXl42WWXlV2nFlQEFAFFQBFQBLJGgO91lgZ5GOINO3E/74FnHvb+8KfvvL/+rfEYcbHeGF5LD37nyz0Xr2V2E0rWY0t9yHyE1nS0wYNKxJHEppgThFF1ZeCd8gqrm0hII7wpHgft2rbDliPyEevtSQmeNsogL61snVR3Jfei6KI/eRnk8Qxuttlm/twEP54fnM8kpSg6Kcvc7t69u/fFF18UXQvhuZCoPQXPE3Ug29x3331Jzes9RUARUAQUAUWgZhBQg7waGAqUNxg0zBHDJIxyYCj4wURhqJcm4ZGJHTOuLEYHEgbJFg0rj1iMvPTSS9NUW1KetP2AEZOwTD6t0MxCM4YdWSfawiMhDJrDBoYPD30owiTclMcuCxbtYSxh8FziXEL1+OUoD3YNwSDP9SF4TDs+wTJZn3/yySd18MQYstzE+E6bNs2vk7Flx1ytJujFgx/ziPmEAtbNS3ekD/zc/xwR4FEq4XVM078RAMugQR44sduQ66UmjKPdmFBPKe+jsEEehtRZJ/p0ww03FMwJDL8kFFfWTdWpj7YlbJbFxM1J+ojnEQzL0+DNu7QUgzy+WUcddZTfX76FY8aMqUNbsQvQxvPm6OaYpUEeyj68fLj6eW47duxYjCy9rwgoAopAzSCQl0EeyqC+Rw5uVF4ZGDTe+3l4ZmAhO2vPDHx7kQXdN4ojfCd9KJaghW+vKwsf2pS9MpRrkFQM5zT3GcesDPLgdYt5uHM00W6UYZyEC3JZIo9R9NJutQ3yIA4+WcJB+/MYPg0e1s1rvECiQILmWknwrhJSy6cRmtlAyAYTlFCl/FDmBpXA9JuxwDN2Kanc+Q+uUUaBjAGbifJMbHoNynb0HfnukUceybNZrVsRUAQUAUVAESgJAb6VWRjkbbxnB2/c6Yd48xY+4333wx+9v/39byXR0RAyo7Nh47rj47I6IoeVuvEhLV7IXXvvvbdPM7zJ0UcfnVicMsEIKZQhMoemyhGAz37hhRcKdC7w2jhGSEqUa+oGebyrli1bVsBfgx0bYIqtLyThx0ahtLIY74AZM2b4zxPvAGjASDBv2SJpfug9RUARUAQUAUUgLQJqkJcWqSrkw0vREUcc4TMWMBWEok2TYH7wVuQEEhj2c845xxbFECsY0paQLRgA5pWK9QNGa/HixT6t0IzSh5CdWSf6GQy5RDt4soBRA5ekBJ2NySDP9bXY+Lh8eRwxfnRzlCPz9Oyzzy67KcbolVdeKagTZWMxrxFlN1hhQZ5Twnu6vt95550eoTi7y44gnvcgNpyzMLDbbrtZJUwxL2YVktbgiiPQhQ3yyllIoZ6gsRvjgLe8YgKlA6waBnm0hft2vO+5OYJS6aabbnJk5HZECTd+/Hi/Xd6hhx9+eEmKeZ7TUgzyyB9W4G244YbWALCUjkI773uHGcesDfIIM+jqZ+7g2U+TIqAIKAINBYGsDfL+7ZVhtHhl+F2j88rAmMIb5OGZgW864UGzThjRBQ1y4JPchq24tvgGh70y5BFSN679WrxerkFSFn1hPLI0yEP2SJNot6Eb5NFPNjMNHz7c59Ucz8Zz8cQTT9hwrGnwqFYentmg127oRV4mNHY5v7B8yf94BWR806ZK5j+euJ1HQoc97zuiEOSV6Nu9995bZ8zZ+MpahCZFQBFQBBQBRaBWEOCbVYlBXptBHb0jZhznvfzmQu/7H//k/V1klcaaMMZZb731/O87/BEb/B999NGKfo899ljJa41pMWZ80X8F13JxpkGbUYn16RtvvLEgP17LP/7446jseq0MBPBaiMdBx5dyZLNI0uazJIOyMkjIrEgUXazZ5+EhD3kA/V0QN9o68MADi/Ynjs4JEyaUJJPQEI4BwhskkS0IR6xJEVAEFAFFQBGodQTUIK+GRghGnYXhIHMDU5jGMISyhBJCIKE8i62dOnWyjA07qmGSuM4Rwz3y55XS9AMGeIsttijoa/PmzT08/WWVoOPJJ58sMHRiITZtG5RHSAqOB/g2VA95Dtc04+PyZn1EgMYg1GHKfCzmGrwYDcyloHKUOvMQPorRkeY+RnUYBNF/lBM//PCDNQzFEwkKUpQTeJ6YPn26NbYiZBFGpQg+mgoRQKALG+Qx9qUKYRjnBg2WqaOU3YfVMsjjO7DXXnv5z457x5fjUYd3AB4i8ObGbjbCsMUl2sUo1D2zvAPTKnNdne5d7OqA9qSQtZRDgRp8VyBgn3766a7KokfaxOvJyiuv7NNO+1kb5LVq1cqvn7kzduzYorRpBkVAEVAEagWBrAzyfK8MCxqvVwbGLC/PDHzj8vDMAP+4zz77FHyninlloMzQoUMLypTCF9XK3M6SDjBpDCFr4eHy9lQH/xU2IKxGu0njTXiqIL8GPXhY53mupQR2KJWhz/HMeRxRCuMdJG2qZP6Dcbdu3Qr6A7+cx0ZM1x/oPf744wvaRPZgAxwYa1IEFAFFQBFQBGoFAb5L5RjktRu+jXfS7KneGx+85f3ppx+axJoxPAWbChxvhPx07bXXWn6Oe5X88uQPMPQaOXKkTzf0E/EEXgjvYCTWXd955x3v0EMPtZFfgn2cI9G0WP/WlA0C8ImHHHJIwXiwaW2ZeH+LS1EGZfCWTSlkLZ7Hg/IUcxTc0sgUUfghD7DZv9TEs4r+Oxxxishod911V6nVaX5FQBFQBBQBRaCqCKhBXlXhTm4MpgJljGO8Ye7atGmTXChwFya/b9++fnmM+d577z3vzDPP9K/lpfAJkGEXOov1A2YMwcn1lSOLz4SVKTeFwzfSRjBcIXhifJJW0AqXdzQ2BoO8YuNT7hgUK4eQudNOO/njzphg7FNJYpwISxycSxheYoxZbkraGVVuncy7ZSLgOToRXL744gu/Ou6zgIDRHj9ooG+aohEAm7BBHtiy23Dp0qXRhUJXEcQxCEUQdOOCEPfBBx+Ecsb/Wy2DPObHggULrMDraGUO9enTx/vpp5/iCYy4g7c9XLrTb55BBNk4jxFgxKKQa5P39BlnnBFRa/wlxirshbCYQR7tzpw502+X9glPkXZnKOWDoSEc/Vka5LEzj2+qqxs8SzEajEdM7ygCioAiUB0EKjXIwyvD4XhlWIJXhu8btVcGRgQ+dv311/ff+3wTL7roooq8MmCAk5dnBngHFqyDXhnwDJbklQHvu8H86pXBs0pONcj7t6x+wQUXJL6cmHO1ZJAHD8p6QJBfg/ft0KGDh6FeLSV4VzaVOb4yr2OpCjDoKnf+g38wBC99Av/NN988N+MBNuux5hPEjz6fdtpptTTcSosioAgoAoqAImD1E6UY5HUcub131pzp3vuffOD98Ocfm9SaMXJYv379/O87ctikSZNqfhaxvh90IuB4IfQWGOYRLpVN4qx3ug385IF3wZAPvkZTdgjA17JuG+QTWVvHM3hcgp9tyiFrnTzFnHS4cY4OGj1WsRSFH+XLMcijLdoM6wuQL9Cho+/QpAgoAoqAIqAI1CoCapCXw8jAaLDrGgVIKYlyl1xySQFzQ4iVtIkF8AcffNAvj3By6aWXer169bLXYE4whkKISZPy7gfewbbcckufXpg6DEOuvPLKNOT5eeg3YT+32WabAmGU63gcc8wiR4wUSzHoGDRoUEF5MK0Vg7y8x8cHOMMTBJ/gTiTmZMuWLStugbmEYsWNNfWyc+6tt94qqW6Yep5BvEjmkTAadQoh5hJGSprKQ4D5H2WQx9jjiQHPd0mJ9+CMGTMKPKghEOIFhrrTpmoZ5EEPYbYnTpzoz3PmO0pzDM/iDOrC/eAZHD16tG+ECF4sAMX1meuETAg+WyjR0noapX0MBnfccceCOooZ5FEOg7dgSFjGp0ePHkXf4fRx6tSp9n3v6HbHrAzy+L68+uqrfp+on2eaEFmaFAFFQBFoKAiUa5DXbph4ZbikaXllYEzhHfBA7r4pvPcx9oF/rPTHdyWPBO8watQon2ZoD3tl4LuJVwZ4jDXWWMPPS//mqFcGNciTOeP4nIZkkMczRfSBtdZay5/T7tlFHuvdu3fJm1ryeEZdnYR3DXp74Pm7/PLLPTyml/sjFPb5559fp/8Y2qIgTpN4P5RrkMcYEK0BecNhzxFP8XGGwWloistDe6yHgV2wPcYbvl2TIqAIKAKKgCJQSwjw3SpmkNdqQDuv67hdvItuvcz7+MtPvZ9+/sn757/Sr1nWUn8roQV+JOhwAt5i1113raTK3MuynooDAceXBPk8x6fQjzCfxEZzeG4ih2jKFgHkeSKbOPwdX5rEFzOOTdUgj3fURx995G244YYFmMFbp3WEEYVfJQZ5zAj0BchywXGEplqNmJXtLNbaFAFFQBFQBBoqAmqQl8PIwdzhxpcQrIRPfOWVV4p6ZYPBgZHZaKONfGYChv3cc88tiUIYSBcKFuYGBcyaa65p66Q+lCppU979oM/PPfecx66gIAOFIuiII46wHsKSaIWhYyF3xIgRto8YpgTDN1I/O1zAwdWPkMOOKhi3pMQOJEKdBD1EUAcY1opBXt7jk4RPufcYM4xE3XhwBONKhUzG+tlnny2YS4wVxn633XZbUXKha/78+d7uu+9uFSEYdMUl2kK5s8MOO/g/8iOcFUsoazF+cv1v0aKF9RSJcdPPP/9sd74x94I/xjmLVAndtF9p+Sz6EKyDMYsyyANbdrcRlijOKA+8hwwZ4uElxo0F7waMelGGlZKqaZAHXdBH3xzdHHmG2HGJMSnzKC59/fXX3kEHHVRgqMZzkqRcZdwRvlkQcm0i5ELD4sWL45qy15m7PFcY0TEmrjxYpzHIo23K054rSz3t27f3nn/++ci28SyJQQGeDl2Z4DErgzzm380331zQBnQuEy+YmhQBRUARaCgIlGqQh1eGaddOF8VR0/PKwJiiCOrfv7//7kfGqHXPDPAF5XplINytemVQD3mOjyrGM/KMwLvVgoc86GBjlgutBO+JDMZmHNcfjMJYK8lK1qL/5Sb4ShS20OnoQ05kMxf3KvkhDwX5eOqHZ0WOSpMqMcijft4hPXv29PtF+7w78fqSdYJWZDyHIUcwRcavhXHOur9anyKgCCgCikDDRgB+Jc4gr9XA9l6PCf28a++7wfvqD195f/7Lz0V1Sw0bjWTqwQoj/+A3Hv0R65W1muA9HA8E73XnnXdahxI777xzAc/n+sR6JzwL/UwyEKvV/jYEutDLOL2p4xORF5hfcQk+vKka5LG5b8899yzQrcLHDx06NJV3PDCNwo86yvWQR52M1xtvvOHrvN0zhI6Z50yTIqAIKAKKgCJQiwgsB1Hy0dKUIQJi9GDWW289I8yBEY9sRgwDjBgGGbHcN+Ltx8iOZPsTQzkjnoPM66+/biRckRFvWUYMk2w5yCGfGKwZcV2dmjralJ3URgwSjCw+mg022MB89tlnGF4aWdQ1EsLWiBFKqvqq0Q9hhI2ErjUSNtIIg+bTtfLKKxvxeGbE0MmIkYzZeuutjQgmRoxfzLJly4wIJ0YMsGx/REgxwiAaEW4slqJ08uuhfmEczSOPPOJfk8V307FjRyPGkkbcK1uMKCuCkhEDE3PPPfeYBx54wIgxnxElll+OE1FEmFtvvdUMGzas4HrwH7AWQ0EjQpR/mfolDKadB/7F0Emp5aoxPiESK/6XPjKnxVOjXxfYiHGNEQMd/1o5J1FziWdABHQzYMAAI0ZBpnPnzqZdu3Z2rvCsLVmyxLz44otm7ty5RsKcGvG0Z2Qh37Ru3dq8//77kWTwjN11111GlAj+fREkzAknnGDE7bl/LeqEOX7KKacYMbS1t6FPFCT2PUEdUYk8vEfEwNeIVxbbB54Hng+eibSpErppo9LyaelMmw96GDcxyI0sAja8Oxknxp33MM+3GEjbMee9yJxxiXeleNS0uIJ5MDFvxTOFEeMww3PH/y6JksmIcs/9a+fWSSed5P8fPIEmMbq27yTmZTmJtnk3ifBr++PqYP7QRwnRZN+bEpLWiOLRvu8lNLJ55pln7HuQfkMziTLihdWIdx/DOzcu8UyIlzxzwAEH+H3nuRWPI/a7JsapplWrVnaO8k2TBTH7fuZZFwNCIwbQ9rkK1s97mHK8r3kG+Il7eTN48GCLocvLu12Mo82sWbPcJUv32muvbd8Z22+/vf2u8myJFxAjBrj26ProF/rPCWNw4okn2v94nzPue+yxhxFvQeGsif8z/6ZOnWokfK+fj2cUrKlXkyKgCCgCDQEBTxxfLf1smel16IBEcls0a25G7j7c7NVjgGm2+ppmpRVXMr9YLppvSayogd/k3X/OOedYXo6uwC/0EP5SNlXVZM+g97rrrjPjx4+3cpZ4ZbDf5CCxjucJ8jbIihLe0cpK5fIrwTYa+jk8BngEv/ngNnDgQCOecXPtHuOSlVwJfwK98D3FEu3Cz8FXukT56dOnGzFCdZfqHKPorUa7YULECM3K+YsWLbK8K3MaPl88qFs+cPbs2baIbNSw6yb0qz4TvLZENTBPPfWUJQMe/dBDDzUXX3xxxWRRN+seEo7ar4v5K8bFds3DvxhzUun8Z06wFiObIgtaEIWZefzxx03Xrl0Lrpf7D+0g7+y22252bcjVg8wiXvMK1mbcPT0qAoqAIqAIKAL1iQDfrk+++tR0n9DXJ4NvdPtNfmP26z/S7LLNTuZXK61qVvzliv79pnzCOh/ru6zPkuAxZXOFuf7662sSFvRVrF3KxmEjG6nt+ihH2XBh9X/o6PjBq6EDpG+sKyKz0bemnng+GOu2bdvadeBK8aA+8JZoXb4+AJ4bWfmyyy6LrR6ZWjbOmAkTJvh5eE7R0SxcuNC/Vu2TKLroz7777pvJM4Ge9OSTT7br8U5/Qr/RmbH+IV7zUnU5jk5018G1/lSVBTJBn0RZszpldxn60AWhM+aZ0qQIKAKKgCKgCNQUAsKMaMoQAWEyrKc7GeSCXTvCSFvvXXirE2bces9j1zMhgwijIsYQBfnZsX3ffffFhhFMIhkvcXjngwZhxPzj0UcfnVSs4F41+8Gun6uuuirSGx24sOPp17/+te0T2PE/18E0iDOej8JhgulHeJc+ZSjLTnFwWn/99T1CMHKkfnZTBHELtkG5WvCQV83xKZgYGfzzhz/8ocDjFZiW4rkxiYS4uUSoYlzDM49ayc4nfjx/zZo1s17SgnNJmHcb7jauHVFK1PHMxnwRQ7u4IgXXxSDKzrPgvCp2Dk3QyBx3/WBHlyiTUodaqpTuSssXgJDBP2F6wEiErgJsGReeZ967bqzxJkdehznnYIm3N1kEiaQMr2sicNp3BvUFf+F3N/UG7wfP8doGLWLYFtlO2ov0/ZNPPvHEMNjvh+uPmye83/i20G/emcwd914jL/1mV+ZXX32VqlnCzgbDTbv2wNO1xfuT9pijPHPB9lz+4FEUZJYuMAQb6BXFYx168KDJzrlgWc75TrpylMXjYfBZpt5wiC3KuTGhLNiw26/UxFwRQ1+fJvAUBWCp1Wh+RUARUATqFYEkD3mtBrT3RDnkXSNeGb78vXplYKDgv/F8Hvwe8c0Tw6V6Hce4xoNeGfg+Oq8MeLkN8kKuP2K0br9l6pWhEFG++WF+AvzK4R8Kay7+X5QsC/9UbM5FlWMOyKaz4o1KDsrLBpCCuU75JK/KVJxFuy+88ELJ7QY7hTyIR3zHE3IUJZvvIY21Ep4BN+/hHy+66KJgFVU9BzNCy/L8OZoYY57DLFLUmNAOfDDyRLGUxfxnTMTwzu8f7fMMySY9f1yK0VHsPt5AZfNrnTbwao93D02KgCKgCCgCikAtIvDjn3/0NhvcycMj3oiTxngPPfuI94c/fef99W9/rUVy65Um1kLxKOz4JcfPpA2dGUU86715JPivIC8NnycbeP2muC9GTtYTHnwSdNA/Tf9FAFlWNm17gwYN8pZlEI0EjPFAGJw/8NxE30pKjEtT85Anxq+eGCDW0Vezzi4baqzMl4RZ8F4UfugLKvGQ5+oXxxqeOFupM6ZilOiy6FERUAQUAUVAEagZBNgxrCljBMSDknfcccdZ44Igk5f2nEVj8bRV9sIhi6a0H2wPwwUWektJ1ewHC6goCMR7WQHdwT7EnbOYC/PF4j3CTDjBRIJnlOLJ1Rm+x/8s5Mtu6gJ6GJtaMMijj9UcnzCmlfzPGGEI5LCHCR87dmwlVRaULTaXGNvweEML1zDUQyGTZKSEIBEOlUof0hjkIXAvWLDAk106fv8dDqUeaRMlMAqlNMqUSugG4ErLFwxSBv+E6WH8+vTpY5VX4j0wFb68FzEyQ6nJezMuYUQK3qWOUVR+6BSvbnFNpb7OXIIujJmDYZCj2gxfwyCNbwTvEOpJmzCMIyyueIAtCQtwHjNmjF3AwCAxTI/7H4yPOuqoSHK+//57a4CKEbvLH3cEY4ys582bZzHCOLBY3shGEy6yYBbsC9+GYkrqhOr0liKgCCgC9YIABnkff/mJ13JAO/+HMqj/UUO82x+7y/vmj996f/nrX+qFtlptFLkiGAKWb9d+++1Xk+TyrcIgn28g32IWrDFMwSBJPEF74jHMu/DCCz3xDuaJ9yxPPBDY72YST1STHc2ZqCwMksolET4tvLmsMRvkwd9jPBfk20rhsRgreHvmO3XwfLIRBvnQJTB99913vZYtW/rtsEFDPKC7LFU9QvPkyZN9WuBjxRt6ZoZqdIZ3ARuXwrjy7BdLWcx/MH/iiSf8cXF0sLEnDQ3FaGTenHnmmQWb/miD9594OC9WXO8rAoqAIqAIKAL1hsA///VP74XXX/aeWfS898cf/uj97e9qRJ40GBKBwwuu+cI3iQdk76233koqVuceugnWN+Eb80rIXvDt8CQcJfJIXk01ynoZI/Qn8PXwsRJhq6Q17CAo8LPnn39+AS/K3Nl1112L6l/hM5uKQR48OxsQMVx06wiOb2dtXTzSRepeg1iHz6PwQ0bLwiAPenn22aTv6OSI3kMinIVJ0f8VAUVAEVAEFIF6RUAN8nKAH0YDphsjDwkf60n4EbsDOcgYRJ3DjOyyyy6ehK9N7fUqinyYEZQsLHDSDgymhMtNNDiJqqfa/UBB9Pnnn3vTpk1LZZiHMcT+++9v8cIwBeY6LjEeGFo5TKLwBycJX+ixi+L++++3CikJt1jA0NWSQV61xycO21KvQ/d5551XgKu4uc50J5ibS2eddVaB0jRu3FGsShhZD+91QYVNVN+gvxyDPJ5LvF7iiZF5FEVLOdfYZSchmK1xVRS97lq5dGdV3tWT1THcH55fCcFl3wPsOkTBLG7t6+DsnnN2eklIVY/FHMYmKbErT1zYW6+K5YyRK8MCjIRl9ebMmZPUXEn3MAzgvYnyEk8teKtz7QWPfF/ELb93zDHHeBKq2X6jSmroP5l5PtjlST0sgoUFdNcm79odd9zRmzJlihXmMaijLAapxx57rPVggSEhHvVYXOGI8hHD6rhEeQkv4InL/MjnmrEFXwkZbL+/jBvfBQl5az0nct/Rx5HnUEKxlewVhfkyT4z9gvUxtih3NSkCioAi0NAQ+Onnnwq8MjyoXhkShxD+I+yZgQXfWvPMwLdqmXgScN899cqQOKyJN7MwSEpsIOEm49jQDPJYy3DzzvFbEio3oZf/vQXWGNCFy6fZ9MCziXGX403h07bZZhsPeT6caAcDsaCna7ynIxtUO+GtA37U9Rn+dMaMGZmSQX/hj10bHMEH2aCYHJTV/KefU6dOLaABOjCGrERhxrhLaO46623IPrQXtWEzU3C1MkVAEVAEFAFFoEIE/vH//uHx01QcAfgWCUdpDW4cX8N6HBvsb7vttqIVwDdgrI/BEZvc8dYbl8iLNzC87bpft27drHFWXJngdXQTrFE6vgvjMozKWMNlfZP13PCPdcxKU6V0V1q+UvopzzjjfAB+zuEHz4iDBzamf/fdd6mbQRbA8BKv2G7OcERmeOaZZ4rWAx6N3SCPPuKd+4gjjrDRpYKeu8EK7Hi+mLelpij8GNcsDPKghWcG/XtwbJFzMOLkWdOkCCgCioAioAjUCgLLQYh8sDTlgADQysKjEebaCMNi3njjDSOGEEa8EhgxIDNiJGZEaLAx7YVBN8JUGlkINmJQYYTxqYgiYTaN7Pq2bcuirrnlllvM8OHDy6qzmv2gLbCSXdxGjBvMiy++aMS4xognJ4uJCEtGjLdM586djXhAMhJqxchCeiq8qFcUU+ahhx4yH3zwgRFvT0YUaEYMpCxW4p3PiIGIkR0fRphyI0YiRgQAI97SCnATQ0B7v+Bi6B8RuuwYu8vCCBoJj2sYi6RUTrlqjk8S7WnvQS9jK0ZwfhGwZqw7derkX6v0JDiX3nnnHSOGPubLL78033zzjZ0zEr7WziURqu0cYC4wl9IknmnmTzCJcGL4RSVoYc6Jwa2dz/zPnNhoo42MeA4z7du3N2KQZEQgKShOPhEsjAiatjz9kMUA24dgRt4jIsgYUVYFL9c5L5XucAWU51kUQyz7jDKfr7/+ejNq1Khw1tz/59mcO3euGTFihG0LPMUgz4gxrf2f513CrBoxsjRixGXPwVgWQIwIZfYZZrzBLk3ifU3/RZBMkz0yDzSCGfOEd0yWCdr43vDulEULO0f4ztBHCSVr5zhznvcbcz0810qhhXkJtrTH/Pz000+NGIEbUXjZdzLvaH70UQzz7NG9+8CPseFdxxjyc88DY8E7Pun7R37K82Ns+fG9Y2zFoNo+U/SZPoI36ccff7S4UDacaNN9R8L34v6nD1OnTjXiicNmoR2eiUWLFhV9x8fVqdcVAUVAEagvBMRLnnl5yULzj3/+w2zRup1ZecWVzQrLr1Bf5DSIdvmuwD8i15H4DsjmCCtvBfnbYp3hGyq7zG09YlhfLHvJ9/lWI7eIQY39Ps2ZM8eMHj265HqaegG++6eddpo544wzfCgY84EDBxoxNPOv5XECjyRhlIwoDf3q4V2QK5D141JUOXgx6IVfLpYoL5sLjRiK+VkpLwZvZtKkSf618Anl4IeQ1V2inCgfjXiSdJcij5R99dVXTc+ePY1smPHzpGkXHo++jRs3zq6xUBi+F7lpiy228HlCv1I5gW+FLlHQ2cuMaevWre1awWabbRbMmtu5Gyfx9m95YhqCh0VWZo0iq0Q74j3CiAGe3w51w6fPmzfPiPfu2KaynP+yQcdI6DHbZrBBxkqUq0Y2FwUvFz1n3JEHDz744ALZnLFE7pbNcJbPL1qRZlAEFAFFQBFQBBSBBoOA4+EOO+wwf42Wbz9yD3xujx49LC+Knge+mfV75Db0DvANS5cutfwiMhL6ONaMo5LjM4Jr3qylnnDCCUYiMUUVKbgGDyUbio04JbDXoRGdH+uycWuy5OG+RAcx4vnP9gO+Gr1B0lppsOFK6a60fJCWcs+hQTYlGYleVVAF4wmvLB7RTP/+/Y1sBLe6JPR5QUxZI0eHIpvCzcyZM60+kGsuIV8wLuhSiuEKLbIhz8jGflfcyhbosBYuXOhfq/ZJFF1gII5h7LxLooey6KfReaJDkM2F9ujW211Z5iPr+6xVIKMhO5Sa4uicOHGimTVrVqnVReZn3WPkyJFGoq/59xnjYcOGGdn441/TE0VAEVAEFAFFoF4RkMU5TVVCgN25hAvBWxveggj/x4//heHJzEOYMPzWhbAwTXbnsxj92Haz6ma1+sEOB4cXOIEZ3qy4Bg3lJLChPPW4OkWpZvGnvcaQqjU+lWDFDnlRjvi7V4RJziRcTRxNjK0w5/ZZC487cyLvhGcBMYj1PWrxbIowbcNIM//Ag3GDzuCPa/y4D/3QLkalnigF7Y4l+Xj4GLJTLO+dPyJEWVfg0E/b7JAi7Fl9JMYt6KkQmgYMGFCHFLAHPxG8rRt6/m/siTnETkz67OZWnvM8iDHtVQtj2nH95FitdsG3S5cu/rMnCx6eLMg19mml/VMEFIFGjIB6ZShtcOGHwp4Z4GVbSgjMcjwz4GkhLtEWnrycVwaOaT0zwEMGw9rjAawaXhkqoRkcKi0fh2W51+EvTj31VP+7Dw8M34ln4rwTWDQkD3nggTwSlFHgk/BMXSyJQsh6/XZyhquDZyvJQx4YvfTSSwWerEWx5t1xxx1FeUPkKzxmuLagFa96sgGpGLmZ3Gdu4Z0/2P6gQYMyWxcKEgmPzrvDtcWR/ooy8Zh5IwAAIeVJREFULJitznmW85+xEuVoQag56GDM8ZaNV2vWatIkZGgxDrUe9oJ9oi48/+FVW5MioAgoAoqAIqAINE4E4OHwlCYGQgW8jRizWc93Yuxvvea1Es95yEDwGaxhw1c6vgGeQYyqYgFiHRXZzuXnSPlTTjkltkzwBnyPbGC2ETuCdRQ7hy7awYMbXvzoC7zN7NmzU0XUqpTuSssHMSj3HOxef/11KwNH4QVG4IMuRBxgWE+ERGkRAz7rRY8IWLI53eIHvxusA2yPPvro1DwneDQUD3n0k2eC+V7sB3ZE2ZFN7QXPhcOKevCYt0z0UKy5l5ui8GNMsvKQB11OxuBZcfRzFONN76abbiqXdC2nCCgCioAioAhkioCGrM0UztqoDGOBrl27WgYEBofwfpoUgVpCAGYcozLHJCNIJSkja4n2cmhBMYWA4/orO7q8559/vixlC0IGCoh5EjIT4TNY5yOPPFIOeanLMG4333yzbZMxE88gRcMcpa68xIzQksYgr8RqNbsikIgAz594jLFhdt2zR8jdxYsXJ5bTm4qAIqAIKAKNCwEWpQkXH1bqiGcGTzyBWcO31157zW60oOeE1Xn66ac92YlvjbpZIMdoCH6KUEZxCX4HwyJ4R/fju4OBWLGEIQ0G4+57RVsodcTjgkfIpKjfeuutZ8NnIktiqER4XvFaVtJmqEpopk+Vli+GS6n3owySwBSshg4d6v/E85eHMRWGevDI4qHDKoXE+5kNi9W7d29PPAt44rnLE88dXvfu3W2YLEIviafhSLLgOxqaQR6GXyh43LzjyHNx5513RsoNKFQvuugiT7zSFTxPrjzPWJxBHvgsEyWReM73Nz6x/oFhF3SkSYSxYgxcezxnhDGDrryTeG63z6Rrm77efffduTTLc3XppZf6/XRtoqRO6mvU/OddUq5BKvWJB0Bv2223rUMLSrPtttvOhp0ST9+ROLAZDIU0hpNB+Zr+QBebZsSDZFlydmSDelERUAQUAUVAEVAEahIBjPglSoonnvDq8BSOL4A3cDyPO3INQz3xzuWxISQuwTtVapAnHtqszOXaLvcIf4schwxBKNekVCndlZZPoq2Ue+g34ZXRQ2CQmIQdYwoPj3zNMS4vvCPjjnOUtAk8GpJBXlzf015HbmPDEOF8wQl5q5IUhV/WBnnQx3y55pprCsaeedFSNk1iGKtJEVAEFAFFQBGobwTUIK++RyDj9mGSXn75ZcuAwmixM0hccWfcilanCFSOAMywhIr0GWWMyyTEUeUV11gNPJMYyjnBB2EA73gICpUkvJ/ttttufr0ocC688MJKqixaFgUKu8joC+1dd911RcvklQGBTg3y8kJX641DgHn329/+1n/ueJ5RuFf6PMe1p9cVAUVAEVAEahcBlEBZeGaQcESxnQzzO/BgLGCn9cwgod0z8cqAZ+tSvDIEebRSaa60z7FglnkjyiDJ9QnPAe6HoWT4h1Io/HOGle6IvB5n2I8c0dAM8sBLQoj5vBJYwS+h3MHYau+997aezcaPH+9JSCVrAIrHEuY18sXYsWOtNwPK8eNanEEe3sN32mknW9a1Q514w0+bwBivbRKOyaeZMZXwzkU97KVtIyof81xCVvuGhNCPN4+0HuKi6ix2DaUzRm8OW47MQwnlFFs0av4znuUa5NEQfV8mhpS77rprAS3Qw3jjrQPlGTz2oYceajfycZTQZB7RH7hPvmA/oAmD148//liN8WJHU28oAoqAIqAIKAKNCwE2SbEJftq0aV7btm0LeIMgn8A5vMJvfvMbu0EKGYloVUkJfqVcgzzK3nvvvd76669fh2cJ01XK/8gVyI5J3pwroRs8Ki2fhGk599hkQ39vuOEGb6+99qrDy6bBDzkDvhIjs2LjHqYRPBqrQR4yGJuiMPRkU+GNN95ojdeIUpbVOncUfnkY5DFuOLBgk1xwTiAzSOjaig0Lw/NC/1cEFAFFQBFQBEpFYDkKyEdKUyNBQJgcIy5/jXhsMCJoGAnhaO655x4jjE4j6aF2o7EgIIv7RpQ1RoQa2yXmqITMMbJTqbF00faDV+x9991nxGOG/Z/nUsKHGVH82Ge03M7yrI8YMcLcddddtgoRMMzpp59uxCNmuVUWLceYiXcPM3/+fCNCmxFFihEPL0XL5ZFBlGdm7ty5FgPqB1cRro3sjsyjOa1TEbAIiAcRIwt4Rhbv7P+ixDRicGtEAagIKQKKgCKgCDRBBGSDhJGQskY80Zm33nqrDgLwJ6SwyM11MTgxEnLR8jLita5OWS6E+R2uwTOfdNJJ5swzz+Tf2ESb4t3OyoNffvllbL40N2gT3k8UQEYW6o0YL8UWq4RmKq20fCxhZd6A5xbP3uaMM84os4bkYvASr7zyisU2nJMxfOyxx4x4bPNvkV88gNn5418MnUSVQ1YQxaDll0PZ6/xLefEIbDbZZBP/HuWnT59u56x/MeKEssg5YnxnRClSkIM6oJ8j+ZAt+JFo65xzzjHiQdCei0cGez2uXQnJbMaMGWPlAergmRJjLfs8tm7d2pZN+4cxRr5h7YRnmiQeNIyEaTJnn3122mpKygfNYpBmRDFoy/GM0Z5ssCqpnlIy06YYGhpRLvvFwE28OJqHHnrIvxY8iZr/lBEvkHY+BfOWcs74ixc8+z7hXSZeRAuK04Yone1cYQ5ABz9RDtZ5n0pIMjN58mTbNzH8rEjGLiBC/1EEFAFFQBFQBBSBmkcAnkKMrIxsarA86AsvvGCQfcS7muXnJIyl5RG33357IwZyRjYn2OtpOgZfKBtACrIiE/GLS9Aj3q8tn/fFF19YvsXxqfCusknfrqXD+wUT5eBz4IkoLx6FzeOPP277EcwHf4Tu7/zzzw9eLjgvh+5gBZSXjRxGNmVZXOHfZVO+GTVqVDBbVc/FMM/y6eDz6KOPmueee84sWbLEjrkYZtahBczFi7bVY8Dji3dlO270pdTE/BIjtYJijANzqz5TFF2l0MMc5OdkNNkoZmRjUilVpMobRSfPoXh9TFW+lEw8r06ec+XoU33prxwNelQEFAFFQBFQBGAKNTUiBPA6xu5zmdp2B86DDz7YiHqnXWlMCIiyzXvjjTcKXIk3b97cYxdOY0r088033yzYnYPXBVkgqKibUSGOCAWVZ2LnIe8XEWrrNVwtfRSFjHrIy3Owte46CDDnZAGqwAvLjjvu6PFcaFIEFAFFQBFougg4zwxnnXWW9bqAHBb3g4fCM8O5557rpfXMUI63OfhP2RCSi1eGjh07FvXKUA7NbgaFeTywFEVBaq+Arp6sjmLEZEMEx41ppddFKRTrJZxxbGge8sAdjwqiJCsaXgrvgH369LGhqERxasPMiqFdnTCuYQ95jMmJJ55ovRM6/PG2Lsq5sr2j4X3jkksuKXh2Rdlqr2U1l1w9Tg7Gy4mjn3lAeOg8E+2yPuTadEfCd4kBZmTTUfOf91glHvKCDeEREFmZ0FjhELSOvrgj3v7w5iHG0Ll6FgzSq+eKgCKgCCgCioAiULsIwIPKRlobahNPyugY8JolBkFl84il9hYahg8f7ntBhm/q0KGD5XegBZ4Tfpd8wR/X+HGfPkD/hx9+aD0Fi+FXAf/G2jyeAfNK8IzwZ9AOHwZP/Pvf/z6v5kqqF9oYT/BBN0II3xdffNHKAbJx3xPHBdYTnhg02vt4zgZXTYqAIqAIKAKKgCKgCNQnAuohT7jKxpLYMXz88cf7u6rZxSLha3PZ2dBYMNN+1C8CIhCZgw46yIjbcUsIu5TwQnDsscfWL2EZt85OLTxbPPXUU7ZmEWhNp06dzNVXX22PpTQnHwwjoXjMwQcfbHeE8T/14RFCDBwTd+mV0k44L+3g7YKdfOyeuuaaa6xXinC+av0vArh6yKsW2NqORQCvIt26dTMvvfSS/Z8dhHgYGTp0qCKkCCgCioAi0MQRgE9i53eSZwa8yu2www65e2aAFjyo4WmsXK8MlIfvi/LKAL+OVwYxkood9Sy8MkhoIiPKK4sp39zrr7++3rwy4Okt7O0ttvMl3oCPx8MXXhaiEnIEnsRcIr9sYrKeDNy1qGO4HHnWWmstg+eDNIm1BcYgmPBigDeDNAm+ifKsR+Dl47333jN4tsCDWYsWLawMxPiuuuqqts6gNwY8csDruxTVrijX7NxweYrh6PIlHaPmrYRHtTQmlSvnnihgzbfffusXhX68bPB85Zmi5kWxORU1/5lHzKcsEmONR0RR9FrP03fffbdZsGBB5DPHXMDDyZAhQ6x8jbcLvNQgn2pSBBQBRUARUAQUAUWgPhFADkP+kjCgVjaEFnh89AF4jy6VX6E+5Eu8affv39/3/AW/KJssCrxoZ9lveLNbb73VyIYJS7OLwAXPWIsJuQWawYsEzsiPtUpvLWKoNCkCioAioAgoAopAvgioQV6++GZeO4wlofLCYYK4/uyzz9oQNCxmwnReeeWVZv/998+cBq1QEcgKAebtMgl72qVLF1/RtN5665lFixZZRVNW7dR3PfQTV+r9+vXzFQsIzyjTCNtLONu2bdsmkumefUKyzpw50xrlocghIdzPmTPHjBw5Mldhk0UFwnMi2BKmKCslTGLHY24iaGvI2hhw9HLmCLj5RngGFMws6mBkS+i3oAI584a1QkVAEVAEFIEGhwDfCYxe+HagHOCbgWzGj29GqYqYUgGgTXhC8Zzsh0hq166dueOOO+wGDvhGaAgrKOA1SdBNH+AzCc3DxhnxHFZgPLTGGmsY8Zpg4NvzSNDiNoJwjsENMoOGmskD7fzqZOyYR24+8b9TkK2wwgrW+Cw8D/OjRmuudQSYHxhtYtzMxj3WtcT7iw3dhrEi7xveBcwd8YhojUt1/tT6qCp9ioAioAgoAopA00EAOYpwqn379rWdhk9hYzt6jko2XcAfsQ7/2GOP2XqRKwlZe+SRR+YCLvIkTj/YgAXdbMoXr8S5tKWVKgKKgCKgCCgCioAi0BQQUIO8BjbKMMR77bWX3W3TvXt307p1a7uTmoXKWbNmGQk1YpUrnTt3trtvJOxHA+uhktvUEEBBg5Jv0qRJtusIlZxPnz69UUGBUgFjugMOOMAqF+gcgjleJnhON998cyPhL80666xjfxi74flB3K8bvEQgvC9cuNDuhhPX9b7XCBQSEiLNTJw4MbXHi3KBZWGBfpBQKNenAgRa1CCv3JHUcqUiIKEQ7G5WPLyQeD4xgpewg6VWpfkVAUVAEVAEFIFcEWADxaabbup7ZUCJ8vTTT1fklQFvVWwswYMYiTrz9sqAF1oM4eE38cqAEXx98p65DppWrggoAnUQwECPtQLkPmfUrO+AOjDpBUVAEVAEFAFFQBGoEQTgWe677z4zePBgSxF8C97y3n777YrkGPihESNGGLwIk+CLzjjjDHPSSSfZ/7P+Q3u9e/c28+fP141RWYOr9SkCioAioAgoAopAk0RADfIa2LBjkEd4vAceeMAaxKAMYZc51zHSYdGSkDcPP/ywDeXRwLqn5DZRBNj9vueee1pBDwjwukGILAxLG1PCWwqGdRgcvvjiiwVd41l2XlMQrHmuEeT58XxjCOc84lEQoR6DXHar9ezZ0xr1FVTYyP7h3QZmL7zwgvWmyP94TrnnnntsTx0ew4cPt//jNaFNmzY2nFFcCLBGBpF2JycEeP6mTJlizjnnHF8hiJfKQw45xC6C5dSsVqsIKAKKgCKgCJSMAPwRXhn69Oljy8If4R1v8eLFFXtlgFenbhK86owZM8xRRx1l/8/6D99e55WBtvDKMGbMmKyb0foUAUVAEVAEFAFFQBFQBBQBRUARyAQBZLG33nrLdOjQwa9vxRVXNPPmzTNdu3b1r5V6wmZ9DPvYuE9Ch8DmpSFDhpRaVar86C9atGhhHQrUerjaVB3STIqAIqAIKAKKgCKgCNQzAmqQV88DUGrzKCfwhHXFFVdEFsUI5ZZbbrGha2HONSkCDQEBBFY8T+266642LA3Kw2233fb/t3f3oFFlfRyAbyl+BKOiYIISLBTEQkttDEIEv8BWYqWFiIgWNoIWghaCgoWVomCrVipoI6+ijaCC2olFiApBiIJE23d/B2ZZwu7suDnZnUmeC8MYc+fMnWdOkrnn/s7/NI8fPy4V5HrhNXR6jJllluW/Uu0uS4Bl5tzU1FSnDy/L046MjDSjo6PN8PBw09/fX5bt6biBHtwx/WNsbKwsbZwy/QkpZotlBglaWy7YZqAjW/pQqgeeOXNm1i4Wt57X/dwVSN978eJFk5+5BIfTr/bs2VMGvlSgnbvvu1dGgACBXhXI3618tty/f395Cfm7lWp5mcSQf//TLeegqcpw9+7d0kQ+c507d645ffr0P22y7eNUZWjL45sECBAgQIAAAQIECHShQMatd+7cWSqU5/ByDrZly5bm2rVrzebNm3/piFvj4UeOHCkTo/J12lu7dm3z5s2bUr3ulxrsYOc8Ryr6JVTYmhhludoO4OxCgAABAgQIEGgjIJDXBqcbv5UgSipC5UP8hw8fmsnJyVIZb/ny5WWmzalTp0pVsQRRbAR6SSAX+h49elRmd+XkNVXNjh492qQS1VzcUu0uQbyJiYlS8TKBxI8fPzbj4+MllJif7b6+vmZwcLAZGBgo90NDQ2XJrpx4JwyUinrzYctgQKrjbd269ZdebqoMZtDi6tWrv/Q4OxNoCWS56CzT8O7du98H0bL09OrVq1u7uCdAgAABAl0j0LqAsnHjxt+PKZ8X//fbckMzqcrw5cuXEuxrVWXIxZlUZUjl9tnYUhk6VRkyicVytbMhrE0CBAgQIECAAAECBGoL5Hzs2bNnze7du5vv37+X5lM0Y+XKlc2xY8fKcrbr169v+7RpI9cHMv545cqVMkm9tWpOrvnduHGjOXDgwIwmXP3VAeS5P3/+XK7RZFx93759zbJly/5qd/9PgAABAgQIECDQgYBAXgdI3bZLwko/fvwo1aES0MsH5XxAzgfyJUuWzGg5om57rY5nfgmk2lku7h0+fLj078WLFzcXL14sS0POVYn8DOdnOpVAckswMbdciMzPdC54tm45gU8FuHw937YMYmRGXgY1vn79+rcvP05ZsjZhvG3btv3t/nYgMF0gv49SDej+/fulKmOCsFkOPgNnM6kyNP15fE2AAAECBGoK5O9XqjI8efKkNJu/WanGcP369WpVGdasWdO8fft21qoypKJfQoU5x7Vcbc3eoS0CBAgQIECAAAECBGZTIGP6qVqe6xtZbSNbzskWLVpUJthnXDFj1atWrSq3BN4y8SlL02Zi8OvXr8vKOj9//iyFOForxWSi1fnz58vqWa0VYmbjdeT58hqy5TmNgc6GsjYJECBAgACB+SQgkDef3m2vlUAPCORkMzO9Tpw4UQJqOSm9efNmmZHVA4fvEGdJIMHjVEnJRebWQES7p8pgQQKMS5cuLdUW2+3rewSmC2Tm6fHjx8vvovw7Ybw7d+6UIEPCATYCBAgQINCtAvnM9Pz582bXrl1/WpUhy9lu2LCh7eGnjVRuTlWGVKseGxtrWlUZUsU6n81nqypDDixVGR4+fFgCeaoytH2rfJMAAQIECBAgQIAAgS4TyPh1gnUnT54sq7788fAyXp2gW8YXM+k+9xnrzq01Sb917pXHZYw7k84vXbrU7Nixo4T6/tiefxMgQIAAAQIECHS3gEBed78/jo7AvBRIBcjbt283Dx48KCedmTF29uzZZsWKFfPSw4smQODfE0gI4enTpyWMl4BwggdZDn7Tpk3zsjrlvyfvmQgQIECglkAqGiRMd+jQoapVGVK9+cKFC6oy1HqjtEOAAAECBAgQIECAwJwUyEo4WeXl1atXza1bt0rVvKmpqY5fa8YjR0ZGmoMHDzbbt29v+vv7y2o6HTdgRwIECBAgQIAAga4QEMjrirfBQRAgMF0gy7jmli0zwbIcs8pU05V8TYDAbAhkJmvCeK0tv3/m41LRrdfvngABAgR6T6B2VYZ169Y1ly9fVpWh97qCIyZAgAABAgQIECBA4D8SSLW7BPEmJiaae/fuNe/fvy/VyMfHx5tPnz41k5OTTV9fXzM4ONgMDAyU+6GhoWbv3r1lxY6FCxeWinr/0eF7WgIECBAgQIAAgRkKCOTNENDDCRAgQIAAAQIECBAgQIBAtwmkKsO3b9+aly9fzqgqw+joaDM8PKwqQ7e9wY6HAAECBAgQIECAAIGeEMiStCk+kHO03LI8bWuJ2lQiz0Tg1i3L2i5YsMDk4J54Zx0kAQIECBAgQKC9gEBeex/fJUCAAAECBAgQIECAAAECPSugKkPPvnUOnAABAgQIECBAgAABAgQIECBAgAABAgR6VEAgr0ffOIdNgAABAgQIECBAgAABAgQ6FVCVoVMp+xEgQIAAAQIECBAgQIAAAQIECBAgQIAAgZkJCOTNzM+jCRAgQIAAAQIECBAgQIAAAQIECBAgQIAAAQIECBAgQIAAAQIECBAgQIBAERDI0xEIECBAgAABAgQIECBAgAABAgQIECBAgAABAgQIECBAgAABAgQIECBAgEAFAYG8CoiaIECAAAECBAgQIECAAAECBAgQIECAAAECBAgQIECAAAECBAgQIECAAAECAnn6AAECBAgQIECAAAECBAgQIECAAAECBAgQIECAAAECBAgQIECAAAECBAgQqCAgkFcBURMECBAgQIAAAQIECBAgQIAAAQIECBAgQIAAAQIECBAgQIAAAQIECBAgQEAgTx8gQIAAAQIECBAgQIAAAQIECBAgQIAAAQIECBAgQIAAAQIECBAgQIAAAQIVBATyKiBqggABAgQIECBAgAABAgQIECBAgAABAgQIECBAgAABAgQIECBAgAABAgQICOTpAwQIECBAgAABAgQIECBAgAABAgQIECBAgAABAgQIECBAgAABAgQIECBAoIKAQF4FRE0QIECAAAECBAgQIECAAAECBAgQIECAAAECBAgQIECAAAECBAgQIECAAAGBPH2AAAECBAgQIECAAAECBAgQIECAAAECBAgQIECAAAECBAgQIECAAAECBAhUEBDIq4CoCQIECBAgQIAAAQIECBAgQIAAAQIECBAgQIAAAQIECBAgQIAAAQIECBAgIJCnDxAgQIAAAQIECBAgQIAAAQIECBAgQIAAAQIECBAgQIAAAQIECBAgQIAAgQoCAnkVEDVBgAABAgQIECBAgAABAgQIECBAgAABAgQIECBAgAABAgQIECBAgAABAgQE8vQBAgQIECBAgAABAgQIECBAgAABAgQIECBAgAABAgQIECBAgAABAgQIECBQQUAgrwKiJggQIECAAAECBAgQIECAAAECBAgQIECAAAECBAgQIECAAAECBAgQIECAgECePkCAAAECBAgQIECAAAECBAgQIECAAAECBAgQIECAAAECBAgQIECAAAECBCoICORVQNQEAQIECBAgQIAAAQIECBAgQIAAAQIECBAgQIAAAQIECBAgQIAAAQIECBAQyNMHCBAgQIAAAQIECBAgQIAAAQIECBAgQIAAAQIECBAgQIAAAQIECBAgQIBABQGBvAqImiBAgAABAgQIECBAgAABAgQIECBAgAABAgQIECBAgAABAgQIECBAgAABAgJ5+gABAgQIECBAgAABAgQIECBAgAABAgQIECBAgAABAgQIECBAgAABAgQIEKggIJBXAVETBAgQIECAAAECBAgQIECAAAECBAgQIECAAAECBAgQIECAAAECBAgQIEBAIE8fIECAAAECBAgQIECAAAECBAgQIECAAAECBAgQIECAAAECBAgQIECAAAECFQQE8iogaoIAAQIECBAgQIAAAQIECBAgQIAAAQIECBAgQIAAAQIECBAgQIAAAQIECAjk6QMECBAgQIAAAQIECBAgQIAAAQIECBAgQIAAAQIECBAgQIAAAQIECBAgQKCCgEBeBURNECBAgAABAgQIECBAgAABAgQIECBAgAABAgQIECBAgAABAgQIECBAgAABgTx9gAABAgQIECBAgAABAgQIECBAgAABAgQIECBAgAABAgQIECBAgAABAgQIVBAQyKuAqAkCBAgQIECAAAECBAgQIECAAAECBAgQIECAAAECBAgQIECAAAECBAgQICCQpw8QIECAAAECBAgQIECAAAECBAgQIECAAAECBAgQIECAAAECBAgQIECAAIEKAgJ5FRA1QYAAAQIECBAgQIAAAQIECBAgQIAAAQIECBAgQIAAAQIECBAgQIAAAQIEBPL0AQIECBAgQIAAAQIECBAgQIAAAQIECBAgQIAAAQIECBAgQIAAAQIECBAgUEFAIK8CoiYIECBAgAABAgQIECBAgAABAgQIECBAgAABAgQIECBAgAABAgQIECBAgIBAnj5AgAABAgQIECBAgAABAgQIECBAgAABAgQIECBAgAABAgQIECBAgAABAgQqCAjkVUDUBAECBAgQIECAAAECBAgQIECAAAECBAgQIECAAAECBAgQIECAAAECBAgQEMjTBwgQIECAAAECBAgQIECAAAECBAgQIECAAAECBAgQIECAAAECBAgQIECAQAUBgbwKiJogQIAAAQIECBAgQIAAAQIECBAgQIAAAQIECBAgQIAAAQIECBAgQIAAAQICefoAAQIECBAgQIAAAQIECBAgQIAAAQIECBAgQIAAAQIECBAgQIAAAQIECBCoICCQVwFREwQIECBAgAABAgQIECBAgAABAgQIECBAgAABAgQIECBAgAABAgQIECBAQCBPHyBAgAABAgQIECBAgAABAgQIECBAgAABAgQIECBAgAABAgQIECBAgAABAhUEBPIqIGqCAAECBAgQIECAAAECBAgQIECAAAECBAgQIECAAAECBAgQIECAAAECBAgI5OkDBAgQIECAAAECBAgQIECAAAECBAgQIECAAAECBAgQIECAAAECBAgQIECggoBAXgVETRAgQIAAAQIECBAgQIAAAQIECBAgQIAAAQIECBAgQIAAAQIECBAgQIAAAYE8fYAAAQIECBAgQIAAAQIECBAgQIAAAQIECBAgQIAAAQIECBAgQIAAAQIECFQQEMirgKgJAgQIECBAgAABAgQIECBAgAABAgQIECBAgAABAgQIECBAgAABAgQIECAgkKcPECBAgAABAgQIECBAgAABAgQIECBAgAABAgQIECBAgAABAgQIECBAgACBCgICeRUQNUGAAAECBAgQIECAAAECBAgQIECAAAECBAgQIECAAAECBAgQIECAAAECBATy9AECBAgQIECAAAECBAgQIECAAAECBAgQIECAAAECBAgQIECAAAECBAgQIFBBQCCvAqImCBAgQIAAAQIECBAgQIAAAQIECBAgQIAAAQIECBAgQIAAAQIECBAgQICAQJ4+QIAAAQIECBAgQIAAAQIECBAgQIAAAQIECBAgQIAAAQIECBAgQIAAAQIEKggI5FVA1AQBAgQIECBAgAABAgQIECBAgAABAgQIECBAgAABAgQIECBAgAABAgQIEBDI0wcIECBAgAABAgQIECBAgAABAgQIECBAgAABAgQIECBAgAABAgQIECBAgEAFgf8DeGeijYo9tOEAAAAASUVORK5CYII="/>
          <p:cNvSpPr>
            <a:spLocks noGrp="true" noChangeShapeType="true"/>
          </p:cNvSpPr>
          <p:nvPr/>
        </p:nvSpPr>
        <p:spPr>
          <a:xfrm>
            <a:off x="0" y="0"/>
            <a:ext cx="7419975" cy="7419975"/>
          </a:xfrm>
          <a:prstGeom prst="rect">
            <a:avLst/>
          </a:prstGeom>
          <a:noFill/>
        </p:spPr>
        <p:txBody>
          <a:bodyPr lIns="91440" tIns="45720" rIns="91440" bIns="45720" anchor="t"/>
          <a:lstStyle/>
          <a:p>
            <a:pPr/>
            <a:endParaRPr sz="1400" dirty="false"/>
          </a:p>
        </p:txBody>
      </p:sp>
    </p:spTree>
  </p:cSld>
  <p:clrMapOvr>
    <a:masterClrMapping/>
  </p:clrMapOvr>
  <p:transition/>
</p:sld>
</file>

<file path=ppt/theme/theme1.xml><?xml version="1.0" encoding="utf-8"?>
<a:theme xmlns:a="http://schemas.openxmlformats.org/drawingml/2006/main" name="icfp99">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0000FF"/>
      </a:hlink>
      <a:folHlink>
        <a:srgbClr val="B2B2B2"/>
      </a:folHlink>
    </a:clrScheme>
    <a:fontScheme name="default">
      <a:majorFont>
        <a:latin typeface="Arial"/>
        <a:ea typeface=""/>
        <a:cs typeface=""/>
      </a:majorFont>
      <a:minorFont>
        <a:latin typeface="SimSun"/>
        <a:ea typeface=""/>
        <a:cs typeface=""/>
      </a:minorFont>
    </a:fontScheme>
    <a:fmtScheme name="Default">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1_icfp99">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0000FF"/>
      </a:hlink>
      <a:folHlink>
        <a:srgbClr val="B2B2B2"/>
      </a:folHlink>
    </a:clrScheme>
    <a:fontScheme name="default">
      <a:majorFont>
        <a:latin typeface="Arial"/>
        <a:ea typeface=""/>
        <a:cs typeface=""/>
      </a:majorFont>
      <a:minorFont>
        <a:latin typeface="SimSun"/>
        <a:ea typeface=""/>
        <a:cs typeface=""/>
      </a:minorFont>
    </a:fontScheme>
    <a:fmtScheme name="Default">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Default">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CCCCFF"/>
      </a:hlink>
      <a:folHlink>
        <a:srgbClr val="B2B2B2"/>
      </a:folHlink>
    </a:clrScheme>
    <a:fontScheme name="default">
      <a:majorFont>
        <a:latin typeface="Arial"/>
        <a:ea typeface=""/>
        <a:cs typeface=""/>
      </a:majorFont>
      <a:minorFont>
        <a:latin typeface="SimSun"/>
        <a:ea typeface=""/>
        <a:cs typeface=""/>
      </a:minorFont>
    </a:fontScheme>
    <a:fmtScheme name="Default">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2026-06-17T20:52:48Z</dcterms:created>
  <dcterms:modified xsi:type="dcterms:W3CDTF">2026-06-17T20:52:48Z</dcterms:modified>
</cp:coreProperties>
</file>