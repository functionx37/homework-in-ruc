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notesSlides/notesSlide65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59.xml" ContentType="application/vnd.openxmlformats-officedocument.presentationml.notesSlide+xml"/>
  <Override PartName="/ppt/notesSlides/notesSlide57.xml" ContentType="application/vnd.openxmlformats-officedocument.presentationml.notesSlide+xml"/>
  <Override PartName="/ppt/notesSlides/notesSlide51.xml" ContentType="application/vnd.openxmlformats-officedocument.presentationml.notesSlide+xml"/>
  <Override PartName="/ppt/notesSlides/notesSlide9.xml" ContentType="application/vnd.openxmlformats-officedocument.presentationml.notesSlide+xml"/>
  <Override PartName="/ppt/slideLayouts/slideLayout1.xml" ContentType="application/vnd.openxmlformats-officedocument.presentationml.slideLayout+xml"/>
  <Override PartName="/ppt/notesSlides/notesSlide15.xml" ContentType="application/vnd.openxmlformats-officedocument.presentationml.notesSlide+xml"/>
  <Override PartName="/ppt/slideLayouts/slideLayout9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s/slide1.xml" ContentType="application/vnd.openxmlformats-officedocument.presentationml.slide+xml"/>
  <Override PartName="/ppt/viewProps.xml" ContentType="application/vnd.openxmlformats-officedocument.presentationml.viewProps+xml"/>
  <Override PartName="/ppt/slides/slide55.xml" ContentType="application/vnd.openxmlformats-officedocument.presentationml.slide+xml"/>
  <Override PartName="/ppt/slides/slide19.xml" ContentType="application/vnd.openxmlformats-officedocument.presentationml.slide+xml"/>
  <Override PartName="/ppt/slideLayouts/slideLayout10.xml" ContentType="application/vnd.openxmlformats-officedocument.presentationml.slideLayout+xml"/>
  <Override PartName="/ppt/notesSlides/notesSlide11.xml" ContentType="application/vnd.openxmlformats-officedocument.presentationml.notesSlide+xml"/>
  <Override PartName="/ppt/slides/slide25.xml" ContentType="application/vnd.openxmlformats-officedocument.presentationml.slide+xml"/>
  <Override PartName="/ppt/slideLayouts/slideLayout12.xml" ContentType="application/vnd.openxmlformats-officedocument.presentationml.slideLayout+xml"/>
  <Override PartName="/ppt/slideLayouts/slideLayout5.xml" ContentType="application/vnd.openxmlformats-officedocument.presentationml.slideLayout+xml"/>
  <Override PartName="/ppt/notesSlides/notesSlide14.xml" ContentType="application/vnd.openxmlformats-officedocument.presentationml.notesSlide+xml"/>
  <Override PartName="/ppt/slides/slide83.xml" ContentType="application/vnd.openxmlformats-officedocument.presentationml.slide+xml"/>
  <Override PartName="/ppt/notesSlides/notesSlide26.xml" ContentType="application/vnd.openxmlformats-officedocument.presentationml.notesSlide+xml"/>
  <Override PartName="/ppt/slides/slide33.xml" ContentType="application/vnd.openxmlformats-officedocument.presentationml.slide+xml"/>
  <Override PartName="/ppt/notesSlides/notesSlide17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15.xml" ContentType="application/vnd.openxmlformats-officedocument.presentationml.slide+xml"/>
  <Override PartName="/ppt/slideLayouts/slideLayout7.xml" ContentType="application/vnd.openxmlformats-officedocument.presentationml.slideLayout+xml"/>
  <Override PartName="/ppt/notesSlides/notesSlide34.xml" ContentType="application/vnd.openxmlformats-officedocument.presentationml.notesSlide+xml"/>
  <Override PartName="/ppt/slides/slide76.xml" ContentType="application/vnd.openxmlformats-officedocument.presentationml.slide+xml"/>
  <Override PartName="/ppt/notesSlides/notesSlide63.xml" ContentType="application/vnd.openxmlformats-officedocument.presentationml.notesSlide+xml"/>
  <Override PartName="/ppt/notesSlides/notesSlide54.xml" ContentType="application/vnd.openxmlformats-officedocument.presentationml.notesSlide+xml"/>
  <Override PartName="/ppt/slides/slide2.xml" ContentType="application/vnd.openxmlformats-officedocument.presentationml.slide+xml"/>
  <Override PartName="/ppt/slides/slide27.xml" ContentType="application/vnd.openxmlformats-officedocument.presentationml.slide+xml"/>
  <Override PartName="/ppt/slides/slide50.xml" ContentType="application/vnd.openxmlformats-officedocument.presentationml.slide+xml"/>
  <Override PartName="/ppt/slides/slide42.xml" ContentType="application/vnd.openxmlformats-officedocument.presentationml.slide+xml"/>
  <Override PartName="/ppt/notesSlides/notesSlide16.xml" ContentType="application/vnd.openxmlformats-officedocument.presentationml.notesSlide+xml"/>
  <Override PartName="/ppt/slides/slide74.xml" ContentType="application/vnd.openxmlformats-officedocument.presentationml.slide+xml"/>
  <Override PartName="/ppt/slides/slide26.xml" ContentType="application/vnd.openxmlformats-officedocument.presentationml.slide+xml"/>
  <Override PartName="/ppt/notesMasters/notesMaster1.xml" ContentType="application/vnd.openxmlformats-officedocument.presentationml.notesMaster+xml"/>
  <Override PartName="/ppt/slideLayouts/slideLayout4.xml" ContentType="application/vnd.openxmlformats-officedocument.presentationml.slideLayout+xml"/>
  <Override PartName="/ppt/slides/slide13.xml" ContentType="application/vnd.openxmlformats-officedocument.presentationml.slide+xml"/>
  <Override PartName="/ppt/notesSlides/notesSlide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49.xml" ContentType="application/vnd.openxmlformats-officedocument.presentationml.notesSlide+xml"/>
  <Override PartName="/ppt/slides/slide36.xml" ContentType="application/vnd.openxmlformats-officedocument.presentationml.slide+xml"/>
  <Override PartName="/ppt/slides/slide12.xml" ContentType="application/vnd.openxmlformats-officedocument.presentationml.slide+xml"/>
  <Override PartName="/ppt/slides/slide28.xml" ContentType="application/vnd.openxmlformats-officedocument.presentationml.slide+xml"/>
  <Override PartName="/ppt/slides/slide73.xml" ContentType="application/vnd.openxmlformats-officedocument.presentationml.slide+xml"/>
  <Override PartName="/ppt/slides/slide84.xml" ContentType="application/vnd.openxmlformats-officedocument.presentationml.slide+xml"/>
  <Override PartName="/ppt/slideLayouts/slideLayout8.xml" ContentType="application/vnd.openxmlformats-officedocument.presentationml.slideLayout+xml"/>
  <Override PartName="/ppt/notesSlides/notesSlide32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27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12.xml" ContentType="application/vnd.openxmlformats-officedocument.presentationml.notesSlide+xml"/>
  <Override PartName="/ppt/slides/slide53.xml" ContentType="application/vnd.openxmlformats-officedocument.presentationml.slide+xml"/>
  <Override PartName="/ppt/notesSlides/notesSlide28.xml" ContentType="application/vnd.openxmlformats-officedocument.presentationml.notesSlide+xml"/>
  <Override PartName="/ppt/slides/slide85.xml" ContentType="application/vnd.openxmlformats-officedocument.presentationml.slide+xml"/>
  <Override PartName="/ppt/slides/slide32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21.xml" ContentType="application/vnd.openxmlformats-officedocument.presentationml.slide+xml"/>
  <Override PartName="/ppt/slides/slide58.xml" ContentType="application/vnd.openxmlformats-officedocument.presentationml.slide+xml"/>
  <Override PartName="/docProps/app.xml" ContentType="application/vnd.openxmlformats-officedocument.extended-properties+xml"/>
  <Override PartName="/ppt/notesSlides/notesSlide61.xml" ContentType="application/vnd.openxmlformats-officedocument.presentationml.notesSlide+xml"/>
  <Override PartName="/ppt/notesSlides/notesSlide31.xml" ContentType="application/vnd.openxmlformats-officedocument.presentationml.notesSlide+xml"/>
  <Override PartName="/ppt/slideLayouts/slideLayout2.xml" ContentType="application/vnd.openxmlformats-officedocument.presentationml.slideLayout+xml"/>
  <Override PartName="/ppt/notesSlides/notesSlide18.xml" ContentType="application/vnd.openxmlformats-officedocument.presentationml.notesSlide+xml"/>
  <Override PartName="/ppt/slides/slide16.xml" ContentType="application/vnd.openxmlformats-officedocument.presentationml.slide+xml"/>
  <Override PartName="/ppt/slides/slide29.xml" ContentType="application/vnd.openxmlformats-officedocument.presentationml.slide+xml"/>
  <Override PartName="/ppt/notesSlides/notesSlide8.xml" ContentType="application/vnd.openxmlformats-officedocument.presentationml.notesSlide+xml"/>
  <Override PartName="/ppt/notesSlides/notesSlide25.xml" ContentType="application/vnd.openxmlformats-officedocument.presentationml.notesSlide+xml"/>
  <Override PartName="/ppt/presentation.xml" ContentType="application/vnd.openxmlformats-officedocument.presentationml.presentation.main+xml"/>
  <Override PartName="/ppt/notesSlides/notesSlide19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60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55.xml" ContentType="application/vnd.openxmlformats-officedocument.presentationml.notesSlide+xml"/>
  <Override PartName="/ppt/slides/slide23.xml" ContentType="application/vnd.openxmlformats-officedocument.presentationml.slide+xml"/>
  <Override PartName="/ppt/slides/slide48.xml" ContentType="application/vnd.openxmlformats-officedocument.presentationml.slide+xml"/>
  <Override PartName="/ppt/slides/slide18.xml" ContentType="application/vnd.openxmlformats-officedocument.presentationml.slide+xml"/>
  <Override PartName="/ppt/notesSlides/notesSlide48.xml" ContentType="application/vnd.openxmlformats-officedocument.presentationml.notesSlide+xml"/>
  <Override PartName="/ppt/slides/slide30.xml" ContentType="application/vnd.openxmlformats-officedocument.presentationml.slide+xml"/>
  <Override PartName="/ppt/notesSlides/notesSlide33.xml" ContentType="application/vnd.openxmlformats-officedocument.presentationml.notesSlide+xml"/>
  <Override PartName="/ppt/slides/slide54.xml" ContentType="application/vnd.openxmlformats-officedocument.presentationml.slide+xml"/>
  <Override PartName="/ppt/slides/slide24.xml" ContentType="application/vnd.openxmlformats-officedocument.presentationml.slide+xml"/>
  <Override PartName="/ppt/notesSlides/notesSlide52.xml" ContentType="application/vnd.openxmlformats-officedocument.presentationml.notesSlide+xml"/>
  <Override PartName="/ppt/notesSlides/notesSlide56.xml" ContentType="application/vnd.openxmlformats-officedocument.presentationml.notesSlide+xml"/>
  <Override PartName="/ppt/slides/slide37.xml" ContentType="application/vnd.openxmlformats-officedocument.presentationml.slide+xml"/>
  <Override PartName="/ppt/slides/slide82.xml" ContentType="application/vnd.openxmlformats-officedocument.presentationml.slide+xml"/>
  <Override PartName="/ppt/slideMasters/slideMaster1.xml" ContentType="application/vnd.openxmlformats-officedocument.presentationml.slideMaster+xml"/>
  <Override PartName="/ppt/notesSlides/notesSlide20.xml" ContentType="application/vnd.openxmlformats-officedocument.presentationml.notesSlide+xml"/>
  <Override PartName="/ppt/notesSlides/notesSlide47.xml" ContentType="application/vnd.openxmlformats-officedocument.presentationml.notesSlide+xml"/>
  <Override PartName="/ppt/slides/slide35.xml" ContentType="application/vnd.openxmlformats-officedocument.presentationml.slide+xml"/>
  <Override PartName="/ppt/notesSlides/notesSlide64.xml" ContentType="application/vnd.openxmlformats-officedocument.presentationml.notesSlide+xml"/>
  <Override PartName="/ppt/slides/slide20.xml" ContentType="application/vnd.openxmlformats-officedocument.presentationml.slide+xml"/>
  <Override PartName="/ppt/theme/theme2.xml" ContentType="application/vnd.openxmlformats-officedocument.theme+xml"/>
  <Override PartName="/ppt/slides/slide52.xml" ContentType="application/vnd.openxmlformats-officedocument.presentationml.slide+xml"/>
  <Override PartName="/ppt/slides/slide34.xml" ContentType="application/vnd.openxmlformats-officedocument.presentationml.slide+xml"/>
  <Override PartName="/ppt/tableStyles.xml" ContentType="application/vnd.openxmlformats-officedocument.presentationml.tableStyles+xml"/>
  <Override PartName="/ppt/presProps.xml" ContentType="application/vnd.openxmlformats-officedocument.presentationml.presProps+xml"/>
  <Override PartName="/ppt/slideLayouts/slideLayout11.xml" ContentType="application/vnd.openxmlformats-officedocument.presentationml.slideLayout+xml"/>
  <Override PartName="/ppt/slides/slide81.xml" ContentType="application/vnd.openxmlformats-officedocument.presentationml.slide+xml"/>
  <Override PartName="/ppt/slides/slide80.xml" ContentType="application/vnd.openxmlformats-officedocument.presentationml.slide+xml"/>
  <Override PartName="/ppt/notesSlides/notesSlide62.xml" ContentType="application/vnd.openxmlformats-officedocument.presentationml.notesSlide+xml"/>
  <Override PartName="/ppt/slides/slide79.xml" ContentType="application/vnd.openxmlformats-officedocument.presentationml.slide+xml"/>
  <Override PartName="/ppt/slides/slide6.xml" ContentType="application/vnd.openxmlformats-officedocument.presentationml.slide+xml"/>
  <Override PartName="/ppt/slides/slide59.xml" ContentType="application/vnd.openxmlformats-officedocument.presentationml.slide+xml"/>
  <Override PartName="/ppt/slides/slide51.xml" ContentType="application/vnd.openxmlformats-officedocument.presentationml.slide+xml"/>
  <Override PartName="/ppt/slides/slide31.xml" ContentType="application/vnd.openxmlformats-officedocument.presentationml.slide+xml"/>
  <Override PartName="/ppt/slides/slide7.xml" ContentType="application/vnd.openxmlformats-officedocument.presentationml.slide+xml"/>
  <Override PartName="/ppt/slideLayouts/slideLayout13.xml" ContentType="application/vnd.openxmlformats-officedocument.presentationml.slideLayout+xml"/>
  <Override PartName="/ppt/notesSlides/notesSlide21.xml" ContentType="application/vnd.openxmlformats-officedocument.presentationml.notesSlide+xml"/>
  <Override PartName="/ppt/notesSlides/notesSlide1.xml" ContentType="application/vnd.openxmlformats-officedocument.presentationml.notesSlide+xml"/>
  <Override PartName="/ppt/slides/slide38.xml" ContentType="application/vnd.openxmlformats-officedocument.presentationml.slide+xml"/>
  <Override PartName="/ppt/slideLayouts/slideLayout6.xml" ContentType="application/vnd.openxmlformats-officedocument.presentationml.slideLayout+xml"/>
  <Override PartName="/ppt/notesSlides/notesSlide2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53.xml" ContentType="application/vnd.openxmlformats-officedocument.presentationml.notesSlide+xml"/>
  <Override PartName="/ppt/slides/slide22.xml" ContentType="application/vnd.openxmlformats-officedocument.presentationml.slide+xml"/>
  <Override PartName="/ppt/slides/slide4.xml" ContentType="application/vnd.openxmlformats-officedocument.presentationml.slide+xml"/>
  <Override PartName="/ppt/notesSlides/notesSlide42.xml" ContentType="application/vnd.openxmlformats-officedocument.presentationml.notesSlide+xml"/>
  <Override PartName="/ppt/slides/slide39.xml" ContentType="application/vnd.openxmlformats-officedocument.presentationml.slide+xml"/>
  <Override PartName="/ppt/slides/slide64.xml" ContentType="application/vnd.openxmlformats-officedocument.presentationml.slide+xml"/>
  <Override PartName="/ppt/slides/slide69.xml" ContentType="application/vnd.openxmlformats-officedocument.presentationml.slide+xml"/>
  <Override PartName="/ppt/slides/slide66.xml" ContentType="application/vnd.openxmlformats-officedocument.presentationml.slide+xml"/>
  <Override PartName="/ppt/slides/slide41.xml" ContentType="application/vnd.openxmlformats-officedocument.presentationml.slide+xml"/>
  <Override PartName="/ppt/slides/slide45.xml" ContentType="application/vnd.openxmlformats-officedocument.presentationml.slide+xml"/>
  <Override PartName="/ppt/notesSlides/notesSlide37.xml" ContentType="application/vnd.openxmlformats-officedocument.presentationml.notesSlide+xml"/>
  <Override PartName="/ppt/theme/theme1.xml" ContentType="application/vnd.openxmlformats-officedocument.theme+xml"/>
  <Override PartName="/ppt/slides/slide49.xml" ContentType="application/vnd.openxmlformats-officedocument.presentationml.slide+xml"/>
  <Override PartName="/ppt/slides/slide8.xml" ContentType="application/vnd.openxmlformats-officedocument.presentationml.slide+xml"/>
  <Override PartName="/ppt/slides/slide43.xml" ContentType="application/vnd.openxmlformats-officedocument.presentationml.slide+xml"/>
  <Override PartName="/docProps/core.xml" ContentType="application/vnd.openxmlformats-package.core-properties+xml"/>
  <Override PartName="/ppt/slides/slide44.xml" ContentType="application/vnd.openxmlformats-officedocument.presentationml.slide+xml"/>
  <Override PartName="/ppt/slides/slide17.xml" ContentType="application/vnd.openxmlformats-officedocument.presentationml.slide+xml"/>
  <Override PartName="/ppt/slides/slide78.xml" ContentType="application/vnd.openxmlformats-officedocument.presentationml.slide+xml"/>
  <Override PartName="/ppt/notesSlides/notesSlide50.xml" ContentType="application/vnd.openxmlformats-officedocument.presentationml.notesSlide+xml"/>
  <Override PartName="/ppt/slides/slide70.xml" ContentType="application/vnd.openxmlformats-officedocument.presentationml.slide+xml"/>
  <Override PartName="/ppt/slides/slide65.xml" ContentType="application/vnd.openxmlformats-officedocument.presentationml.slide+xml"/>
  <Override PartName="/ppt/slides/slide57.xml" ContentType="application/vnd.openxmlformats-officedocument.presentationml.slide+xml"/>
  <Override PartName="/ppt/slides/slide9.xml" ContentType="application/vnd.openxmlformats-officedocument.presentationml.slide+xml"/>
  <Override PartName="/ppt/slides/slide71.xml" ContentType="application/vnd.openxmlformats-officedocument.presentationml.slide+xml"/>
  <Override PartName="/ppt/slides/slide56.xml" ContentType="application/vnd.openxmlformats-officedocument.presentationml.slide+xml"/>
  <Override PartName="/ppt/notesSlides/notesSlide58.xml" ContentType="application/vnd.openxmlformats-officedocument.presentationml.notesSlide+xml"/>
  <Override PartName="/ppt/notesSlides/notesSlide7.xml" ContentType="application/vnd.openxmlformats-officedocument.presentationml.notesSlide+xml"/>
  <Override PartName="/ppt/slides/slide61.xml" ContentType="application/vnd.openxmlformats-officedocument.presentationml.slide+xml"/>
  <Override PartName="/ppt/slides/slide11.xml" ContentType="application/vnd.openxmlformats-officedocument.presentationml.slide+xml"/>
  <Override PartName="/ppt/slides/slide67.xml" ContentType="application/vnd.openxmlformats-officedocument.presentationml.slide+xml"/>
  <Override PartName="/ppt/slides/slide77.xml" ContentType="application/vnd.openxmlformats-officedocument.presentationml.slide+xml"/>
  <Override PartName="/ppt/notesSlides/notesSlide5.xml" ContentType="application/vnd.openxmlformats-officedocument.presentationml.notesSlide+xml"/>
  <Override PartName="/ppt/notesSlides/notesSlide39.xml" ContentType="application/vnd.openxmlformats-officedocument.presentationml.notes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72.xml" ContentType="application/vnd.openxmlformats-officedocument.presentationml.slide+xml"/>
  <Override PartName="/ppt/slides/slide47.xml" ContentType="application/vnd.openxmlformats-officedocument.presentationml.slide+xml"/>
  <Override PartName="/ppt/slides/slide40.xml" ContentType="application/vnd.openxmlformats-officedocument.presentationml.slide+xml"/>
  <Override PartName="/ppt/slides/slide46.xml" ContentType="application/vnd.openxmlformats-officedocument.presentationml.slide+xml"/>
  <Override PartName="/ppt/slides/slide68.xml" ContentType="application/vnd.openxmlformats-officedocument.presentationml.slide+xml"/>
  <Override PartName="/ppt/slides/slide75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30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24.xml" ContentType="application/vnd.openxmlformats-officedocument.presentationml.notesSlide+xml"/>
  <Override PartName="/ppt/slides/slide60.xml" ContentType="application/vnd.openxmlformats-officedocument.presentationml.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45.xml" ContentType="application/vnd.openxmlformats-officedocument.presentationml.notesSlide+xml"/>
</Types>
</file>

<file path=_rels/.rels><?xml version="1.0" encoding="UTF-8" standalone="yes"?><Relationships xmlns="http://schemas.openxmlformats.org/package/2006/relationships"><Relationship Id="rId2" Type="http://schemas.openxmlformats.org/officeDocument/2006/relationships/extended-properties" Target="docProps/app.xml" /><Relationship Id="rId0" Type="http://schemas.openxmlformats.org/officeDocument/2006/relationships/officeDocument" Target="ppt/presentation.xml" /><Relationship Id="rId1" Type="http://schemas.openxmlformats.org/package/2006/relationships/metadata/core-properties" Target="docProps/core.xml" /></Relationships>
</file>

<file path=ppt/presentation.xml><?xml version="1.0" encoding="utf-8"?>
<p:presentation xmlns:p15="http://schemas.microsoft.com/office/powerpoint/2012/main" xmlns:a="http://schemas.openxmlformats.org/drawingml/2006/main" xmlns:p="http://schemas.openxmlformats.org/presentationml/2006/main" xmlns:r="http://schemas.openxmlformats.org/officeDocument/2006/relationships" xmlns:mc="http://schemas.openxmlformats.org/markup-compatibility/2006" firstSlideNum="1" mc:Ignorable="p15">
  <p:sldMasterIdLst>
    <p:sldMasterId id="2147483648" r:id="rId0"/>
  </p:sldMasterIdLst>
  <p:notesMasterIdLst>
    <p:notesMasterId r:id="rId86"/>
  </p:notesMasterIdLst>
  <p:sldIdLst>
    <p:sldId id="256" r:id="rId1"/>
    <p:sldId id="257" r:id="rId2"/>
    <p:sldId id="258" r:id="rId3"/>
    <p:sldId id="259" r:id="rId4"/>
    <p:sldId id="260" r:id="rId5"/>
    <p:sldId id="261" r:id="rId6"/>
    <p:sldId id="262" r:id="rId7"/>
    <p:sldId id="263" r:id="rId8"/>
    <p:sldId id="264" r:id="rId9"/>
    <p:sldId id="265" r:id="rId10"/>
    <p:sldId id="266" r:id="rId11"/>
    <p:sldId id="267" r:id="rId12"/>
    <p:sldId id="268" r:id="rId13"/>
    <p:sldId id="269" r:id="rId14"/>
    <p:sldId id="270" r:id="rId15"/>
    <p:sldId id="271" r:id="rId16"/>
    <p:sldId id="272" r:id="rId17"/>
    <p:sldId id="273" r:id="rId18"/>
    <p:sldId id="274" r:id="rId19"/>
    <p:sldId id="275" r:id="rId20"/>
    <p:sldId id="276" r:id="rId21"/>
    <p:sldId id="277" r:id="rId22"/>
    <p:sldId id="278" r:id="rId23"/>
    <p:sldId id="279" r:id="rId24"/>
    <p:sldId id="280" r:id="rId25"/>
    <p:sldId id="281" r:id="rId26"/>
    <p:sldId id="282" r:id="rId27"/>
    <p:sldId id="283" r:id="rId28"/>
    <p:sldId id="284" r:id="rId29"/>
    <p:sldId id="285" r:id="rId30"/>
    <p:sldId id="286" r:id="rId31"/>
    <p:sldId id="287" r:id="rId32"/>
    <p:sldId id="288" r:id="rId33"/>
    <p:sldId id="289" r:id="rId34"/>
    <p:sldId id="290" r:id="rId35"/>
    <p:sldId id="291" r:id="rId36"/>
    <p:sldId id="292" r:id="rId37"/>
    <p:sldId id="293" r:id="rId38"/>
    <p:sldId id="294" r:id="rId39"/>
    <p:sldId id="295" r:id="rId40"/>
    <p:sldId id="296" r:id="rId41"/>
    <p:sldId id="297" r:id="rId42"/>
    <p:sldId id="298" r:id="rId43"/>
    <p:sldId id="299" r:id="rId44"/>
    <p:sldId id="300" r:id="rId45"/>
    <p:sldId id="301" r:id="rId46"/>
    <p:sldId id="302" r:id="rId47"/>
    <p:sldId id="303" r:id="rId48"/>
    <p:sldId id="304" r:id="rId49"/>
    <p:sldId id="305" r:id="rId50"/>
    <p:sldId id="306" r:id="rId51"/>
    <p:sldId id="307" r:id="rId52"/>
    <p:sldId id="308" r:id="rId53"/>
    <p:sldId id="309" r:id="rId54"/>
    <p:sldId id="310" r:id="rId55"/>
    <p:sldId id="311" r:id="rId56"/>
    <p:sldId id="312" r:id="rId57"/>
    <p:sldId id="313" r:id="rId58"/>
    <p:sldId id="314" r:id="rId59"/>
    <p:sldId id="315" r:id="rId60"/>
    <p:sldId id="316" r:id="rId61"/>
    <p:sldId id="317" r:id="rId62"/>
    <p:sldId id="318" r:id="rId63"/>
    <p:sldId id="319" r:id="rId64"/>
    <p:sldId id="320" r:id="rId65"/>
    <p:sldId id="321" r:id="rId66"/>
    <p:sldId id="322" r:id="rId67"/>
    <p:sldId id="323" r:id="rId68"/>
    <p:sldId id="324" r:id="rId69"/>
    <p:sldId id="325" r:id="rId70"/>
    <p:sldId id="326" r:id="rId71"/>
    <p:sldId id="327" r:id="rId72"/>
    <p:sldId id="328" r:id="rId73"/>
    <p:sldId id="329" r:id="rId74"/>
    <p:sldId id="330" r:id="rId75"/>
    <p:sldId id="331" r:id="rId76"/>
    <p:sldId id="332" r:id="rId77"/>
    <p:sldId id="333" r:id="rId78"/>
    <p:sldId id="334" r:id="rId79"/>
    <p:sldId id="335" r:id="rId80"/>
    <p:sldId id="336" r:id="rId81"/>
    <p:sldId id="337" r:id="rId82"/>
    <p:sldId id="338" r:id="rId83"/>
    <p:sldId id="339" r:id="rId84"/>
    <p:sldId id="340" r:id="rId85"/>
  </p:sldIdLst>
  <p:sldSz cx="9144000" cy="6858000" type="screen4x3"/>
  <p:notesSz cx="6858000" cy="9144000"/>
  <p:defaultTextStyle>
    <a:defPPr>
      <a:defRPr lang="en-US"/>
    </a:defPPr>
    <a:lvl1pPr algn="l" rtl="false" eaLnBrk="false" fontAlgn="base" hangingPunct="false">
      <a:spcBef>
        <a:spcPct val="1"/>
      </a:spcBef>
      <a:spcAft>
        <a:spcPct val="1"/>
      </a:spcAft>
      <a:defRPr sz="2000" b="true" kern="1200">
        <a:solidFill>
          <a:schemeClr val="tx1"/>
        </a:solidFill>
        <a:latin typeface="Comic Sans MS" panose="030F0702030302020204" charset="0"/>
        <a:ea typeface="宋体" pitchFamily="2" charset="-122"/>
        <a:cs typeface="+mn-cs"/>
      </a:defRPr>
    </a:lvl1pPr>
    <a:lvl2pPr marL="457200" algn="l" rtl="false" eaLnBrk="false" fontAlgn="base" hangingPunct="false">
      <a:spcBef>
        <a:spcPct val="1"/>
      </a:spcBef>
      <a:spcAft>
        <a:spcPct val="1"/>
      </a:spcAft>
      <a:defRPr sz="2000" b="true" kern="1200">
        <a:solidFill>
          <a:schemeClr val="tx1"/>
        </a:solidFill>
        <a:latin typeface="Comic Sans MS" panose="030F0702030302020204" charset="0"/>
        <a:ea typeface="宋体" pitchFamily="2" charset="-122"/>
        <a:cs typeface="+mn-cs"/>
      </a:defRPr>
    </a:lvl2pPr>
    <a:lvl3pPr marL="914400" algn="l" rtl="false" eaLnBrk="false" fontAlgn="base" hangingPunct="false">
      <a:spcBef>
        <a:spcPct val="1"/>
      </a:spcBef>
      <a:spcAft>
        <a:spcPct val="1"/>
      </a:spcAft>
      <a:defRPr sz="2000" b="true" kern="1200">
        <a:solidFill>
          <a:schemeClr val="tx1"/>
        </a:solidFill>
        <a:latin typeface="Comic Sans MS" panose="030F0702030302020204" charset="0"/>
        <a:ea typeface="宋体" pitchFamily="2" charset="-122"/>
        <a:cs typeface="+mn-cs"/>
      </a:defRPr>
    </a:lvl3pPr>
    <a:lvl4pPr marL="1371600" algn="l" rtl="false" eaLnBrk="false" fontAlgn="base" hangingPunct="false">
      <a:spcBef>
        <a:spcPct val="1"/>
      </a:spcBef>
      <a:spcAft>
        <a:spcPct val="1"/>
      </a:spcAft>
      <a:defRPr sz="2000" b="true" kern="1200">
        <a:solidFill>
          <a:schemeClr val="tx1"/>
        </a:solidFill>
        <a:latin typeface="Comic Sans MS" panose="030F0702030302020204" charset="0"/>
        <a:ea typeface="宋体" pitchFamily="2" charset="-122"/>
        <a:cs typeface="+mn-cs"/>
      </a:defRPr>
    </a:lvl4pPr>
    <a:lvl5pPr marL="1828800" algn="l" rtl="false" eaLnBrk="false" fontAlgn="base" hangingPunct="false">
      <a:spcBef>
        <a:spcPct val="1"/>
      </a:spcBef>
      <a:spcAft>
        <a:spcPct val="1"/>
      </a:spcAft>
      <a:defRPr sz="2000" b="true" kern="1200">
        <a:solidFill>
          <a:schemeClr val="tx1"/>
        </a:solidFill>
        <a:latin typeface="Comic Sans MS" panose="030F0702030302020204" charset="0"/>
        <a:ea typeface="宋体" pitchFamily="2" charset="-122"/>
        <a:cs typeface="+mn-cs"/>
      </a:defRPr>
    </a:lvl5pPr>
    <a:lvl6pPr marL="2286000" algn="l" defTabSz="914400" rtl="false" eaLnBrk="true" latinLnBrk="false" hangingPunct="true">
      <a:defRPr sz="2000" b="true" kern="1200">
        <a:solidFill>
          <a:schemeClr val="tx1"/>
        </a:solidFill>
        <a:latin typeface="Comic Sans MS" panose="030F0702030302020204" charset="0"/>
        <a:ea typeface="宋体" pitchFamily="2" charset="-122"/>
        <a:cs typeface="+mn-cs"/>
      </a:defRPr>
    </a:lvl6pPr>
    <a:lvl7pPr marL="2743200" algn="l" defTabSz="914400" rtl="false" eaLnBrk="true" latinLnBrk="false" hangingPunct="true">
      <a:defRPr sz="2000" b="true" kern="1200">
        <a:solidFill>
          <a:schemeClr val="tx1"/>
        </a:solidFill>
        <a:latin typeface="Comic Sans MS" panose="030F0702030302020204" charset="0"/>
        <a:ea typeface="宋体" pitchFamily="2" charset="-122"/>
        <a:cs typeface="+mn-cs"/>
      </a:defRPr>
    </a:lvl7pPr>
    <a:lvl8pPr marL="3200400" algn="l" defTabSz="914400" rtl="false" eaLnBrk="true" latinLnBrk="false" hangingPunct="true">
      <a:defRPr sz="2000" b="true" kern="1200">
        <a:solidFill>
          <a:schemeClr val="tx1"/>
        </a:solidFill>
        <a:latin typeface="Comic Sans MS" panose="030F0702030302020204" charset="0"/>
        <a:ea typeface="宋体" pitchFamily="2" charset="-122"/>
        <a:cs typeface="+mn-cs"/>
      </a:defRPr>
    </a:lvl8pPr>
    <a:lvl9pPr marL="3657600" algn="l" defTabSz="914400" rtl="false" eaLnBrk="true" latinLnBrk="false" hangingPunct="true">
      <a:defRPr sz="2000" b="true" kern="1200">
        <a:solidFill>
          <a:schemeClr val="tx1"/>
        </a:solidFill>
        <a:latin typeface="Comic Sans MS" panose="030F0702030302020204" charset="0"/>
        <a:ea typeface="宋体" pitchFamily="2" charset="-122"/>
        <a:cs typeface="+mn-cs"/>
      </a:defRPr>
    </a:lvl9pPr>
  </p:defaultTextStyle>
  <p:extLst>
    <p:ext uri="{EFAFB233-063F-42B5-8137-9DF3F51BA10A}">
      <p15:sldGuideLst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p="http://schemas.openxmlformats.org/presentationml/2006/main">
  <p:showPr showNarration="true">
    <p:present/>
    <p:sldAll/>
    <p:penClr>
      <a:srgbClr val="FF0000"/>
    </p:penClr>
    <p:extLst>
      <p:ext uri="{EC167BDD-8182-4AB7-AECC-EB403E3ABB37}"/>
      <p:ext uri="{2FDB2607-1784-4EEB-B798-7EB5836EED8A}"/>
    </p:extLst>
  </p:showPr>
  <p:extLst>
    <p:ext uri="{E76CE94A-603C-4142-B9EB-6D1370010A27}"/>
    <p:ext uri="{D31A062A-798A-4329-ABDD-BBA856620510}"/>
    <p:ext uri="{FD5EFAAD-0ECE-453E-9831-46B23BE46B34}"/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p="http://schemas.openxmlformats.org/presentationml/2006/main">
  <p:normalViewPr>
    <p:restoredLeft sz="12491" autoAdjust="false"/>
    <p:restoredTop sz="93494" autoAdjust="false"/>
  </p:normalViewPr>
  <p:slideViewPr>
    <p:cSldViewPr>
      <p:cViewPr varScale="true">
        <p:scale>
          <a:sx n="110" d="100"/>
          <a:sy n="110" d="100"/>
        </p:scale>
        <p:origin x="1968" y="184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75" d="100"/>
        <a:sy n="75" d="100"/>
      </p:scale>
      <p:origin x="0" y="0"/>
    </p:cViewPr>
  </p:sorterViewPr>
  <p:gridSpacing cx="76200" cy="76200"/>
</p:viewPr>
</file>

<file path=ppt/_rels/presentation.xml.rels><?xml version="1.0" encoding="UTF-8" standalone="yes"?><Relationships xmlns="http://schemas.openxmlformats.org/package/2006/relationships"><Relationship Id="rId89" Type="http://schemas.openxmlformats.org/officeDocument/2006/relationships/viewProps" Target="viewProps.xml" /><Relationship Id="rId88" Type="http://schemas.openxmlformats.org/officeDocument/2006/relationships/tableStyles" Target="tableStyles.xml" /><Relationship Id="rId87" Type="http://schemas.openxmlformats.org/officeDocument/2006/relationships/presProps" Target="presProps.xml" /><Relationship Id="rId86" Type="http://schemas.openxmlformats.org/officeDocument/2006/relationships/notesMaster" Target="notesMasters/notesMaster1.xml" /><Relationship Id="rId83" Type="http://schemas.openxmlformats.org/officeDocument/2006/relationships/slide" Target="slides/slide83.xml" /><Relationship Id="rId81" Type="http://schemas.openxmlformats.org/officeDocument/2006/relationships/slide" Target="slides/slide81.xml" /><Relationship Id="rId80" Type="http://schemas.openxmlformats.org/officeDocument/2006/relationships/slide" Target="slides/slide80.xml" /><Relationship Id="rId8" Type="http://schemas.openxmlformats.org/officeDocument/2006/relationships/slide" Target="slides/slide8.xml" /><Relationship Id="rId35" Type="http://schemas.openxmlformats.org/officeDocument/2006/relationships/slide" Target="slides/slide35.xml" /><Relationship Id="rId36" Type="http://schemas.openxmlformats.org/officeDocument/2006/relationships/slide" Target="slides/slide36.xml" /><Relationship Id="rId31" Type="http://schemas.openxmlformats.org/officeDocument/2006/relationships/slide" Target="slides/slide31.xml" /><Relationship Id="rId34" Type="http://schemas.openxmlformats.org/officeDocument/2006/relationships/slide" Target="slides/slide34.xml" /><Relationship Id="rId79" Type="http://schemas.openxmlformats.org/officeDocument/2006/relationships/slide" Target="slides/slide79.xml" /><Relationship Id="rId59" Type="http://schemas.openxmlformats.org/officeDocument/2006/relationships/slide" Target="slides/slide59.xml" /><Relationship Id="rId6" Type="http://schemas.openxmlformats.org/officeDocument/2006/relationships/slide" Target="slides/slide6.xml" /><Relationship Id="rId33" Type="http://schemas.openxmlformats.org/officeDocument/2006/relationships/slide" Target="slides/slide33.xml" /><Relationship Id="rId51" Type="http://schemas.openxmlformats.org/officeDocument/2006/relationships/slide" Target="slides/slide51.xml" /><Relationship Id="rId54" Type="http://schemas.openxmlformats.org/officeDocument/2006/relationships/slide" Target="slides/slide54.xml" /><Relationship Id="rId7" Type="http://schemas.openxmlformats.org/officeDocument/2006/relationships/slide" Target="slides/slide7.xml" /><Relationship Id="rId3" Type="http://schemas.openxmlformats.org/officeDocument/2006/relationships/slide" Target="slides/slide3.xml" /><Relationship Id="rId32" Type="http://schemas.openxmlformats.org/officeDocument/2006/relationships/slide" Target="slides/slide32.xml" /><Relationship Id="rId21" Type="http://schemas.openxmlformats.org/officeDocument/2006/relationships/slide" Target="slides/slide21.xml" /><Relationship Id="rId38" Type="http://schemas.openxmlformats.org/officeDocument/2006/relationships/slide" Target="slides/slide38.xml" /><Relationship Id="rId16" Type="http://schemas.openxmlformats.org/officeDocument/2006/relationships/slide" Target="slides/slide16.xml" /><Relationship Id="rId10" Type="http://schemas.openxmlformats.org/officeDocument/2006/relationships/slide" Target="slides/slide10.xml" /><Relationship Id="rId25" Type="http://schemas.openxmlformats.org/officeDocument/2006/relationships/slide" Target="slides/slide25.xml" /><Relationship Id="rId24" Type="http://schemas.openxmlformats.org/officeDocument/2006/relationships/slide" Target="slides/slide24.xml" /><Relationship Id="rId18" Type="http://schemas.openxmlformats.org/officeDocument/2006/relationships/slide" Target="slides/slide18.xml" /><Relationship Id="rId12" Type="http://schemas.openxmlformats.org/officeDocument/2006/relationships/slide" Target="slides/slide12.xml" /><Relationship Id="rId40" Type="http://schemas.openxmlformats.org/officeDocument/2006/relationships/slide" Target="slides/slide40.xml" /><Relationship Id="rId20" Type="http://schemas.openxmlformats.org/officeDocument/2006/relationships/slide" Target="slides/slide20.xml" /><Relationship Id="rId1" Type="http://schemas.openxmlformats.org/officeDocument/2006/relationships/slide" Target="slides/slide1.xml" /><Relationship Id="rId60" Type="http://schemas.openxmlformats.org/officeDocument/2006/relationships/slide" Target="slides/slide60.xml" /><Relationship Id="rId22" Type="http://schemas.openxmlformats.org/officeDocument/2006/relationships/slide" Target="slides/slide22.xml" /><Relationship Id="rId2" Type="http://schemas.openxmlformats.org/officeDocument/2006/relationships/slide" Target="slides/slide2.xml" /><Relationship Id="rId15" Type="http://schemas.openxmlformats.org/officeDocument/2006/relationships/slide" Target="slides/slide15.xml" /><Relationship Id="rId19" Type="http://schemas.openxmlformats.org/officeDocument/2006/relationships/slide" Target="slides/slide19.xml" /><Relationship Id="rId4" Type="http://schemas.openxmlformats.org/officeDocument/2006/relationships/slide" Target="slides/slide4.xml" /><Relationship Id="rId39" Type="http://schemas.openxmlformats.org/officeDocument/2006/relationships/slide" Target="slides/slide39.xml" /><Relationship Id="rId29" Type="http://schemas.openxmlformats.org/officeDocument/2006/relationships/slide" Target="slides/slide29.xml" /><Relationship Id="rId66" Type="http://schemas.openxmlformats.org/officeDocument/2006/relationships/slide" Target="slides/slide66.xml" /><Relationship Id="rId0" Type="http://schemas.openxmlformats.org/officeDocument/2006/relationships/slideMaster" Target="slideMasters/slideMaster1.xml" /><Relationship Id="rId73" Type="http://schemas.openxmlformats.org/officeDocument/2006/relationships/slide" Target="slides/slide73.xml" /><Relationship Id="rId41" Type="http://schemas.openxmlformats.org/officeDocument/2006/relationships/slide" Target="slides/slide41.xml" /><Relationship Id="rId45" Type="http://schemas.openxmlformats.org/officeDocument/2006/relationships/slide" Target="slides/slide45.xml" /><Relationship Id="rId42" Type="http://schemas.openxmlformats.org/officeDocument/2006/relationships/slide" Target="slides/slide42.xml" /><Relationship Id="rId23" Type="http://schemas.openxmlformats.org/officeDocument/2006/relationships/slide" Target="slides/slide23.xml" /><Relationship Id="rId49" Type="http://schemas.openxmlformats.org/officeDocument/2006/relationships/slide" Target="slides/slide49.xml" /><Relationship Id="rId43" Type="http://schemas.openxmlformats.org/officeDocument/2006/relationships/slide" Target="slides/slide43.xml" /><Relationship Id="rId27" Type="http://schemas.openxmlformats.org/officeDocument/2006/relationships/slide" Target="slides/slide27.xml" /><Relationship Id="rId44" Type="http://schemas.openxmlformats.org/officeDocument/2006/relationships/slide" Target="slides/slide44.xml" /><Relationship Id="rId46" Type="http://schemas.openxmlformats.org/officeDocument/2006/relationships/slide" Target="slides/slide46.xml" /><Relationship Id="rId47" Type="http://schemas.openxmlformats.org/officeDocument/2006/relationships/slide" Target="slides/slide47.xml" /><Relationship Id="rId48" Type="http://schemas.openxmlformats.org/officeDocument/2006/relationships/slide" Target="slides/slide48.xml" /><Relationship Id="rId5" Type="http://schemas.openxmlformats.org/officeDocument/2006/relationships/slide" Target="slides/slide5.xml" /><Relationship Id="rId69" Type="http://schemas.openxmlformats.org/officeDocument/2006/relationships/slide" Target="slides/slide69.xml" /><Relationship Id="rId50" Type="http://schemas.openxmlformats.org/officeDocument/2006/relationships/slide" Target="slides/slide50.xml" /><Relationship Id="rId17" Type="http://schemas.openxmlformats.org/officeDocument/2006/relationships/slide" Target="slides/slide17.xml" /><Relationship Id="rId52" Type="http://schemas.openxmlformats.org/officeDocument/2006/relationships/slide" Target="slides/slide52.xml" /><Relationship Id="rId53" Type="http://schemas.openxmlformats.org/officeDocument/2006/relationships/slide" Target="slides/slide53.xml" /><Relationship Id="rId28" Type="http://schemas.openxmlformats.org/officeDocument/2006/relationships/slide" Target="slides/slide28.xml" /><Relationship Id="rId78" Type="http://schemas.openxmlformats.org/officeDocument/2006/relationships/slide" Target="slides/slide78.xml" /><Relationship Id="rId65" Type="http://schemas.openxmlformats.org/officeDocument/2006/relationships/slide" Target="slides/slide65.xml" /><Relationship Id="rId55" Type="http://schemas.openxmlformats.org/officeDocument/2006/relationships/slide" Target="slides/slide55.xml" /><Relationship Id="rId85" Type="http://schemas.openxmlformats.org/officeDocument/2006/relationships/slide" Target="slides/slide85.xml" /><Relationship Id="rId84" Type="http://schemas.openxmlformats.org/officeDocument/2006/relationships/slide" Target="slides/slide84.xml" /><Relationship Id="rId26" Type="http://schemas.openxmlformats.org/officeDocument/2006/relationships/slide" Target="slides/slide26.xml" /><Relationship Id="rId57" Type="http://schemas.openxmlformats.org/officeDocument/2006/relationships/slide" Target="slides/slide57.xml" /><Relationship Id="rId74" Type="http://schemas.openxmlformats.org/officeDocument/2006/relationships/slide" Target="slides/slide74.xml" /><Relationship Id="rId9" Type="http://schemas.openxmlformats.org/officeDocument/2006/relationships/slide" Target="slides/slide9.xml" /><Relationship Id="rId70" Type="http://schemas.openxmlformats.org/officeDocument/2006/relationships/slide" Target="slides/slide70.xml" /><Relationship Id="rId71" Type="http://schemas.openxmlformats.org/officeDocument/2006/relationships/slide" Target="slides/slide71.xml" /><Relationship Id="rId56" Type="http://schemas.openxmlformats.org/officeDocument/2006/relationships/slide" Target="slides/slide56.xml" /><Relationship Id="rId82" Type="http://schemas.openxmlformats.org/officeDocument/2006/relationships/slide" Target="slides/slide82.xml" /><Relationship Id="rId13" Type="http://schemas.openxmlformats.org/officeDocument/2006/relationships/slide" Target="slides/slide13.xml" /><Relationship Id="rId58" Type="http://schemas.openxmlformats.org/officeDocument/2006/relationships/slide" Target="slides/slide58.xml" /><Relationship Id="rId61" Type="http://schemas.openxmlformats.org/officeDocument/2006/relationships/slide" Target="slides/slide61.xml" /><Relationship Id="rId37" Type="http://schemas.openxmlformats.org/officeDocument/2006/relationships/slide" Target="slides/slide37.xml" /><Relationship Id="rId11" Type="http://schemas.openxmlformats.org/officeDocument/2006/relationships/slide" Target="slides/slide11.xml" /><Relationship Id="rId77" Type="http://schemas.openxmlformats.org/officeDocument/2006/relationships/slide" Target="slides/slide77.xml" /><Relationship Id="rId62" Type="http://schemas.openxmlformats.org/officeDocument/2006/relationships/slide" Target="slides/slide62.xml" /><Relationship Id="rId63" Type="http://schemas.openxmlformats.org/officeDocument/2006/relationships/slide" Target="slides/slide63.xml" /><Relationship Id="rId64" Type="http://schemas.openxmlformats.org/officeDocument/2006/relationships/slide" Target="slides/slide64.xml" /><Relationship Id="rId14" Type="http://schemas.openxmlformats.org/officeDocument/2006/relationships/slide" Target="slides/slide14.xml" /><Relationship Id="rId67" Type="http://schemas.openxmlformats.org/officeDocument/2006/relationships/slide" Target="slides/slide67.xml" /><Relationship Id="rId72" Type="http://schemas.openxmlformats.org/officeDocument/2006/relationships/slide" Target="slides/slide72.xml" /><Relationship Id="rId68" Type="http://schemas.openxmlformats.org/officeDocument/2006/relationships/slide" Target="slides/slide68.xml" /><Relationship Id="rId75" Type="http://schemas.openxmlformats.org/officeDocument/2006/relationships/slide" Target="slides/slide75.xml" /><Relationship Id="rId30" Type="http://schemas.openxmlformats.org/officeDocument/2006/relationships/slide" Target="slides/slide30.xml" /><Relationship Id="rId76" Type="http://schemas.openxmlformats.org/officeDocument/2006/relationships/slide" Target="slides/slide76.xml" /></Relationships>
</file>

<file path=ppt/notesMasters/_rels/notesMaster1.xml.rels><?xml version="1.0" encoding="UTF-8" standalone="yes"?><Relationships xmlns="http://schemas.openxmlformats.org/package/2006/relationships"><Relationship Id="rId0" Type="http://schemas.openxmlformats.org/officeDocument/2006/relationships/theme" Target="../theme/theme2.xml" /></Relationships>
</file>

<file path=ppt/notesMasters/notesMaster1.xml><?xml version="1.0" encoding="utf-8"?>
<p:notesMaster xmlns:a="http://schemas.openxmlformats.org/drawingml/2006/main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>
            <a:spLocks noGrp="true" noChangeArrowheads="true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false" compatLnSpc="true"/>
          <a:lstStyle>
            <a:lvl1pPr>
              <a:defRPr sz="1200" b="false">
                <a:latin typeface="Times New Roman" panose="02020603050405020304" pitchFamily="18" charset="0"/>
                <a:ea typeface="宋体" pitchFamily="2" charset="-122"/>
              </a:defRPr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3" name="Rectangle 3"/>
          <p:cNvSpPr>
            <a:spLocks noGrp="true" noChangeArrowheads="true"/>
          </p:cNvSpPr>
          <p:nvPr>
            <p:ph type="dt" idx="1"/>
          </p:nvPr>
        </p:nvSpPr>
        <p:spPr bwMode="auto">
          <a:xfrm>
            <a:off x="3886200" y="0"/>
            <a:ext cx="2971800" cy="457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false" compatLnSpc="true"/>
          <a:lstStyle>
            <a:lvl1pPr algn="r">
              <a:defRPr sz="1200" b="false">
                <a:latin typeface="Times New Roman" panose="02020603050405020304" pitchFamily="18" charset="0"/>
                <a:ea typeface="宋体" pitchFamily="2" charset="-122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4" name="Rectangle 4"/>
          <p:cNvSpPr>
            <a:spLocks noGrp="true" noRot="true" noChangeAspect="true" noChangeArrowheads="true" noTextEdit="true"/>
          </p:cNvSpPr>
          <p:nvPr>
            <p:ph type="sldImg" idx="2"/>
          </p:nvPr>
        </p:nvSpPr>
        <p:spPr bwMode="auto">
          <a:xfrm>
            <a:off x="1143000" y="685800"/>
            <a:ext cx="4572000" cy="342900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</a:ln>
          <a:extLst>
            <a:ext uri="{909E8E84-426E-40DD-AFC4-6F175D3DCCD1}"/>
          </a:extLst>
        </p:spPr>
        <p:txBody>
          <a:bodyPr/>
          <a:p>
            <a:pPr/>
            <a:endParaRPr/>
          </a:p>
        </p:txBody>
      </p:sp>
      <p:sp>
        <p:nvSpPr>
          <p:cNvPr id="5" name="Rectangle 5"/>
          <p:cNvSpPr>
            <a:spLocks noGrp="true" noChangeArrowheads="true"/>
          </p:cNvSpPr>
          <p:nvPr>
            <p:ph type="body" sz="quarter" idx="3"/>
          </p:nvPr>
        </p:nvSpPr>
        <p:spPr bwMode="auto">
          <a:xfrm>
            <a:off x="914400" y="4343400"/>
            <a:ext cx="5029200" cy="41148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false" compatLnSpc="true"/>
          <a:lstStyle/>
          <a:p>
            <a:pPr lvl="0"/>
            <a:r>
              <a:rPr lang="en-US" altLang="zh-CN" noProof="false"/>
              <a:t>Click to edit Master text styles</a:t>
            </a:r>
            <a:endParaRPr/>
          </a:p>
          <a:p>
            <a:pPr lvl="1"/>
            <a:r>
              <a:rPr lang="en-US" altLang="zh-CN" noProof="false"/>
              <a:t>Second level</a:t>
            </a:r>
            <a:endParaRPr/>
          </a:p>
          <a:p>
            <a:pPr lvl="2"/>
            <a:r>
              <a:rPr lang="en-US" altLang="zh-CN" noProof="false"/>
              <a:t>Third level</a:t>
            </a:r>
            <a:endParaRPr/>
          </a:p>
          <a:p>
            <a:pPr lvl="3"/>
            <a:r>
              <a:rPr lang="en-US" altLang="zh-CN" noProof="false"/>
              <a:t>Fourth level</a:t>
            </a:r>
            <a:endParaRPr/>
          </a:p>
          <a:p>
            <a:pPr lvl="4"/>
            <a:r>
              <a:rPr lang="en-US" altLang="zh-CN" noProof="false"/>
              <a:t>Fifth level</a:t>
            </a:r>
            <a:endParaRPr/>
          </a:p>
        </p:txBody>
      </p:sp>
      <p:sp>
        <p:nvSpPr>
          <p:cNvPr id="6" name="Rectangle 6"/>
          <p:cNvSpPr>
            <a:spLocks noGrp="true" noChangeArrowheads="true"/>
          </p:cNvSpPr>
          <p:nvPr>
            <p:ph type="ftr" sz="quarter" idx="4"/>
          </p:nvPr>
        </p:nvSpPr>
        <p:spPr bwMode="auto">
          <a:xfrm>
            <a:off x="0" y="8686800"/>
            <a:ext cx="2971800" cy="457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b" anchorCtr="false" compatLnSpc="true"/>
          <a:lstStyle>
            <a:lvl1pPr>
              <a:defRPr sz="1200" b="false">
                <a:latin typeface="Times New Roman" panose="02020603050405020304" pitchFamily="18" charset="0"/>
                <a:ea typeface="宋体" pitchFamily="2" charset="-122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7" name="Rectangle 7"/>
          <p:cNvSpPr>
            <a:spLocks noGrp="true" noChangeArrowheads="true"/>
          </p:cNvSpPr>
          <p:nvPr>
            <p:ph type="sldNum" sz="quarter" idx="5"/>
          </p:nvPr>
        </p:nvSpPr>
        <p:spPr bwMode="auto">
          <a:xfrm>
            <a:off x="3886200" y="8686800"/>
            <a:ext cx="2971800" cy="457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b" anchorCtr="false" compatLnSpc="true"/>
          <a:lstStyle>
            <a:lvl1pPr algn="r">
              <a:defRPr sz="1200" b="false">
                <a:latin typeface="Times New Roman" panose="02020603050405020304" pitchFamily="18" charset="0"/>
                <a:ea typeface="宋体" pitchFamily="2" charset="-122"/>
              </a:defRPr>
            </a:lvl1pPr>
          </a:lstStyle>
          <a:p>
            <a:pPr>
              <a:defRPr/>
            </a:pPr>
            <a:fld id="{BEA8A32D-AA4F-CC47-A472-66F1828E70D0}" type="slidenum">
              <a:rPr lang="zh-CN" altLang="en-US"/>
              <a:t>‹#›</a:t>
            </a:fld>
            <a:endParaRPr lang="en-US" altLang="zh-CN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false" eaLnBrk="false" fontAlgn="base" hangingPunct="false">
      <a:spcBef>
        <a:spcPct val="30000"/>
      </a:spcBef>
      <a:spcAft>
        <a:spcPct val="1"/>
      </a:spcAft>
      <a:defRPr sz="1200" kern="1200">
        <a:solidFill>
          <a:schemeClr val="tx1"/>
        </a:solidFill>
        <a:latin typeface="Times New Roman" panose="02020603050405020304" pitchFamily="18" charset="0"/>
        <a:ea typeface="宋体" pitchFamily="2" charset="-122"/>
        <a:cs typeface="+mn-cs"/>
      </a:defRPr>
    </a:lvl1pPr>
    <a:lvl2pPr marL="457200" algn="l" rtl="false" eaLnBrk="false" fontAlgn="base" hangingPunct="false">
      <a:spcBef>
        <a:spcPct val="30000"/>
      </a:spcBef>
      <a:spcAft>
        <a:spcPct val="1"/>
      </a:spcAft>
      <a:defRPr sz="1200" kern="1200">
        <a:solidFill>
          <a:schemeClr val="tx1"/>
        </a:solidFill>
        <a:latin typeface="Times New Roman" panose="02020603050405020304" pitchFamily="18" charset="0"/>
        <a:ea typeface="宋体" pitchFamily="2" charset="-122"/>
        <a:cs typeface="+mn-cs"/>
      </a:defRPr>
    </a:lvl2pPr>
    <a:lvl3pPr marL="914400" algn="l" rtl="false" eaLnBrk="false" fontAlgn="base" hangingPunct="false">
      <a:spcBef>
        <a:spcPct val="30000"/>
      </a:spcBef>
      <a:spcAft>
        <a:spcPct val="1"/>
      </a:spcAft>
      <a:defRPr sz="1200" kern="1200">
        <a:solidFill>
          <a:schemeClr val="tx1"/>
        </a:solidFill>
        <a:latin typeface="Times New Roman" panose="02020603050405020304" pitchFamily="18" charset="0"/>
        <a:ea typeface="宋体" pitchFamily="2" charset="-122"/>
        <a:cs typeface="+mn-cs"/>
      </a:defRPr>
    </a:lvl3pPr>
    <a:lvl4pPr marL="1371600" algn="l" rtl="false" eaLnBrk="false" fontAlgn="base" hangingPunct="false">
      <a:spcBef>
        <a:spcPct val="30000"/>
      </a:spcBef>
      <a:spcAft>
        <a:spcPct val="1"/>
      </a:spcAft>
      <a:defRPr sz="1200" kern="1200">
        <a:solidFill>
          <a:schemeClr val="tx1"/>
        </a:solidFill>
        <a:latin typeface="Times New Roman" panose="02020603050405020304" pitchFamily="18" charset="0"/>
        <a:ea typeface="宋体" pitchFamily="2" charset="-122"/>
        <a:cs typeface="+mn-cs"/>
      </a:defRPr>
    </a:lvl4pPr>
    <a:lvl5pPr marL="1828800" algn="l" rtl="false" eaLnBrk="false" fontAlgn="base" hangingPunct="false">
      <a:spcBef>
        <a:spcPct val="30000"/>
      </a:spcBef>
      <a:spcAft>
        <a:spcPct val="1"/>
      </a:spcAft>
      <a:defRPr sz="1200" kern="1200">
        <a:solidFill>
          <a:schemeClr val="tx1"/>
        </a:solidFill>
        <a:latin typeface="Times New Roman" panose="02020603050405020304" pitchFamily="18" charset="0"/>
        <a:ea typeface="宋体" pitchFamily="2" charset="-122"/>
        <a:cs typeface="+mn-cs"/>
      </a:defRPr>
    </a:lvl5pPr>
    <a:lvl6pPr marL="2286000" algn="l" defTabSz="914400" rtl="false" eaLnBrk="true" latinLnBrk="false" hangingPunct="true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false" eaLnBrk="true" latinLnBrk="false" hangingPunct="true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false" eaLnBrk="true" latinLnBrk="false" hangingPunct="true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false" eaLnBrk="true" latinLnBrk="false" hangingPunct="true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<Relationships xmlns="http://schemas.openxmlformats.org/package/2006/relationships"><Relationship Id="rId1" Type="http://schemas.openxmlformats.org/officeDocument/2006/relationships/notesMaster" Target="../notesMasters/notesMaster1.xml" /><Relationship Id="rId0" Type="http://schemas.openxmlformats.org/officeDocument/2006/relationships/slide" Target="../slides/slide1.xml" /></Relationships>
</file>

<file path=ppt/notesSlides/_rels/notesSlide2.xml.rels><?xml version="1.0" encoding="UTF-8" standalone="yes"?><Relationships xmlns="http://schemas.openxmlformats.org/package/2006/relationships"><Relationship Id="rId1" Type="http://schemas.openxmlformats.org/officeDocument/2006/relationships/notesMaster" Target="../notesMasters/notesMaster1.xml" /><Relationship Id="rId0" Type="http://schemas.openxmlformats.org/officeDocument/2006/relationships/slide" Target="../slides/slide12.xml" /></Relationships>
</file>

<file path=ppt/notesSlides/_rels/notesSlide3.xml.rels><?xml version="1.0" encoding="UTF-8" standalone="yes"?><Relationships xmlns="http://schemas.openxmlformats.org/package/2006/relationships"><Relationship Id="rId1" Type="http://schemas.openxmlformats.org/officeDocument/2006/relationships/notesMaster" Target="../notesMasters/notesMaster1.xml" /><Relationship Id="rId0" Type="http://schemas.openxmlformats.org/officeDocument/2006/relationships/slide" Target="../slides/slide13.xml" /></Relationships>
</file>

<file path=ppt/notesSlides/_rels/notesSlide4.xml.rels><?xml version="1.0" encoding="UTF-8" standalone="yes"?><Relationships xmlns="http://schemas.openxmlformats.org/package/2006/relationships"><Relationship Id="rId1" Type="http://schemas.openxmlformats.org/officeDocument/2006/relationships/notesMaster" Target="../notesMasters/notesMaster1.xml" /><Relationship Id="rId0" Type="http://schemas.openxmlformats.org/officeDocument/2006/relationships/slide" Target="../slides/slide15.xml" /></Relationships>
</file>

<file path=ppt/notesSlides/_rels/notesSlide5.xml.rels><?xml version="1.0" encoding="UTF-8" standalone="yes"?><Relationships xmlns="http://schemas.openxmlformats.org/package/2006/relationships"><Relationship Id="rId1" Type="http://schemas.openxmlformats.org/officeDocument/2006/relationships/notesMaster" Target="../notesMasters/notesMaster1.xml" /><Relationship Id="rId0" Type="http://schemas.openxmlformats.org/officeDocument/2006/relationships/slide" Target="../slides/slide17.xml" /></Relationships>
</file>

<file path=ppt/notesSlides/_rels/notesSlide6.xml.rels><?xml version="1.0" encoding="UTF-8" standalone="yes"?><Relationships xmlns="http://schemas.openxmlformats.org/package/2006/relationships"><Relationship Id="rId1" Type="http://schemas.openxmlformats.org/officeDocument/2006/relationships/notesMaster" Target="../notesMasters/notesMaster1.xml" /><Relationship Id="rId0" Type="http://schemas.openxmlformats.org/officeDocument/2006/relationships/slide" Target="../slides/slide18.xml" /></Relationships>
</file>

<file path=ppt/notesSlides/_rels/notesSlide7.xml.rels><?xml version="1.0" encoding="UTF-8" standalone="yes"?><Relationships xmlns="http://schemas.openxmlformats.org/package/2006/relationships"><Relationship Id="rId1" Type="http://schemas.openxmlformats.org/officeDocument/2006/relationships/notesMaster" Target="../notesMasters/notesMaster1.xml" /><Relationship Id="rId0" Type="http://schemas.openxmlformats.org/officeDocument/2006/relationships/slide" Target="../slides/slide19.xml" /></Relationships>
</file>

<file path=ppt/notesSlides/_rels/notesSlide8.xml.rels><?xml version="1.0" encoding="UTF-8" standalone="yes"?><Relationships xmlns="http://schemas.openxmlformats.org/package/2006/relationships"><Relationship Id="rId1" Type="http://schemas.openxmlformats.org/officeDocument/2006/relationships/notesMaster" Target="../notesMasters/notesMaster1.xml" /><Relationship Id="rId0" Type="http://schemas.openxmlformats.org/officeDocument/2006/relationships/slide" Target="../slides/slide2.xml" /></Relationships>
</file>

<file path=ppt/notesSlides/_rels/notesSlide9.xml.rels><?xml version="1.0" encoding="UTF-8" standalone="yes"?><Relationships xmlns="http://schemas.openxmlformats.org/package/2006/relationships"><Relationship Id="rId1" Type="http://schemas.openxmlformats.org/officeDocument/2006/relationships/notesMaster" Target="../notesMasters/notesMaster1.xml" /><Relationship Id="rId0" Type="http://schemas.openxmlformats.org/officeDocument/2006/relationships/slide" Target="../slides/slide20.xml" /></Relationships>
</file>

<file path=ppt/notesSlides/_rels/notesSlide10.xml.rels><?xml version="1.0" encoding="UTF-8" standalone="yes"?><Relationships xmlns="http://schemas.openxmlformats.org/package/2006/relationships"><Relationship Id="rId1" Type="http://schemas.openxmlformats.org/officeDocument/2006/relationships/notesMaster" Target="../notesMasters/notesMaster1.xml" /><Relationship Id="rId0" Type="http://schemas.openxmlformats.org/officeDocument/2006/relationships/slide" Target="../slides/slide21.xml" /></Relationships>
</file>

<file path=ppt/notesSlides/_rels/notesSlide11.xml.rels><?xml version="1.0" encoding="UTF-8" standalone="yes"?><Relationships xmlns="http://schemas.openxmlformats.org/package/2006/relationships"><Relationship Id="rId1" Type="http://schemas.openxmlformats.org/officeDocument/2006/relationships/notesMaster" Target="../notesMasters/notesMaster1.xml" /><Relationship Id="rId0" Type="http://schemas.openxmlformats.org/officeDocument/2006/relationships/slide" Target="../slides/slide22.xml" /></Relationships>
</file>

<file path=ppt/notesSlides/_rels/notesSlide12.xml.rels><?xml version="1.0" encoding="UTF-8" standalone="yes"?><Relationships xmlns="http://schemas.openxmlformats.org/package/2006/relationships"><Relationship Id="rId1" Type="http://schemas.openxmlformats.org/officeDocument/2006/relationships/notesMaster" Target="../notesMasters/notesMaster1.xml" /><Relationship Id="rId0" Type="http://schemas.openxmlformats.org/officeDocument/2006/relationships/slide" Target="../slides/slide23.xml" /></Relationships>
</file>

<file path=ppt/notesSlides/_rels/notesSlide13.xml.rels><?xml version="1.0" encoding="UTF-8" standalone="yes"?><Relationships xmlns="http://schemas.openxmlformats.org/package/2006/relationships"><Relationship Id="rId1" Type="http://schemas.openxmlformats.org/officeDocument/2006/relationships/notesMaster" Target="../notesMasters/notesMaster1.xml" /><Relationship Id="rId0" Type="http://schemas.openxmlformats.org/officeDocument/2006/relationships/slide" Target="../slides/slide24.xml" /></Relationships>
</file>

<file path=ppt/notesSlides/_rels/notesSlide14.xml.rels><?xml version="1.0" encoding="UTF-8" standalone="yes"?><Relationships xmlns="http://schemas.openxmlformats.org/package/2006/relationships"><Relationship Id="rId1" Type="http://schemas.openxmlformats.org/officeDocument/2006/relationships/notesMaster" Target="../notesMasters/notesMaster1.xml" /><Relationship Id="rId0" Type="http://schemas.openxmlformats.org/officeDocument/2006/relationships/slide" Target="../slides/slide25.xml" /></Relationships>
</file>

<file path=ppt/notesSlides/_rels/notesSlide15.xml.rels><?xml version="1.0" encoding="UTF-8" standalone="yes"?><Relationships xmlns="http://schemas.openxmlformats.org/package/2006/relationships"><Relationship Id="rId1" Type="http://schemas.openxmlformats.org/officeDocument/2006/relationships/notesMaster" Target="../notesMasters/notesMaster1.xml" /><Relationship Id="rId0" Type="http://schemas.openxmlformats.org/officeDocument/2006/relationships/slide" Target="../slides/slide26.xml" /></Relationships>
</file>

<file path=ppt/notesSlides/_rels/notesSlide16.xml.rels><?xml version="1.0" encoding="UTF-8" standalone="yes"?><Relationships xmlns="http://schemas.openxmlformats.org/package/2006/relationships"><Relationship Id="rId1" Type="http://schemas.openxmlformats.org/officeDocument/2006/relationships/notesMaster" Target="../notesMasters/notesMaster1.xml" /><Relationship Id="rId0" Type="http://schemas.openxmlformats.org/officeDocument/2006/relationships/slide" Target="../slides/slide27.xml" /></Relationships>
</file>

<file path=ppt/notesSlides/_rels/notesSlide17.xml.rels><?xml version="1.0" encoding="UTF-8" standalone="yes"?><Relationships xmlns="http://schemas.openxmlformats.org/package/2006/relationships"><Relationship Id="rId1" Type="http://schemas.openxmlformats.org/officeDocument/2006/relationships/notesMaster" Target="../notesMasters/notesMaster1.xml" /><Relationship Id="rId0" Type="http://schemas.openxmlformats.org/officeDocument/2006/relationships/slide" Target="../slides/slide28.xml" /></Relationships>
</file>

<file path=ppt/notesSlides/_rels/notesSlide18.xml.rels><?xml version="1.0" encoding="UTF-8" standalone="yes"?><Relationships xmlns="http://schemas.openxmlformats.org/package/2006/relationships"><Relationship Id="rId1" Type="http://schemas.openxmlformats.org/officeDocument/2006/relationships/notesMaster" Target="../notesMasters/notesMaster1.xml" /><Relationship Id="rId0" Type="http://schemas.openxmlformats.org/officeDocument/2006/relationships/slide" Target="../slides/slide29.xml" /></Relationships>
</file>

<file path=ppt/notesSlides/_rels/notesSlide19.xml.rels><?xml version="1.0" encoding="UTF-8" standalone="yes"?><Relationships xmlns="http://schemas.openxmlformats.org/package/2006/relationships"><Relationship Id="rId1" Type="http://schemas.openxmlformats.org/officeDocument/2006/relationships/notesMaster" Target="../notesMasters/notesMaster1.xml" /><Relationship Id="rId0" Type="http://schemas.openxmlformats.org/officeDocument/2006/relationships/slide" Target="../slides/slide3.xml" /></Relationships>
</file>

<file path=ppt/notesSlides/_rels/notesSlide20.xml.rels><?xml version="1.0" encoding="UTF-8" standalone="yes"?><Relationships xmlns="http://schemas.openxmlformats.org/package/2006/relationships"><Relationship Id="rId1" Type="http://schemas.openxmlformats.org/officeDocument/2006/relationships/notesMaster" Target="../notesMasters/notesMaster1.xml" /><Relationship Id="rId0" Type="http://schemas.openxmlformats.org/officeDocument/2006/relationships/slide" Target="../slides/slide30.xml" /></Relationships>
</file>

<file path=ppt/notesSlides/_rels/notesSlide21.xml.rels><?xml version="1.0" encoding="UTF-8" standalone="yes"?><Relationships xmlns="http://schemas.openxmlformats.org/package/2006/relationships"><Relationship Id="rId1" Type="http://schemas.openxmlformats.org/officeDocument/2006/relationships/notesMaster" Target="../notesMasters/notesMaster1.xml" /><Relationship Id="rId0" Type="http://schemas.openxmlformats.org/officeDocument/2006/relationships/slide" Target="../slides/slide31.xml" /></Relationships>
</file>

<file path=ppt/notesSlides/_rels/notesSlide22.xml.rels><?xml version="1.0" encoding="UTF-8" standalone="yes"?><Relationships xmlns="http://schemas.openxmlformats.org/package/2006/relationships"><Relationship Id="rId1" Type="http://schemas.openxmlformats.org/officeDocument/2006/relationships/notesMaster" Target="../notesMasters/notesMaster1.xml" /><Relationship Id="rId0" Type="http://schemas.openxmlformats.org/officeDocument/2006/relationships/slide" Target="../slides/slide32.xml" /></Relationships>
</file>

<file path=ppt/notesSlides/_rels/notesSlide23.xml.rels><?xml version="1.0" encoding="UTF-8" standalone="yes"?><Relationships xmlns="http://schemas.openxmlformats.org/package/2006/relationships"><Relationship Id="rId1" Type="http://schemas.openxmlformats.org/officeDocument/2006/relationships/notesMaster" Target="../notesMasters/notesMaster1.xml" /><Relationship Id="rId0" Type="http://schemas.openxmlformats.org/officeDocument/2006/relationships/slide" Target="../slides/slide33.xml" /></Relationships>
</file>

<file path=ppt/notesSlides/_rels/notesSlide24.xml.rels><?xml version="1.0" encoding="UTF-8" standalone="yes"?><Relationships xmlns="http://schemas.openxmlformats.org/package/2006/relationships"><Relationship Id="rId1" Type="http://schemas.openxmlformats.org/officeDocument/2006/relationships/notesMaster" Target="../notesMasters/notesMaster1.xml" /><Relationship Id="rId0" Type="http://schemas.openxmlformats.org/officeDocument/2006/relationships/slide" Target="../slides/slide34.xml" /></Relationships>
</file>

<file path=ppt/notesSlides/_rels/notesSlide25.xml.rels><?xml version="1.0" encoding="UTF-8" standalone="yes"?><Relationships xmlns="http://schemas.openxmlformats.org/package/2006/relationships"><Relationship Id="rId1" Type="http://schemas.openxmlformats.org/officeDocument/2006/relationships/notesMaster" Target="../notesMasters/notesMaster1.xml" /><Relationship Id="rId0" Type="http://schemas.openxmlformats.org/officeDocument/2006/relationships/slide" Target="../slides/slide35.xml" /></Relationships>
</file>

<file path=ppt/notesSlides/_rels/notesSlide26.xml.rels><?xml version="1.0" encoding="UTF-8" standalone="yes"?><Relationships xmlns="http://schemas.openxmlformats.org/package/2006/relationships"><Relationship Id="rId1" Type="http://schemas.openxmlformats.org/officeDocument/2006/relationships/notesMaster" Target="../notesMasters/notesMaster1.xml" /><Relationship Id="rId0" Type="http://schemas.openxmlformats.org/officeDocument/2006/relationships/slide" Target="../slides/slide36.xml" /></Relationships>
</file>

<file path=ppt/notesSlides/_rels/notesSlide27.xml.rels><?xml version="1.0" encoding="UTF-8" standalone="yes"?><Relationships xmlns="http://schemas.openxmlformats.org/package/2006/relationships"><Relationship Id="rId1" Type="http://schemas.openxmlformats.org/officeDocument/2006/relationships/notesMaster" Target="../notesMasters/notesMaster1.xml" /><Relationship Id="rId0" Type="http://schemas.openxmlformats.org/officeDocument/2006/relationships/slide" Target="../slides/slide37.xml" /></Relationships>
</file>

<file path=ppt/notesSlides/_rels/notesSlide28.xml.rels><?xml version="1.0" encoding="UTF-8" standalone="yes"?><Relationships xmlns="http://schemas.openxmlformats.org/package/2006/relationships"><Relationship Id="rId1" Type="http://schemas.openxmlformats.org/officeDocument/2006/relationships/notesMaster" Target="../notesMasters/notesMaster1.xml" /><Relationship Id="rId0" Type="http://schemas.openxmlformats.org/officeDocument/2006/relationships/slide" Target="../slides/slide38.xml" /></Relationships>
</file>

<file path=ppt/notesSlides/_rels/notesSlide29.xml.rels><?xml version="1.0" encoding="UTF-8" standalone="yes"?><Relationships xmlns="http://schemas.openxmlformats.org/package/2006/relationships"><Relationship Id="rId1" Type="http://schemas.openxmlformats.org/officeDocument/2006/relationships/notesMaster" Target="../notesMasters/notesMaster1.xml" /><Relationship Id="rId0" Type="http://schemas.openxmlformats.org/officeDocument/2006/relationships/slide" Target="../slides/slide39.xml" /></Relationships>
</file>

<file path=ppt/notesSlides/_rels/notesSlide30.xml.rels><?xml version="1.0" encoding="UTF-8" standalone="yes"?><Relationships xmlns="http://schemas.openxmlformats.org/package/2006/relationships"><Relationship Id="rId1" Type="http://schemas.openxmlformats.org/officeDocument/2006/relationships/notesMaster" Target="../notesMasters/notesMaster1.xml" /><Relationship Id="rId0" Type="http://schemas.openxmlformats.org/officeDocument/2006/relationships/slide" Target="../slides/slide4.xml" /></Relationships>
</file>

<file path=ppt/notesSlides/_rels/notesSlide31.xml.rels><?xml version="1.0" encoding="UTF-8" standalone="yes"?><Relationships xmlns="http://schemas.openxmlformats.org/package/2006/relationships"><Relationship Id="rId1" Type="http://schemas.openxmlformats.org/officeDocument/2006/relationships/notesMaster" Target="../notesMasters/notesMaster1.xml" /><Relationship Id="rId0" Type="http://schemas.openxmlformats.org/officeDocument/2006/relationships/slide" Target="../slides/slide40.xml" /></Relationships>
</file>

<file path=ppt/notesSlides/_rels/notesSlide32.xml.rels><?xml version="1.0" encoding="UTF-8" standalone="yes"?><Relationships xmlns="http://schemas.openxmlformats.org/package/2006/relationships"><Relationship Id="rId1" Type="http://schemas.openxmlformats.org/officeDocument/2006/relationships/notesMaster" Target="../notesMasters/notesMaster1.xml" /><Relationship Id="rId0" Type="http://schemas.openxmlformats.org/officeDocument/2006/relationships/slide" Target="../slides/slide41.xml" /></Relationships>
</file>

<file path=ppt/notesSlides/_rels/notesSlide33.xml.rels><?xml version="1.0" encoding="UTF-8" standalone="yes"?><Relationships xmlns="http://schemas.openxmlformats.org/package/2006/relationships"><Relationship Id="rId1" Type="http://schemas.openxmlformats.org/officeDocument/2006/relationships/notesMaster" Target="../notesMasters/notesMaster1.xml" /><Relationship Id="rId0" Type="http://schemas.openxmlformats.org/officeDocument/2006/relationships/slide" Target="../slides/slide42.xml" /></Relationships>
</file>

<file path=ppt/notesSlides/_rels/notesSlide34.xml.rels><?xml version="1.0" encoding="UTF-8" standalone="yes"?><Relationships xmlns="http://schemas.openxmlformats.org/package/2006/relationships"><Relationship Id="rId1" Type="http://schemas.openxmlformats.org/officeDocument/2006/relationships/notesMaster" Target="../notesMasters/notesMaster1.xml" /><Relationship Id="rId0" Type="http://schemas.openxmlformats.org/officeDocument/2006/relationships/slide" Target="../slides/slide43.xml" /></Relationships>
</file>

<file path=ppt/notesSlides/_rels/notesSlide35.xml.rels><?xml version="1.0" encoding="UTF-8" standalone="yes"?><Relationships xmlns="http://schemas.openxmlformats.org/package/2006/relationships"><Relationship Id="rId1" Type="http://schemas.openxmlformats.org/officeDocument/2006/relationships/notesMaster" Target="../notesMasters/notesMaster1.xml" /><Relationship Id="rId0" Type="http://schemas.openxmlformats.org/officeDocument/2006/relationships/slide" Target="../slides/slide44.xml" /></Relationships>
</file>

<file path=ppt/notesSlides/_rels/notesSlide36.xml.rels><?xml version="1.0" encoding="UTF-8" standalone="yes"?><Relationships xmlns="http://schemas.openxmlformats.org/package/2006/relationships"><Relationship Id="rId1" Type="http://schemas.openxmlformats.org/officeDocument/2006/relationships/notesMaster" Target="../notesMasters/notesMaster1.xml" /><Relationship Id="rId0" Type="http://schemas.openxmlformats.org/officeDocument/2006/relationships/slide" Target="../slides/slide45.xml" /></Relationships>
</file>

<file path=ppt/notesSlides/_rels/notesSlide37.xml.rels><?xml version="1.0" encoding="UTF-8" standalone="yes"?><Relationships xmlns="http://schemas.openxmlformats.org/package/2006/relationships"><Relationship Id="rId1" Type="http://schemas.openxmlformats.org/officeDocument/2006/relationships/notesMaster" Target="../notesMasters/notesMaster1.xml" /><Relationship Id="rId0" Type="http://schemas.openxmlformats.org/officeDocument/2006/relationships/slide" Target="../slides/slide46.xml" /></Relationships>
</file>

<file path=ppt/notesSlides/_rels/notesSlide38.xml.rels><?xml version="1.0" encoding="UTF-8" standalone="yes"?><Relationships xmlns="http://schemas.openxmlformats.org/package/2006/relationships"><Relationship Id="rId1" Type="http://schemas.openxmlformats.org/officeDocument/2006/relationships/notesMaster" Target="../notesMasters/notesMaster1.xml" /><Relationship Id="rId0" Type="http://schemas.openxmlformats.org/officeDocument/2006/relationships/slide" Target="../slides/slide47.xml" /></Relationships>
</file>

<file path=ppt/notesSlides/_rels/notesSlide39.xml.rels><?xml version="1.0" encoding="UTF-8" standalone="yes"?><Relationships xmlns="http://schemas.openxmlformats.org/package/2006/relationships"><Relationship Id="rId1" Type="http://schemas.openxmlformats.org/officeDocument/2006/relationships/notesMaster" Target="../notesMasters/notesMaster1.xml" /><Relationship Id="rId0" Type="http://schemas.openxmlformats.org/officeDocument/2006/relationships/slide" Target="../slides/slide5.xml" /></Relationships>
</file>

<file path=ppt/notesSlides/_rels/notesSlide40.xml.rels><?xml version="1.0" encoding="UTF-8" standalone="yes"?><Relationships xmlns="http://schemas.openxmlformats.org/package/2006/relationships"><Relationship Id="rId1" Type="http://schemas.openxmlformats.org/officeDocument/2006/relationships/notesMaster" Target="../notesMasters/notesMaster1.xml" /><Relationship Id="rId0" Type="http://schemas.openxmlformats.org/officeDocument/2006/relationships/slide" Target="../slides/slide50.xml" /></Relationships>
</file>

<file path=ppt/notesSlides/_rels/notesSlide41.xml.rels><?xml version="1.0" encoding="UTF-8" standalone="yes"?><Relationships xmlns="http://schemas.openxmlformats.org/package/2006/relationships"><Relationship Id="rId1" Type="http://schemas.openxmlformats.org/officeDocument/2006/relationships/notesMaster" Target="../notesMasters/notesMaster1.xml" /><Relationship Id="rId0" Type="http://schemas.openxmlformats.org/officeDocument/2006/relationships/slide" Target="../slides/slide51.xml" /></Relationships>
</file>

<file path=ppt/notesSlides/_rels/notesSlide42.xml.rels><?xml version="1.0" encoding="UTF-8" standalone="yes"?><Relationships xmlns="http://schemas.openxmlformats.org/package/2006/relationships"><Relationship Id="rId1" Type="http://schemas.openxmlformats.org/officeDocument/2006/relationships/notesMaster" Target="../notesMasters/notesMaster1.xml" /><Relationship Id="rId0" Type="http://schemas.openxmlformats.org/officeDocument/2006/relationships/slide" Target="../slides/slide52.xml" /></Relationships>
</file>

<file path=ppt/notesSlides/_rels/notesSlide43.xml.rels><?xml version="1.0" encoding="UTF-8" standalone="yes"?><Relationships xmlns="http://schemas.openxmlformats.org/package/2006/relationships"><Relationship Id="rId1" Type="http://schemas.openxmlformats.org/officeDocument/2006/relationships/notesMaster" Target="../notesMasters/notesMaster1.xml" /><Relationship Id="rId0" Type="http://schemas.openxmlformats.org/officeDocument/2006/relationships/slide" Target="../slides/slide53.xml" /></Relationships>
</file>

<file path=ppt/notesSlides/_rels/notesSlide44.xml.rels><?xml version="1.0" encoding="UTF-8" standalone="yes"?><Relationships xmlns="http://schemas.openxmlformats.org/package/2006/relationships"><Relationship Id="rId1" Type="http://schemas.openxmlformats.org/officeDocument/2006/relationships/notesMaster" Target="../notesMasters/notesMaster1.xml" /><Relationship Id="rId0" Type="http://schemas.openxmlformats.org/officeDocument/2006/relationships/slide" Target="../slides/slide54.xml" /></Relationships>
</file>

<file path=ppt/notesSlides/_rels/notesSlide45.xml.rels><?xml version="1.0" encoding="UTF-8" standalone="yes"?><Relationships xmlns="http://schemas.openxmlformats.org/package/2006/relationships"><Relationship Id="rId1" Type="http://schemas.openxmlformats.org/officeDocument/2006/relationships/notesMaster" Target="../notesMasters/notesMaster1.xml" /><Relationship Id="rId0" Type="http://schemas.openxmlformats.org/officeDocument/2006/relationships/slide" Target="../slides/slide55.xml" /></Relationships>
</file>

<file path=ppt/notesSlides/_rels/notesSlide46.xml.rels><?xml version="1.0" encoding="UTF-8" standalone="yes"?><Relationships xmlns="http://schemas.openxmlformats.org/package/2006/relationships"><Relationship Id="rId1" Type="http://schemas.openxmlformats.org/officeDocument/2006/relationships/notesMaster" Target="../notesMasters/notesMaster1.xml" /><Relationship Id="rId0" Type="http://schemas.openxmlformats.org/officeDocument/2006/relationships/slide" Target="../slides/slide56.xml" /></Relationships>
</file>

<file path=ppt/notesSlides/_rels/notesSlide47.xml.rels><?xml version="1.0" encoding="UTF-8" standalone="yes"?><Relationships xmlns="http://schemas.openxmlformats.org/package/2006/relationships"><Relationship Id="rId1" Type="http://schemas.openxmlformats.org/officeDocument/2006/relationships/notesMaster" Target="../notesMasters/notesMaster1.xml" /><Relationship Id="rId0" Type="http://schemas.openxmlformats.org/officeDocument/2006/relationships/slide" Target="../slides/slide57.xml" /></Relationships>
</file>

<file path=ppt/notesSlides/_rels/notesSlide48.xml.rels><?xml version="1.0" encoding="UTF-8" standalone="yes"?><Relationships xmlns="http://schemas.openxmlformats.org/package/2006/relationships"><Relationship Id="rId1" Type="http://schemas.openxmlformats.org/officeDocument/2006/relationships/notesMaster" Target="../notesMasters/notesMaster1.xml" /><Relationship Id="rId0" Type="http://schemas.openxmlformats.org/officeDocument/2006/relationships/slide" Target="../slides/slide58.xml" /></Relationships>
</file>

<file path=ppt/notesSlides/_rels/notesSlide49.xml.rels><?xml version="1.0" encoding="UTF-8" standalone="yes"?><Relationships xmlns="http://schemas.openxmlformats.org/package/2006/relationships"><Relationship Id="rId1" Type="http://schemas.openxmlformats.org/officeDocument/2006/relationships/notesMaster" Target="../notesMasters/notesMaster1.xml" /><Relationship Id="rId0" Type="http://schemas.openxmlformats.org/officeDocument/2006/relationships/slide" Target="../slides/slide6.xml" /></Relationships>
</file>

<file path=ppt/notesSlides/_rels/notesSlide50.xml.rels><?xml version="1.0" encoding="UTF-8" standalone="yes"?><Relationships xmlns="http://schemas.openxmlformats.org/package/2006/relationships"><Relationship Id="rId1" Type="http://schemas.openxmlformats.org/officeDocument/2006/relationships/notesMaster" Target="../notesMasters/notesMaster1.xml" /><Relationship Id="rId0" Type="http://schemas.openxmlformats.org/officeDocument/2006/relationships/slide" Target="../slides/slide60.xml" /></Relationships>
</file>

<file path=ppt/notesSlides/_rels/notesSlide51.xml.rels><?xml version="1.0" encoding="UTF-8" standalone="yes"?><Relationships xmlns="http://schemas.openxmlformats.org/package/2006/relationships"><Relationship Id="rId1" Type="http://schemas.openxmlformats.org/officeDocument/2006/relationships/notesMaster" Target="../notesMasters/notesMaster1.xml" /><Relationship Id="rId0" Type="http://schemas.openxmlformats.org/officeDocument/2006/relationships/slide" Target="../slides/slide61.xml" /></Relationships>
</file>

<file path=ppt/notesSlides/_rels/notesSlide52.xml.rels><?xml version="1.0" encoding="UTF-8" standalone="yes"?><Relationships xmlns="http://schemas.openxmlformats.org/package/2006/relationships"><Relationship Id="rId1" Type="http://schemas.openxmlformats.org/officeDocument/2006/relationships/notesMaster" Target="../notesMasters/notesMaster1.xml" /><Relationship Id="rId0" Type="http://schemas.openxmlformats.org/officeDocument/2006/relationships/slide" Target="../slides/slide62.xml" /></Relationships>
</file>

<file path=ppt/notesSlides/_rels/notesSlide53.xml.rels><?xml version="1.0" encoding="UTF-8" standalone="yes"?><Relationships xmlns="http://schemas.openxmlformats.org/package/2006/relationships"><Relationship Id="rId1" Type="http://schemas.openxmlformats.org/officeDocument/2006/relationships/notesMaster" Target="../notesMasters/notesMaster1.xml" /><Relationship Id="rId0" Type="http://schemas.openxmlformats.org/officeDocument/2006/relationships/slide" Target="../slides/slide63.xml" /></Relationships>
</file>

<file path=ppt/notesSlides/_rels/notesSlide54.xml.rels><?xml version="1.0" encoding="UTF-8" standalone="yes"?><Relationships xmlns="http://schemas.openxmlformats.org/package/2006/relationships"><Relationship Id="rId1" Type="http://schemas.openxmlformats.org/officeDocument/2006/relationships/notesMaster" Target="../notesMasters/notesMaster1.xml" /><Relationship Id="rId0" Type="http://schemas.openxmlformats.org/officeDocument/2006/relationships/slide" Target="../slides/slide65.xml" /></Relationships>
</file>

<file path=ppt/notesSlides/_rels/notesSlide55.xml.rels><?xml version="1.0" encoding="UTF-8" standalone="yes"?><Relationships xmlns="http://schemas.openxmlformats.org/package/2006/relationships"><Relationship Id="rId1" Type="http://schemas.openxmlformats.org/officeDocument/2006/relationships/notesMaster" Target="../notesMasters/notesMaster1.xml" /><Relationship Id="rId0" Type="http://schemas.openxmlformats.org/officeDocument/2006/relationships/slide" Target="../slides/slide67.xml" /></Relationships>
</file>

<file path=ppt/notesSlides/_rels/notesSlide56.xml.rels><?xml version="1.0" encoding="UTF-8" standalone="yes"?><Relationships xmlns="http://schemas.openxmlformats.org/package/2006/relationships"><Relationship Id="rId1" Type="http://schemas.openxmlformats.org/officeDocument/2006/relationships/notesMaster" Target="../notesMasters/notesMaster1.xml" /><Relationship Id="rId0" Type="http://schemas.openxmlformats.org/officeDocument/2006/relationships/slide" Target="../slides/slide68.xml" /></Relationships>
</file>

<file path=ppt/notesSlides/_rels/notesSlide57.xml.rels><?xml version="1.0" encoding="UTF-8" standalone="yes"?><Relationships xmlns="http://schemas.openxmlformats.org/package/2006/relationships"><Relationship Id="rId1" Type="http://schemas.openxmlformats.org/officeDocument/2006/relationships/notesMaster" Target="../notesMasters/notesMaster1.xml" /><Relationship Id="rId0" Type="http://schemas.openxmlformats.org/officeDocument/2006/relationships/slide" Target="../slides/slide69.xml" /></Relationships>
</file>

<file path=ppt/notesSlides/_rels/notesSlide58.xml.rels><?xml version="1.0" encoding="UTF-8" standalone="yes"?><Relationships xmlns="http://schemas.openxmlformats.org/package/2006/relationships"><Relationship Id="rId1" Type="http://schemas.openxmlformats.org/officeDocument/2006/relationships/notesMaster" Target="../notesMasters/notesMaster1.xml" /><Relationship Id="rId0" Type="http://schemas.openxmlformats.org/officeDocument/2006/relationships/slide" Target="../slides/slide7.xml" /></Relationships>
</file>

<file path=ppt/notesSlides/_rels/notesSlide59.xml.rels><?xml version="1.0" encoding="UTF-8" standalone="yes"?><Relationships xmlns="http://schemas.openxmlformats.org/package/2006/relationships"><Relationship Id="rId1" Type="http://schemas.openxmlformats.org/officeDocument/2006/relationships/notesMaster" Target="../notesMasters/notesMaster1.xml" /><Relationship Id="rId0" Type="http://schemas.openxmlformats.org/officeDocument/2006/relationships/slide" Target="../slides/slide70.xml" /></Relationships>
</file>

<file path=ppt/notesSlides/_rels/notesSlide60.xml.rels><?xml version="1.0" encoding="UTF-8" standalone="yes"?><Relationships xmlns="http://schemas.openxmlformats.org/package/2006/relationships"><Relationship Id="rId1" Type="http://schemas.openxmlformats.org/officeDocument/2006/relationships/notesMaster" Target="../notesMasters/notesMaster1.xml" /><Relationship Id="rId0" Type="http://schemas.openxmlformats.org/officeDocument/2006/relationships/slide" Target="../slides/slide71.xml" /></Relationships>
</file>

<file path=ppt/notesSlides/_rels/notesSlide61.xml.rels><?xml version="1.0" encoding="UTF-8" standalone="yes"?><Relationships xmlns="http://schemas.openxmlformats.org/package/2006/relationships"><Relationship Id="rId1" Type="http://schemas.openxmlformats.org/officeDocument/2006/relationships/notesMaster" Target="../notesMasters/notesMaster1.xml" /><Relationship Id="rId0" Type="http://schemas.openxmlformats.org/officeDocument/2006/relationships/slide" Target="../slides/slide76.xml" /></Relationships>
</file>

<file path=ppt/notesSlides/_rels/notesSlide62.xml.rels><?xml version="1.0" encoding="UTF-8" standalone="yes"?><Relationships xmlns="http://schemas.openxmlformats.org/package/2006/relationships"><Relationship Id="rId1" Type="http://schemas.openxmlformats.org/officeDocument/2006/relationships/notesMaster" Target="../notesMasters/notesMaster1.xml" /><Relationship Id="rId0" Type="http://schemas.openxmlformats.org/officeDocument/2006/relationships/slide" Target="../slides/slide77.xml" /></Relationships>
</file>

<file path=ppt/notesSlides/_rels/notesSlide63.xml.rels><?xml version="1.0" encoding="UTF-8" standalone="yes"?><Relationships xmlns="http://schemas.openxmlformats.org/package/2006/relationships"><Relationship Id="rId1" Type="http://schemas.openxmlformats.org/officeDocument/2006/relationships/notesMaster" Target="../notesMasters/notesMaster1.xml" /><Relationship Id="rId0" Type="http://schemas.openxmlformats.org/officeDocument/2006/relationships/slide" Target="../slides/slide78.xml" /></Relationships>
</file>

<file path=ppt/notesSlides/_rels/notesSlide64.xml.rels><?xml version="1.0" encoding="UTF-8" standalone="yes"?><Relationships xmlns="http://schemas.openxmlformats.org/package/2006/relationships"><Relationship Id="rId1" Type="http://schemas.openxmlformats.org/officeDocument/2006/relationships/notesMaster" Target="../notesMasters/notesMaster1.xml" /><Relationship Id="rId0" Type="http://schemas.openxmlformats.org/officeDocument/2006/relationships/slide" Target="../slides/slide79.xml" /></Relationships>
</file>

<file path=ppt/notesSlides/_rels/notesSlide65.xml.rels><?xml version="1.0" encoding="UTF-8" standalone="yes"?><Relationships xmlns="http://schemas.openxmlformats.org/package/2006/relationships"><Relationship Id="rId1" Type="http://schemas.openxmlformats.org/officeDocument/2006/relationships/notesMaster" Target="../notesMasters/notesMaster1.xml" /><Relationship Id="rId0" Type="http://schemas.openxmlformats.org/officeDocument/2006/relationships/slide" Target="../slides/slide80.xml" /></Relationships>
</file>

<file path=ppt/notesSlides/notesSlide1.xml><?xml version="1.0" encoding="utf-8"?>
<p:notes xmlns:a="http://schemas.openxmlformats.org/drawingml/2006/main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7"/>
          <p:cNvSpPr>
            <a:spLocks noGrp="true" noChangeArrowheads="true"/>
          </p:cNvSpPr>
          <p:nvPr>
            <p:ph type="sldNum" sz="quarter" idx="5"/>
          </p:nvPr>
        </p:nvSpPr>
        <p:spPr>
          <a:noFill/>
          <a:extLst>
            <a:ext uri="{909E8E84-426E-40DD-AFC4-6F175D3DCCD1}"/>
            <a:ext uri="{91240B29-F687-4F45-9708-019B960494DF}"/>
          </a:extLst>
        </p:spPr>
        <p:txBody>
          <a:bodyPr/>
          <a:lstStyle>
            <a:lvl1pPr>
              <a:defRPr sz="2000" b="true">
                <a:solidFill>
                  <a:schemeClr val="tx1"/>
                </a:solidFill>
                <a:latin typeface="Comic Sans MS" panose="030F0702030302020204" charset="0"/>
                <a:ea typeface="宋体" pitchFamily="2" charset="-122"/>
              </a:defRPr>
            </a:lvl1pPr>
            <a:lvl2pPr marL="742950" indent="-285750">
              <a:defRPr sz="2000" b="true">
                <a:solidFill>
                  <a:schemeClr val="tx1"/>
                </a:solidFill>
                <a:latin typeface="Comic Sans MS" panose="030F0702030302020204" charset="0"/>
                <a:ea typeface="宋体" pitchFamily="2" charset="-122"/>
              </a:defRPr>
            </a:lvl2pPr>
            <a:lvl3pPr marL="1143000" indent="-228600">
              <a:defRPr sz="2000" b="true">
                <a:solidFill>
                  <a:schemeClr val="tx1"/>
                </a:solidFill>
                <a:latin typeface="Comic Sans MS" panose="030F0702030302020204" charset="0"/>
                <a:ea typeface="宋体" pitchFamily="2" charset="-122"/>
              </a:defRPr>
            </a:lvl3pPr>
            <a:lvl4pPr marL="1600200" indent="-228600">
              <a:defRPr sz="2000" b="true">
                <a:solidFill>
                  <a:schemeClr val="tx1"/>
                </a:solidFill>
                <a:latin typeface="Comic Sans MS" panose="030F0702030302020204" charset="0"/>
                <a:ea typeface="宋体" pitchFamily="2" charset="-122"/>
              </a:defRPr>
            </a:lvl4pPr>
            <a:lvl5pPr marL="2057400" indent="-228600">
              <a:defRPr sz="2000" b="true">
                <a:solidFill>
                  <a:schemeClr val="tx1"/>
                </a:solidFill>
                <a:latin typeface="Comic Sans MS" panose="030F0702030302020204" charset="0"/>
                <a:ea typeface="宋体" pitchFamily="2" charset="-122"/>
              </a:defRPr>
            </a:lvl5pPr>
            <a:lvl6pPr marL="2514600" indent="-228600" eaLnBrk="false" fontAlgn="base" hangingPunct="false">
              <a:spcBef>
                <a:spcPct val="1"/>
              </a:spcBef>
              <a:spcAft>
                <a:spcPct val="1"/>
              </a:spcAft>
              <a:defRPr sz="2000" b="true">
                <a:solidFill>
                  <a:schemeClr val="tx1"/>
                </a:solidFill>
                <a:latin typeface="Comic Sans MS" panose="030F0702030302020204" charset="0"/>
                <a:ea typeface="宋体" pitchFamily="2" charset="-122"/>
              </a:defRPr>
            </a:lvl6pPr>
            <a:lvl7pPr marL="2971800" indent="-228600" eaLnBrk="false" fontAlgn="base" hangingPunct="false">
              <a:spcBef>
                <a:spcPct val="1"/>
              </a:spcBef>
              <a:spcAft>
                <a:spcPct val="1"/>
              </a:spcAft>
              <a:defRPr sz="2000" b="true">
                <a:solidFill>
                  <a:schemeClr val="tx1"/>
                </a:solidFill>
                <a:latin typeface="Comic Sans MS" panose="030F0702030302020204" charset="0"/>
                <a:ea typeface="宋体" pitchFamily="2" charset="-122"/>
              </a:defRPr>
            </a:lvl7pPr>
            <a:lvl8pPr marL="3429000" indent="-228600" eaLnBrk="false" fontAlgn="base" hangingPunct="false">
              <a:spcBef>
                <a:spcPct val="1"/>
              </a:spcBef>
              <a:spcAft>
                <a:spcPct val="1"/>
              </a:spcAft>
              <a:defRPr sz="2000" b="true">
                <a:solidFill>
                  <a:schemeClr val="tx1"/>
                </a:solidFill>
                <a:latin typeface="Comic Sans MS" panose="030F0702030302020204" charset="0"/>
                <a:ea typeface="宋体" pitchFamily="2" charset="-122"/>
              </a:defRPr>
            </a:lvl8pPr>
            <a:lvl9pPr marL="3886200" indent="-228600" eaLnBrk="false" fontAlgn="base" hangingPunct="false">
              <a:spcBef>
                <a:spcPct val="1"/>
              </a:spcBef>
              <a:spcAft>
                <a:spcPct val="1"/>
              </a:spcAft>
              <a:defRPr sz="2000" b="true">
                <a:solidFill>
                  <a:schemeClr val="tx1"/>
                </a:solidFill>
                <a:latin typeface="Comic Sans MS" panose="030F0702030302020204" charset="0"/>
                <a:ea typeface="宋体" pitchFamily="2" charset="-122"/>
              </a:defRPr>
            </a:lvl9pPr>
          </a:lstStyle>
          <a:p>
            <a:pPr/>
            <a:fld id="{E869D8D7-7EC4-704F-9D8B-78520C3B21C5}" type="slidenum">
              <a:rPr lang="zh-CN" altLang="en-US" sz="1200" b="false">
                <a:latin typeface="Times New Roman" panose="02020603050405020304" pitchFamily="18" charset="0"/>
              </a:rPr>
              <a:t>1</a:t>
            </a:fld>
            <a:endParaRPr lang="en-US" altLang="zh-CN" sz="1200" b="false">
              <a:latin typeface="Times New Roman" panose="02020603050405020304" pitchFamily="18" charset="0"/>
            </a:endParaRPr>
          </a:p>
        </p:txBody>
      </p:sp>
      <p:sp>
        <p:nvSpPr>
          <p:cNvPr id="3" name="Rectangle 2"/>
          <p:cNvSpPr>
            <a:spLocks noGrp="true" noRot="true" noChangeAspect="true" noChangeArrowheads="true" noTextEdit="true"/>
          </p:cNvSpPr>
          <p:nvPr>
            <p:ph type="sldImg"/>
          </p:nvPr>
        </p:nvSpPr>
        <p:spPr/>
        <p:txBody>
          <a:bodyPr/>
          <a:p>
            <a:pPr/>
            <a:endParaRPr/>
          </a:p>
        </p:txBody>
      </p:sp>
      <p:sp>
        <p:nvSpPr>
          <p:cNvPr id="4" name="Rectangle 3"/>
          <p:cNvSpPr>
            <a:spLocks noGrp="true" noChangeArrowheads="true"/>
          </p:cNvSpPr>
          <p:nvPr>
            <p:ph type="body" idx="1"/>
          </p:nvPr>
        </p:nvSpPr>
        <p:spPr>
          <a:noFill/>
          <a:extLst>
            <a:ext uri="{909E8E84-426E-40DD-AFC4-6F175D3DCCD1}"/>
            <a:ext uri="{91240B29-F687-4F45-9708-019B960494DF}"/>
          </a:extLst>
        </p:spPr>
        <p:txBody>
          <a:bodyPr/>
          <a:lstStyle/>
          <a:p>
            <a:pPr eaLnBrk="true" hangingPunct="true"/>
            <a:endParaRPr lang="zh-CN" altLang="en-US" dirty="false">
              <a:latin typeface="Times New Roman" panose="02020603050405020304" pitchFamily="18" charset="0"/>
              <a:ea typeface="宋体" pitchFamily="2" charset="-122"/>
            </a:endParaRPr>
          </a:p>
        </p:txBody>
      </p:sp>
    </p:spTree>
  </p:cSld>
</p:notes>
</file>

<file path=ppt/notesSlides/notesSlide2.xml><?xml version="1.0" encoding="utf-8"?>
<p:notes xmlns:a="http://schemas.openxmlformats.org/drawingml/2006/main" xmlns:p="http://schemas.openxmlformats.org/presentationml/2006/main">
  <p:cSld>
    <p:spTree>
      <p:nvGrpSpPr>
        <p:cNvPr id="5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7"/>
          <p:cNvSpPr>
            <a:spLocks noGrp="true" noChangeArrowheads="true"/>
          </p:cNvSpPr>
          <p:nvPr>
            <p:ph type="sldNum" sz="quarter" idx="5"/>
          </p:nvPr>
        </p:nvSpPr>
        <p:spPr>
          <a:noFill/>
          <a:extLst>
            <a:ext uri="{909E8E84-426E-40DD-AFC4-6F175D3DCCD1}"/>
            <a:ext uri="{91240B29-F687-4F45-9708-019B960494DF}"/>
          </a:extLst>
        </p:spPr>
        <p:txBody>
          <a:bodyPr/>
          <a:lstStyle>
            <a:lvl1pPr>
              <a:defRPr sz="2000" b="true">
                <a:solidFill>
                  <a:schemeClr val="tx1"/>
                </a:solidFill>
                <a:latin typeface="Comic Sans MS" panose="030F0702030302020204" charset="0"/>
                <a:ea typeface="宋体" pitchFamily="2" charset="-122"/>
              </a:defRPr>
            </a:lvl1pPr>
            <a:lvl2pPr marL="742950" indent="-285750">
              <a:defRPr sz="2000" b="true">
                <a:solidFill>
                  <a:schemeClr val="tx1"/>
                </a:solidFill>
                <a:latin typeface="Comic Sans MS" panose="030F0702030302020204" charset="0"/>
                <a:ea typeface="宋体" pitchFamily="2" charset="-122"/>
              </a:defRPr>
            </a:lvl2pPr>
            <a:lvl3pPr marL="1143000" indent="-228600">
              <a:defRPr sz="2000" b="true">
                <a:solidFill>
                  <a:schemeClr val="tx1"/>
                </a:solidFill>
                <a:latin typeface="Comic Sans MS" panose="030F0702030302020204" charset="0"/>
                <a:ea typeface="宋体" pitchFamily="2" charset="-122"/>
              </a:defRPr>
            </a:lvl3pPr>
            <a:lvl4pPr marL="1600200" indent="-228600">
              <a:defRPr sz="2000" b="true">
                <a:solidFill>
                  <a:schemeClr val="tx1"/>
                </a:solidFill>
                <a:latin typeface="Comic Sans MS" panose="030F0702030302020204" charset="0"/>
                <a:ea typeface="宋体" pitchFamily="2" charset="-122"/>
              </a:defRPr>
            </a:lvl4pPr>
            <a:lvl5pPr marL="2057400" indent="-228600">
              <a:defRPr sz="2000" b="true">
                <a:solidFill>
                  <a:schemeClr val="tx1"/>
                </a:solidFill>
                <a:latin typeface="Comic Sans MS" panose="030F0702030302020204" charset="0"/>
                <a:ea typeface="宋体" pitchFamily="2" charset="-122"/>
              </a:defRPr>
            </a:lvl5pPr>
            <a:lvl6pPr marL="2514600" indent="-228600" eaLnBrk="false" fontAlgn="base" hangingPunct="false">
              <a:spcBef>
                <a:spcPct val="1"/>
              </a:spcBef>
              <a:spcAft>
                <a:spcPct val="1"/>
              </a:spcAft>
              <a:defRPr sz="2000" b="true">
                <a:solidFill>
                  <a:schemeClr val="tx1"/>
                </a:solidFill>
                <a:latin typeface="Comic Sans MS" panose="030F0702030302020204" charset="0"/>
                <a:ea typeface="宋体" pitchFamily="2" charset="-122"/>
              </a:defRPr>
            </a:lvl6pPr>
            <a:lvl7pPr marL="2971800" indent="-228600" eaLnBrk="false" fontAlgn="base" hangingPunct="false">
              <a:spcBef>
                <a:spcPct val="1"/>
              </a:spcBef>
              <a:spcAft>
                <a:spcPct val="1"/>
              </a:spcAft>
              <a:defRPr sz="2000" b="true">
                <a:solidFill>
                  <a:schemeClr val="tx1"/>
                </a:solidFill>
                <a:latin typeface="Comic Sans MS" panose="030F0702030302020204" charset="0"/>
                <a:ea typeface="宋体" pitchFamily="2" charset="-122"/>
              </a:defRPr>
            </a:lvl7pPr>
            <a:lvl8pPr marL="3429000" indent="-228600" eaLnBrk="false" fontAlgn="base" hangingPunct="false">
              <a:spcBef>
                <a:spcPct val="1"/>
              </a:spcBef>
              <a:spcAft>
                <a:spcPct val="1"/>
              </a:spcAft>
              <a:defRPr sz="2000" b="true">
                <a:solidFill>
                  <a:schemeClr val="tx1"/>
                </a:solidFill>
                <a:latin typeface="Comic Sans MS" panose="030F0702030302020204" charset="0"/>
                <a:ea typeface="宋体" pitchFamily="2" charset="-122"/>
              </a:defRPr>
            </a:lvl8pPr>
            <a:lvl9pPr marL="3886200" indent="-228600" eaLnBrk="false" fontAlgn="base" hangingPunct="false">
              <a:spcBef>
                <a:spcPct val="1"/>
              </a:spcBef>
              <a:spcAft>
                <a:spcPct val="1"/>
              </a:spcAft>
              <a:defRPr sz="2000" b="true">
                <a:solidFill>
                  <a:schemeClr val="tx1"/>
                </a:solidFill>
                <a:latin typeface="Comic Sans MS" panose="030F0702030302020204" charset="0"/>
                <a:ea typeface="宋体" pitchFamily="2" charset="-122"/>
              </a:defRPr>
            </a:lvl9pPr>
          </a:lstStyle>
          <a:p>
            <a:pPr/>
            <a:fld id="{813BFC82-1ED1-4340-ACE0-D66EFE5F4269}" type="slidenum">
              <a:rPr lang="zh-CN" altLang="en-US" sz="1200" b="false">
                <a:latin typeface="Times New Roman" panose="02020603050405020304" pitchFamily="18" charset="0"/>
              </a:rPr>
              <a:t>12</a:t>
            </a:fld>
            <a:endParaRPr lang="en-US" altLang="zh-CN" sz="1200" b="false">
              <a:latin typeface="Times New Roman" panose="02020603050405020304" pitchFamily="18" charset="0"/>
            </a:endParaRPr>
          </a:p>
        </p:txBody>
      </p:sp>
      <p:sp>
        <p:nvSpPr>
          <p:cNvPr id="7" name="Rectangle 2"/>
          <p:cNvSpPr>
            <a:spLocks noGrp="true" noRot="true" noChangeAspect="true" noChangeArrowheads="true" noTextEdit="true"/>
          </p:cNvSpPr>
          <p:nvPr>
            <p:ph type="sldImg"/>
          </p:nvPr>
        </p:nvSpPr>
        <p:spPr/>
        <p:txBody>
          <a:bodyPr/>
          <a:p>
            <a:pPr/>
            <a:endParaRPr/>
          </a:p>
        </p:txBody>
      </p:sp>
      <p:sp>
        <p:nvSpPr>
          <p:cNvPr id="8" name="Rectangle 3"/>
          <p:cNvSpPr>
            <a:spLocks noGrp="true" noChangeArrowheads="true"/>
          </p:cNvSpPr>
          <p:nvPr>
            <p:ph type="body" idx="1"/>
          </p:nvPr>
        </p:nvSpPr>
        <p:spPr>
          <a:noFill/>
          <a:extLst>
            <a:ext uri="{909E8E84-426E-40DD-AFC4-6F175D3DCCD1}"/>
            <a:ext uri="{91240B29-F687-4F45-9708-019B960494DF}"/>
          </a:extLst>
        </p:spPr>
        <p:txBody>
          <a:bodyPr/>
          <a:lstStyle/>
          <a:p>
            <a:pPr eaLnBrk="true" hangingPunct="true"/>
            <a:endParaRPr lang="zh-CN" altLang="en-US">
              <a:latin typeface="Times New Roman" panose="02020603050405020304" pitchFamily="18" charset="0"/>
              <a:ea typeface="宋体" pitchFamily="2" charset="-122"/>
            </a:endParaRPr>
          </a:p>
        </p:txBody>
      </p:sp>
    </p:spTree>
  </p:cSld>
</p:notes>
</file>

<file path=ppt/notesSlides/notesSlide3.xml><?xml version="1.0" encoding="utf-8"?>
<p:notes xmlns:a="http://schemas.openxmlformats.org/drawingml/2006/main" xmlns:p="http://schemas.openxmlformats.org/presentationml/2006/main">
  <p:cSld>
    <p:spTree>
      <p:nvGrpSpPr>
        <p:cNvPr id="9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7"/>
          <p:cNvSpPr>
            <a:spLocks noGrp="true" noChangeArrowheads="true"/>
          </p:cNvSpPr>
          <p:nvPr>
            <p:ph type="sldNum" sz="quarter" idx="5"/>
          </p:nvPr>
        </p:nvSpPr>
        <p:spPr>
          <a:noFill/>
          <a:extLst>
            <a:ext uri="{909E8E84-426E-40DD-AFC4-6F175D3DCCD1}"/>
            <a:ext uri="{91240B29-F687-4F45-9708-019B960494DF}"/>
          </a:extLst>
        </p:spPr>
        <p:txBody>
          <a:bodyPr/>
          <a:lstStyle>
            <a:lvl1pPr>
              <a:defRPr sz="2000" b="true">
                <a:solidFill>
                  <a:schemeClr val="tx1"/>
                </a:solidFill>
                <a:latin typeface="Comic Sans MS" panose="030F0702030302020204" charset="0"/>
                <a:ea typeface="宋体" pitchFamily="2" charset="-122"/>
              </a:defRPr>
            </a:lvl1pPr>
            <a:lvl2pPr marL="742950" indent="-285750">
              <a:defRPr sz="2000" b="true">
                <a:solidFill>
                  <a:schemeClr val="tx1"/>
                </a:solidFill>
                <a:latin typeface="Comic Sans MS" panose="030F0702030302020204" charset="0"/>
                <a:ea typeface="宋体" pitchFamily="2" charset="-122"/>
              </a:defRPr>
            </a:lvl2pPr>
            <a:lvl3pPr marL="1143000" indent="-228600">
              <a:defRPr sz="2000" b="true">
                <a:solidFill>
                  <a:schemeClr val="tx1"/>
                </a:solidFill>
                <a:latin typeface="Comic Sans MS" panose="030F0702030302020204" charset="0"/>
                <a:ea typeface="宋体" pitchFamily="2" charset="-122"/>
              </a:defRPr>
            </a:lvl3pPr>
            <a:lvl4pPr marL="1600200" indent="-228600">
              <a:defRPr sz="2000" b="true">
                <a:solidFill>
                  <a:schemeClr val="tx1"/>
                </a:solidFill>
                <a:latin typeface="Comic Sans MS" panose="030F0702030302020204" charset="0"/>
                <a:ea typeface="宋体" pitchFamily="2" charset="-122"/>
              </a:defRPr>
            </a:lvl4pPr>
            <a:lvl5pPr marL="2057400" indent="-228600">
              <a:defRPr sz="2000" b="true">
                <a:solidFill>
                  <a:schemeClr val="tx1"/>
                </a:solidFill>
                <a:latin typeface="Comic Sans MS" panose="030F0702030302020204" charset="0"/>
                <a:ea typeface="宋体" pitchFamily="2" charset="-122"/>
              </a:defRPr>
            </a:lvl5pPr>
            <a:lvl6pPr marL="2514600" indent="-228600" eaLnBrk="false" fontAlgn="base" hangingPunct="false">
              <a:spcBef>
                <a:spcPct val="1"/>
              </a:spcBef>
              <a:spcAft>
                <a:spcPct val="1"/>
              </a:spcAft>
              <a:defRPr sz="2000" b="true">
                <a:solidFill>
                  <a:schemeClr val="tx1"/>
                </a:solidFill>
                <a:latin typeface="Comic Sans MS" panose="030F0702030302020204" charset="0"/>
                <a:ea typeface="宋体" pitchFamily="2" charset="-122"/>
              </a:defRPr>
            </a:lvl6pPr>
            <a:lvl7pPr marL="2971800" indent="-228600" eaLnBrk="false" fontAlgn="base" hangingPunct="false">
              <a:spcBef>
                <a:spcPct val="1"/>
              </a:spcBef>
              <a:spcAft>
                <a:spcPct val="1"/>
              </a:spcAft>
              <a:defRPr sz="2000" b="true">
                <a:solidFill>
                  <a:schemeClr val="tx1"/>
                </a:solidFill>
                <a:latin typeface="Comic Sans MS" panose="030F0702030302020204" charset="0"/>
                <a:ea typeface="宋体" pitchFamily="2" charset="-122"/>
              </a:defRPr>
            </a:lvl7pPr>
            <a:lvl8pPr marL="3429000" indent="-228600" eaLnBrk="false" fontAlgn="base" hangingPunct="false">
              <a:spcBef>
                <a:spcPct val="1"/>
              </a:spcBef>
              <a:spcAft>
                <a:spcPct val="1"/>
              </a:spcAft>
              <a:defRPr sz="2000" b="true">
                <a:solidFill>
                  <a:schemeClr val="tx1"/>
                </a:solidFill>
                <a:latin typeface="Comic Sans MS" panose="030F0702030302020204" charset="0"/>
                <a:ea typeface="宋体" pitchFamily="2" charset="-122"/>
              </a:defRPr>
            </a:lvl8pPr>
            <a:lvl9pPr marL="3886200" indent="-228600" eaLnBrk="false" fontAlgn="base" hangingPunct="false">
              <a:spcBef>
                <a:spcPct val="1"/>
              </a:spcBef>
              <a:spcAft>
                <a:spcPct val="1"/>
              </a:spcAft>
              <a:defRPr sz="2000" b="true">
                <a:solidFill>
                  <a:schemeClr val="tx1"/>
                </a:solidFill>
                <a:latin typeface="Comic Sans MS" panose="030F0702030302020204" charset="0"/>
                <a:ea typeface="宋体" pitchFamily="2" charset="-122"/>
              </a:defRPr>
            </a:lvl9pPr>
          </a:lstStyle>
          <a:p>
            <a:pPr/>
            <a:fld id="{EF13A81C-EFD1-1844-99E3-75294ED3C30D}" type="slidenum">
              <a:rPr lang="zh-CN" altLang="en-US" sz="1200" b="false">
                <a:latin typeface="Times New Roman" panose="02020603050405020304" pitchFamily="18" charset="0"/>
              </a:rPr>
              <a:t>13</a:t>
            </a:fld>
            <a:endParaRPr lang="en-US" altLang="zh-CN" sz="1200" b="false">
              <a:latin typeface="Times New Roman" panose="02020603050405020304" pitchFamily="18" charset="0"/>
            </a:endParaRPr>
          </a:p>
        </p:txBody>
      </p:sp>
      <p:sp>
        <p:nvSpPr>
          <p:cNvPr id="11" name="Rectangle 2"/>
          <p:cNvSpPr>
            <a:spLocks noGrp="true" noRot="true" noChangeAspect="true" noChangeArrowheads="true" noTextEdit="true"/>
          </p:cNvSpPr>
          <p:nvPr>
            <p:ph type="sldImg"/>
          </p:nvPr>
        </p:nvSpPr>
        <p:spPr/>
        <p:txBody>
          <a:bodyPr/>
          <a:p>
            <a:pPr/>
            <a:endParaRPr/>
          </a:p>
        </p:txBody>
      </p:sp>
      <p:sp>
        <p:nvSpPr>
          <p:cNvPr id="12" name="Rectangle 3"/>
          <p:cNvSpPr>
            <a:spLocks noGrp="true" noChangeArrowheads="true"/>
          </p:cNvSpPr>
          <p:nvPr>
            <p:ph type="body" idx="1"/>
          </p:nvPr>
        </p:nvSpPr>
        <p:spPr>
          <a:noFill/>
          <a:extLst>
            <a:ext uri="{909E8E84-426E-40DD-AFC4-6F175D3DCCD1}"/>
            <a:ext uri="{91240B29-F687-4F45-9708-019B960494DF}"/>
          </a:extLst>
        </p:spPr>
        <p:txBody>
          <a:bodyPr/>
          <a:lstStyle/>
          <a:p>
            <a:pPr eaLnBrk="true" hangingPunct="true"/>
            <a:endParaRPr lang="zh-CN" altLang="en-US">
              <a:latin typeface="Times New Roman" panose="02020603050405020304" pitchFamily="18" charset="0"/>
              <a:ea typeface="宋体" pitchFamily="2" charset="-122"/>
            </a:endParaRPr>
          </a:p>
        </p:txBody>
      </p:sp>
    </p:spTree>
  </p:cSld>
</p:notes>
</file>

<file path=ppt/notesSlides/notesSlide4.xml><?xml version="1.0" encoding="utf-8"?>
<p:notes xmlns:a="http://schemas.openxmlformats.org/drawingml/2006/main" xmlns:p="http://schemas.openxmlformats.org/presentationml/2006/main">
  <p:cSld>
    <p:spTree>
      <p:nvGrpSpPr>
        <p:cNvPr id="13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Rectangle 7"/>
          <p:cNvSpPr>
            <a:spLocks noGrp="true" noChangeArrowheads="true"/>
          </p:cNvSpPr>
          <p:nvPr>
            <p:ph type="sldNum" sz="quarter" idx="5"/>
          </p:nvPr>
        </p:nvSpPr>
        <p:spPr>
          <a:noFill/>
          <a:extLst>
            <a:ext uri="{909E8E84-426E-40DD-AFC4-6F175D3DCCD1}"/>
            <a:ext uri="{91240B29-F687-4F45-9708-019B960494DF}"/>
          </a:extLst>
        </p:spPr>
        <p:txBody>
          <a:bodyPr/>
          <a:lstStyle>
            <a:lvl1pPr>
              <a:defRPr sz="2000" b="true">
                <a:solidFill>
                  <a:schemeClr val="tx1"/>
                </a:solidFill>
                <a:latin typeface="Comic Sans MS" panose="030F0702030302020204" charset="0"/>
                <a:ea typeface="宋体" pitchFamily="2" charset="-122"/>
              </a:defRPr>
            </a:lvl1pPr>
            <a:lvl2pPr marL="742950" indent="-285750">
              <a:defRPr sz="2000" b="true">
                <a:solidFill>
                  <a:schemeClr val="tx1"/>
                </a:solidFill>
                <a:latin typeface="Comic Sans MS" panose="030F0702030302020204" charset="0"/>
                <a:ea typeface="宋体" pitchFamily="2" charset="-122"/>
              </a:defRPr>
            </a:lvl2pPr>
            <a:lvl3pPr marL="1143000" indent="-228600">
              <a:defRPr sz="2000" b="true">
                <a:solidFill>
                  <a:schemeClr val="tx1"/>
                </a:solidFill>
                <a:latin typeface="Comic Sans MS" panose="030F0702030302020204" charset="0"/>
                <a:ea typeface="宋体" pitchFamily="2" charset="-122"/>
              </a:defRPr>
            </a:lvl3pPr>
            <a:lvl4pPr marL="1600200" indent="-228600">
              <a:defRPr sz="2000" b="true">
                <a:solidFill>
                  <a:schemeClr val="tx1"/>
                </a:solidFill>
                <a:latin typeface="Comic Sans MS" panose="030F0702030302020204" charset="0"/>
                <a:ea typeface="宋体" pitchFamily="2" charset="-122"/>
              </a:defRPr>
            </a:lvl4pPr>
            <a:lvl5pPr marL="2057400" indent="-228600">
              <a:defRPr sz="2000" b="true">
                <a:solidFill>
                  <a:schemeClr val="tx1"/>
                </a:solidFill>
                <a:latin typeface="Comic Sans MS" panose="030F0702030302020204" charset="0"/>
                <a:ea typeface="宋体" pitchFamily="2" charset="-122"/>
              </a:defRPr>
            </a:lvl5pPr>
            <a:lvl6pPr marL="2514600" indent="-228600" eaLnBrk="false" fontAlgn="base" hangingPunct="false">
              <a:spcBef>
                <a:spcPct val="1"/>
              </a:spcBef>
              <a:spcAft>
                <a:spcPct val="1"/>
              </a:spcAft>
              <a:defRPr sz="2000" b="true">
                <a:solidFill>
                  <a:schemeClr val="tx1"/>
                </a:solidFill>
                <a:latin typeface="Comic Sans MS" panose="030F0702030302020204" charset="0"/>
                <a:ea typeface="宋体" pitchFamily="2" charset="-122"/>
              </a:defRPr>
            </a:lvl6pPr>
            <a:lvl7pPr marL="2971800" indent="-228600" eaLnBrk="false" fontAlgn="base" hangingPunct="false">
              <a:spcBef>
                <a:spcPct val="1"/>
              </a:spcBef>
              <a:spcAft>
                <a:spcPct val="1"/>
              </a:spcAft>
              <a:defRPr sz="2000" b="true">
                <a:solidFill>
                  <a:schemeClr val="tx1"/>
                </a:solidFill>
                <a:latin typeface="Comic Sans MS" panose="030F0702030302020204" charset="0"/>
                <a:ea typeface="宋体" pitchFamily="2" charset="-122"/>
              </a:defRPr>
            </a:lvl7pPr>
            <a:lvl8pPr marL="3429000" indent="-228600" eaLnBrk="false" fontAlgn="base" hangingPunct="false">
              <a:spcBef>
                <a:spcPct val="1"/>
              </a:spcBef>
              <a:spcAft>
                <a:spcPct val="1"/>
              </a:spcAft>
              <a:defRPr sz="2000" b="true">
                <a:solidFill>
                  <a:schemeClr val="tx1"/>
                </a:solidFill>
                <a:latin typeface="Comic Sans MS" panose="030F0702030302020204" charset="0"/>
                <a:ea typeface="宋体" pitchFamily="2" charset="-122"/>
              </a:defRPr>
            </a:lvl8pPr>
            <a:lvl9pPr marL="3886200" indent="-228600" eaLnBrk="false" fontAlgn="base" hangingPunct="false">
              <a:spcBef>
                <a:spcPct val="1"/>
              </a:spcBef>
              <a:spcAft>
                <a:spcPct val="1"/>
              </a:spcAft>
              <a:defRPr sz="2000" b="true">
                <a:solidFill>
                  <a:schemeClr val="tx1"/>
                </a:solidFill>
                <a:latin typeface="Comic Sans MS" panose="030F0702030302020204" charset="0"/>
                <a:ea typeface="宋体" pitchFamily="2" charset="-122"/>
              </a:defRPr>
            </a:lvl9pPr>
          </a:lstStyle>
          <a:p>
            <a:pPr/>
            <a:fld id="{9E88AB7E-4A81-814E-81CB-C1737C367D03}" type="slidenum">
              <a:rPr lang="zh-CN" altLang="en-US" sz="1200" b="false">
                <a:latin typeface="Times New Roman" panose="02020603050405020304" pitchFamily="18" charset="0"/>
              </a:rPr>
              <a:t>15</a:t>
            </a:fld>
            <a:endParaRPr lang="en-US" altLang="zh-CN" sz="1200" b="false">
              <a:latin typeface="Times New Roman" panose="02020603050405020304" pitchFamily="18" charset="0"/>
            </a:endParaRPr>
          </a:p>
        </p:txBody>
      </p:sp>
      <p:sp>
        <p:nvSpPr>
          <p:cNvPr id="15" name="Rectangle 2"/>
          <p:cNvSpPr>
            <a:spLocks noGrp="true" noRot="true" noChangeAspect="true" noChangeArrowheads="true" noTextEdit="true"/>
          </p:cNvSpPr>
          <p:nvPr>
            <p:ph type="sldImg"/>
          </p:nvPr>
        </p:nvSpPr>
        <p:spPr/>
        <p:txBody>
          <a:bodyPr/>
          <a:p>
            <a:pPr/>
            <a:endParaRPr/>
          </a:p>
        </p:txBody>
      </p:sp>
      <p:sp>
        <p:nvSpPr>
          <p:cNvPr id="16" name="Rectangle 3"/>
          <p:cNvSpPr>
            <a:spLocks noGrp="true" noChangeArrowheads="true"/>
          </p:cNvSpPr>
          <p:nvPr>
            <p:ph type="body" idx="1"/>
          </p:nvPr>
        </p:nvSpPr>
        <p:spPr>
          <a:noFill/>
          <a:extLst>
            <a:ext uri="{909E8E84-426E-40DD-AFC4-6F175D3DCCD1}"/>
            <a:ext uri="{91240B29-F687-4F45-9708-019B960494DF}"/>
          </a:extLst>
        </p:spPr>
        <p:txBody>
          <a:bodyPr/>
          <a:lstStyle/>
          <a:p>
            <a:pPr eaLnBrk="true" hangingPunct="true"/>
            <a:endParaRPr lang="zh-CN" altLang="en-US">
              <a:latin typeface="Times New Roman" panose="02020603050405020304" pitchFamily="18" charset="0"/>
              <a:ea typeface="宋体" pitchFamily="2" charset="-122"/>
            </a:endParaRPr>
          </a:p>
        </p:txBody>
      </p:sp>
    </p:spTree>
  </p:cSld>
</p:notes>
</file>

<file path=ppt/notesSlides/notesSlide5.xml><?xml version="1.0" encoding="utf-8"?>
<p:notes xmlns:a="http://schemas.openxmlformats.org/drawingml/2006/main" xmlns:p="http://schemas.openxmlformats.org/presentationml/2006/main">
  <p:cSld>
    <p:spTree>
      <p:nvGrpSpPr>
        <p:cNvPr id="17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Rectangle 7"/>
          <p:cNvSpPr>
            <a:spLocks noGrp="true" noChangeArrowheads="true"/>
          </p:cNvSpPr>
          <p:nvPr>
            <p:ph type="sldNum" sz="quarter" idx="5"/>
          </p:nvPr>
        </p:nvSpPr>
        <p:spPr>
          <a:noFill/>
          <a:extLst>
            <a:ext uri="{909E8E84-426E-40DD-AFC4-6F175D3DCCD1}"/>
            <a:ext uri="{91240B29-F687-4F45-9708-019B960494DF}"/>
          </a:extLst>
        </p:spPr>
        <p:txBody>
          <a:bodyPr/>
          <a:lstStyle>
            <a:lvl1pPr>
              <a:defRPr sz="2000" b="true">
                <a:solidFill>
                  <a:schemeClr val="tx1"/>
                </a:solidFill>
                <a:latin typeface="Comic Sans MS" panose="030F0702030302020204" charset="0"/>
                <a:ea typeface="宋体" pitchFamily="2" charset="-122"/>
              </a:defRPr>
            </a:lvl1pPr>
            <a:lvl2pPr marL="742950" indent="-285750">
              <a:defRPr sz="2000" b="true">
                <a:solidFill>
                  <a:schemeClr val="tx1"/>
                </a:solidFill>
                <a:latin typeface="Comic Sans MS" panose="030F0702030302020204" charset="0"/>
                <a:ea typeface="宋体" pitchFamily="2" charset="-122"/>
              </a:defRPr>
            </a:lvl2pPr>
            <a:lvl3pPr marL="1143000" indent="-228600">
              <a:defRPr sz="2000" b="true">
                <a:solidFill>
                  <a:schemeClr val="tx1"/>
                </a:solidFill>
                <a:latin typeface="Comic Sans MS" panose="030F0702030302020204" charset="0"/>
                <a:ea typeface="宋体" pitchFamily="2" charset="-122"/>
              </a:defRPr>
            </a:lvl3pPr>
            <a:lvl4pPr marL="1600200" indent="-228600">
              <a:defRPr sz="2000" b="true">
                <a:solidFill>
                  <a:schemeClr val="tx1"/>
                </a:solidFill>
                <a:latin typeface="Comic Sans MS" panose="030F0702030302020204" charset="0"/>
                <a:ea typeface="宋体" pitchFamily="2" charset="-122"/>
              </a:defRPr>
            </a:lvl4pPr>
            <a:lvl5pPr marL="2057400" indent="-228600">
              <a:defRPr sz="2000" b="true">
                <a:solidFill>
                  <a:schemeClr val="tx1"/>
                </a:solidFill>
                <a:latin typeface="Comic Sans MS" panose="030F0702030302020204" charset="0"/>
                <a:ea typeface="宋体" pitchFamily="2" charset="-122"/>
              </a:defRPr>
            </a:lvl5pPr>
            <a:lvl6pPr marL="2514600" indent="-228600" eaLnBrk="false" fontAlgn="base" hangingPunct="false">
              <a:spcBef>
                <a:spcPct val="1"/>
              </a:spcBef>
              <a:spcAft>
                <a:spcPct val="1"/>
              </a:spcAft>
              <a:defRPr sz="2000" b="true">
                <a:solidFill>
                  <a:schemeClr val="tx1"/>
                </a:solidFill>
                <a:latin typeface="Comic Sans MS" panose="030F0702030302020204" charset="0"/>
                <a:ea typeface="宋体" pitchFamily="2" charset="-122"/>
              </a:defRPr>
            </a:lvl6pPr>
            <a:lvl7pPr marL="2971800" indent="-228600" eaLnBrk="false" fontAlgn="base" hangingPunct="false">
              <a:spcBef>
                <a:spcPct val="1"/>
              </a:spcBef>
              <a:spcAft>
                <a:spcPct val="1"/>
              </a:spcAft>
              <a:defRPr sz="2000" b="true">
                <a:solidFill>
                  <a:schemeClr val="tx1"/>
                </a:solidFill>
                <a:latin typeface="Comic Sans MS" panose="030F0702030302020204" charset="0"/>
                <a:ea typeface="宋体" pitchFamily="2" charset="-122"/>
              </a:defRPr>
            </a:lvl7pPr>
            <a:lvl8pPr marL="3429000" indent="-228600" eaLnBrk="false" fontAlgn="base" hangingPunct="false">
              <a:spcBef>
                <a:spcPct val="1"/>
              </a:spcBef>
              <a:spcAft>
                <a:spcPct val="1"/>
              </a:spcAft>
              <a:defRPr sz="2000" b="true">
                <a:solidFill>
                  <a:schemeClr val="tx1"/>
                </a:solidFill>
                <a:latin typeface="Comic Sans MS" panose="030F0702030302020204" charset="0"/>
                <a:ea typeface="宋体" pitchFamily="2" charset="-122"/>
              </a:defRPr>
            </a:lvl8pPr>
            <a:lvl9pPr marL="3886200" indent="-228600" eaLnBrk="false" fontAlgn="base" hangingPunct="false">
              <a:spcBef>
                <a:spcPct val="1"/>
              </a:spcBef>
              <a:spcAft>
                <a:spcPct val="1"/>
              </a:spcAft>
              <a:defRPr sz="2000" b="true">
                <a:solidFill>
                  <a:schemeClr val="tx1"/>
                </a:solidFill>
                <a:latin typeface="Comic Sans MS" panose="030F0702030302020204" charset="0"/>
                <a:ea typeface="宋体" pitchFamily="2" charset="-122"/>
              </a:defRPr>
            </a:lvl9pPr>
          </a:lstStyle>
          <a:p>
            <a:pPr/>
            <a:fld id="{C7458B5C-367F-934B-90D2-A100A7EFB46A}" type="slidenum">
              <a:rPr lang="zh-CN" altLang="en-US" sz="1200" b="false">
                <a:latin typeface="Times New Roman" panose="02020603050405020304" pitchFamily="18" charset="0"/>
              </a:rPr>
              <a:t>17</a:t>
            </a:fld>
            <a:endParaRPr lang="en-US" altLang="zh-CN" sz="1200" b="false">
              <a:latin typeface="Times New Roman" panose="02020603050405020304" pitchFamily="18" charset="0"/>
            </a:endParaRPr>
          </a:p>
        </p:txBody>
      </p:sp>
      <p:sp>
        <p:nvSpPr>
          <p:cNvPr id="19" name="Rectangle 2"/>
          <p:cNvSpPr>
            <a:spLocks noGrp="true" noRot="true" noChangeAspect="true" noChangeArrowheads="true" noTextEdit="true"/>
          </p:cNvSpPr>
          <p:nvPr>
            <p:ph type="sldImg"/>
          </p:nvPr>
        </p:nvSpPr>
        <p:spPr/>
        <p:txBody>
          <a:bodyPr/>
          <a:p>
            <a:pPr/>
            <a:endParaRPr/>
          </a:p>
        </p:txBody>
      </p:sp>
      <p:sp>
        <p:nvSpPr>
          <p:cNvPr id="20" name="Rectangle 3"/>
          <p:cNvSpPr>
            <a:spLocks noGrp="true" noChangeArrowheads="true"/>
          </p:cNvSpPr>
          <p:nvPr>
            <p:ph type="body" idx="1"/>
          </p:nvPr>
        </p:nvSpPr>
        <p:spPr>
          <a:noFill/>
          <a:extLst>
            <a:ext uri="{909E8E84-426E-40DD-AFC4-6F175D3DCCD1}"/>
            <a:ext uri="{91240B29-F687-4F45-9708-019B960494DF}"/>
          </a:extLst>
        </p:spPr>
        <p:txBody>
          <a:bodyPr/>
          <a:lstStyle/>
          <a:p>
            <a:pPr eaLnBrk="true" hangingPunct="true"/>
            <a:endParaRPr lang="zh-CN" altLang="en-US">
              <a:latin typeface="Times New Roman" panose="02020603050405020304" pitchFamily="18" charset="0"/>
              <a:ea typeface="宋体" pitchFamily="2" charset="-122"/>
            </a:endParaRPr>
          </a:p>
        </p:txBody>
      </p:sp>
    </p:spTree>
  </p:cSld>
</p:notes>
</file>

<file path=ppt/notesSlides/notesSlide6.xml><?xml version="1.0" encoding="utf-8"?>
<p:notes xmlns:a="http://schemas.openxmlformats.org/drawingml/2006/main" xmlns:p="http://schemas.openxmlformats.org/presentationml/2006/main">
  <p:cSld>
    <p:spTree>
      <p:nvGrpSpPr>
        <p:cNvPr id="2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Rectangle 7"/>
          <p:cNvSpPr>
            <a:spLocks noGrp="true" noChangeArrowheads="true"/>
          </p:cNvSpPr>
          <p:nvPr>
            <p:ph type="sldNum" sz="quarter" idx="5"/>
          </p:nvPr>
        </p:nvSpPr>
        <p:spPr>
          <a:noFill/>
          <a:extLst>
            <a:ext uri="{909E8E84-426E-40DD-AFC4-6F175D3DCCD1}"/>
            <a:ext uri="{91240B29-F687-4F45-9708-019B960494DF}"/>
          </a:extLst>
        </p:spPr>
        <p:txBody>
          <a:bodyPr/>
          <a:lstStyle>
            <a:lvl1pPr>
              <a:defRPr sz="2000" b="true">
                <a:solidFill>
                  <a:schemeClr val="tx1"/>
                </a:solidFill>
                <a:latin typeface="Comic Sans MS" panose="030F0702030302020204" charset="0"/>
                <a:ea typeface="宋体" pitchFamily="2" charset="-122"/>
              </a:defRPr>
            </a:lvl1pPr>
            <a:lvl2pPr marL="742950" indent="-285750">
              <a:defRPr sz="2000" b="true">
                <a:solidFill>
                  <a:schemeClr val="tx1"/>
                </a:solidFill>
                <a:latin typeface="Comic Sans MS" panose="030F0702030302020204" charset="0"/>
                <a:ea typeface="宋体" pitchFamily="2" charset="-122"/>
              </a:defRPr>
            </a:lvl2pPr>
            <a:lvl3pPr marL="1143000" indent="-228600">
              <a:defRPr sz="2000" b="true">
                <a:solidFill>
                  <a:schemeClr val="tx1"/>
                </a:solidFill>
                <a:latin typeface="Comic Sans MS" panose="030F0702030302020204" charset="0"/>
                <a:ea typeface="宋体" pitchFamily="2" charset="-122"/>
              </a:defRPr>
            </a:lvl3pPr>
            <a:lvl4pPr marL="1600200" indent="-228600">
              <a:defRPr sz="2000" b="true">
                <a:solidFill>
                  <a:schemeClr val="tx1"/>
                </a:solidFill>
                <a:latin typeface="Comic Sans MS" panose="030F0702030302020204" charset="0"/>
                <a:ea typeface="宋体" pitchFamily="2" charset="-122"/>
              </a:defRPr>
            </a:lvl4pPr>
            <a:lvl5pPr marL="2057400" indent="-228600">
              <a:defRPr sz="2000" b="true">
                <a:solidFill>
                  <a:schemeClr val="tx1"/>
                </a:solidFill>
                <a:latin typeface="Comic Sans MS" panose="030F0702030302020204" charset="0"/>
                <a:ea typeface="宋体" pitchFamily="2" charset="-122"/>
              </a:defRPr>
            </a:lvl5pPr>
            <a:lvl6pPr marL="2514600" indent="-228600" eaLnBrk="false" fontAlgn="base" hangingPunct="false">
              <a:spcBef>
                <a:spcPct val="1"/>
              </a:spcBef>
              <a:spcAft>
                <a:spcPct val="1"/>
              </a:spcAft>
              <a:defRPr sz="2000" b="true">
                <a:solidFill>
                  <a:schemeClr val="tx1"/>
                </a:solidFill>
                <a:latin typeface="Comic Sans MS" panose="030F0702030302020204" charset="0"/>
                <a:ea typeface="宋体" pitchFamily="2" charset="-122"/>
              </a:defRPr>
            </a:lvl6pPr>
            <a:lvl7pPr marL="2971800" indent="-228600" eaLnBrk="false" fontAlgn="base" hangingPunct="false">
              <a:spcBef>
                <a:spcPct val="1"/>
              </a:spcBef>
              <a:spcAft>
                <a:spcPct val="1"/>
              </a:spcAft>
              <a:defRPr sz="2000" b="true">
                <a:solidFill>
                  <a:schemeClr val="tx1"/>
                </a:solidFill>
                <a:latin typeface="Comic Sans MS" panose="030F0702030302020204" charset="0"/>
                <a:ea typeface="宋体" pitchFamily="2" charset="-122"/>
              </a:defRPr>
            </a:lvl7pPr>
            <a:lvl8pPr marL="3429000" indent="-228600" eaLnBrk="false" fontAlgn="base" hangingPunct="false">
              <a:spcBef>
                <a:spcPct val="1"/>
              </a:spcBef>
              <a:spcAft>
                <a:spcPct val="1"/>
              </a:spcAft>
              <a:defRPr sz="2000" b="true">
                <a:solidFill>
                  <a:schemeClr val="tx1"/>
                </a:solidFill>
                <a:latin typeface="Comic Sans MS" panose="030F0702030302020204" charset="0"/>
                <a:ea typeface="宋体" pitchFamily="2" charset="-122"/>
              </a:defRPr>
            </a:lvl8pPr>
            <a:lvl9pPr marL="3886200" indent="-228600" eaLnBrk="false" fontAlgn="base" hangingPunct="false">
              <a:spcBef>
                <a:spcPct val="1"/>
              </a:spcBef>
              <a:spcAft>
                <a:spcPct val="1"/>
              </a:spcAft>
              <a:defRPr sz="2000" b="true">
                <a:solidFill>
                  <a:schemeClr val="tx1"/>
                </a:solidFill>
                <a:latin typeface="Comic Sans MS" panose="030F0702030302020204" charset="0"/>
                <a:ea typeface="宋体" pitchFamily="2" charset="-122"/>
              </a:defRPr>
            </a:lvl9pPr>
          </a:lstStyle>
          <a:p>
            <a:pPr/>
            <a:fld id="{33CF8CA7-C84A-E144-A9DC-A94E02EA843B}" type="slidenum">
              <a:rPr lang="zh-CN" altLang="en-US" sz="1200" b="false">
                <a:latin typeface="Times New Roman" panose="02020603050405020304" pitchFamily="18" charset="0"/>
              </a:rPr>
              <a:t>18</a:t>
            </a:fld>
            <a:endParaRPr lang="en-US" altLang="zh-CN" sz="1200" b="false">
              <a:latin typeface="Times New Roman" panose="02020603050405020304" pitchFamily="18" charset="0"/>
            </a:endParaRPr>
          </a:p>
        </p:txBody>
      </p:sp>
      <p:sp>
        <p:nvSpPr>
          <p:cNvPr id="23" name="Rectangle 2"/>
          <p:cNvSpPr>
            <a:spLocks noGrp="true" noRot="true" noChangeAspect="true" noChangeArrowheads="true" noTextEdit="true"/>
          </p:cNvSpPr>
          <p:nvPr>
            <p:ph type="sldImg"/>
          </p:nvPr>
        </p:nvSpPr>
        <p:spPr/>
        <p:txBody>
          <a:bodyPr/>
          <a:p>
            <a:pPr/>
            <a:endParaRPr/>
          </a:p>
        </p:txBody>
      </p:sp>
      <p:sp>
        <p:nvSpPr>
          <p:cNvPr id="24" name="Rectangle 3"/>
          <p:cNvSpPr>
            <a:spLocks noGrp="true" noChangeArrowheads="true"/>
          </p:cNvSpPr>
          <p:nvPr>
            <p:ph type="body" idx="1"/>
          </p:nvPr>
        </p:nvSpPr>
        <p:spPr>
          <a:noFill/>
          <a:extLst>
            <a:ext uri="{909E8E84-426E-40DD-AFC4-6F175D3DCCD1}"/>
            <a:ext uri="{91240B29-F687-4F45-9708-019B960494DF}"/>
          </a:extLst>
        </p:spPr>
        <p:txBody>
          <a:bodyPr/>
          <a:lstStyle/>
          <a:p>
            <a:pPr eaLnBrk="true" hangingPunct="true"/>
            <a:endParaRPr lang="zh-CN" altLang="en-US">
              <a:latin typeface="Times New Roman" panose="02020603050405020304" pitchFamily="18" charset="0"/>
              <a:ea typeface="宋体" pitchFamily="2" charset="-122"/>
            </a:endParaRPr>
          </a:p>
        </p:txBody>
      </p:sp>
    </p:spTree>
  </p:cSld>
</p:notes>
</file>

<file path=ppt/notesSlides/notesSlide7.xml><?xml version="1.0" encoding="utf-8"?>
<p:notes xmlns:a="http://schemas.openxmlformats.org/drawingml/2006/main" xmlns:p="http://schemas.openxmlformats.org/presentationml/2006/main">
  <p:cSld>
    <p:spTree>
      <p:nvGrpSpPr>
        <p:cNvPr id="25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Rectangle 7"/>
          <p:cNvSpPr>
            <a:spLocks noGrp="true" noChangeArrowheads="true"/>
          </p:cNvSpPr>
          <p:nvPr>
            <p:ph type="sldNum" sz="quarter" idx="5"/>
          </p:nvPr>
        </p:nvSpPr>
        <p:spPr>
          <a:noFill/>
          <a:extLst>
            <a:ext uri="{909E8E84-426E-40DD-AFC4-6F175D3DCCD1}"/>
            <a:ext uri="{91240B29-F687-4F45-9708-019B960494DF}"/>
          </a:extLst>
        </p:spPr>
        <p:txBody>
          <a:bodyPr/>
          <a:lstStyle>
            <a:lvl1pPr>
              <a:defRPr sz="2000" b="true">
                <a:solidFill>
                  <a:schemeClr val="tx1"/>
                </a:solidFill>
                <a:latin typeface="Comic Sans MS" panose="030F0702030302020204" charset="0"/>
                <a:ea typeface="宋体" pitchFamily="2" charset="-122"/>
              </a:defRPr>
            </a:lvl1pPr>
            <a:lvl2pPr marL="742950" indent="-285750">
              <a:defRPr sz="2000" b="true">
                <a:solidFill>
                  <a:schemeClr val="tx1"/>
                </a:solidFill>
                <a:latin typeface="Comic Sans MS" panose="030F0702030302020204" charset="0"/>
                <a:ea typeface="宋体" pitchFamily="2" charset="-122"/>
              </a:defRPr>
            </a:lvl2pPr>
            <a:lvl3pPr marL="1143000" indent="-228600">
              <a:defRPr sz="2000" b="true">
                <a:solidFill>
                  <a:schemeClr val="tx1"/>
                </a:solidFill>
                <a:latin typeface="Comic Sans MS" panose="030F0702030302020204" charset="0"/>
                <a:ea typeface="宋体" pitchFamily="2" charset="-122"/>
              </a:defRPr>
            </a:lvl3pPr>
            <a:lvl4pPr marL="1600200" indent="-228600">
              <a:defRPr sz="2000" b="true">
                <a:solidFill>
                  <a:schemeClr val="tx1"/>
                </a:solidFill>
                <a:latin typeface="Comic Sans MS" panose="030F0702030302020204" charset="0"/>
                <a:ea typeface="宋体" pitchFamily="2" charset="-122"/>
              </a:defRPr>
            </a:lvl4pPr>
            <a:lvl5pPr marL="2057400" indent="-228600">
              <a:defRPr sz="2000" b="true">
                <a:solidFill>
                  <a:schemeClr val="tx1"/>
                </a:solidFill>
                <a:latin typeface="Comic Sans MS" panose="030F0702030302020204" charset="0"/>
                <a:ea typeface="宋体" pitchFamily="2" charset="-122"/>
              </a:defRPr>
            </a:lvl5pPr>
            <a:lvl6pPr marL="2514600" indent="-228600" eaLnBrk="false" fontAlgn="base" hangingPunct="false">
              <a:spcBef>
                <a:spcPct val="1"/>
              </a:spcBef>
              <a:spcAft>
                <a:spcPct val="1"/>
              </a:spcAft>
              <a:defRPr sz="2000" b="true">
                <a:solidFill>
                  <a:schemeClr val="tx1"/>
                </a:solidFill>
                <a:latin typeface="Comic Sans MS" panose="030F0702030302020204" charset="0"/>
                <a:ea typeface="宋体" pitchFamily="2" charset="-122"/>
              </a:defRPr>
            </a:lvl6pPr>
            <a:lvl7pPr marL="2971800" indent="-228600" eaLnBrk="false" fontAlgn="base" hangingPunct="false">
              <a:spcBef>
                <a:spcPct val="1"/>
              </a:spcBef>
              <a:spcAft>
                <a:spcPct val="1"/>
              </a:spcAft>
              <a:defRPr sz="2000" b="true">
                <a:solidFill>
                  <a:schemeClr val="tx1"/>
                </a:solidFill>
                <a:latin typeface="Comic Sans MS" panose="030F0702030302020204" charset="0"/>
                <a:ea typeface="宋体" pitchFamily="2" charset="-122"/>
              </a:defRPr>
            </a:lvl7pPr>
            <a:lvl8pPr marL="3429000" indent="-228600" eaLnBrk="false" fontAlgn="base" hangingPunct="false">
              <a:spcBef>
                <a:spcPct val="1"/>
              </a:spcBef>
              <a:spcAft>
                <a:spcPct val="1"/>
              </a:spcAft>
              <a:defRPr sz="2000" b="true">
                <a:solidFill>
                  <a:schemeClr val="tx1"/>
                </a:solidFill>
                <a:latin typeface="Comic Sans MS" panose="030F0702030302020204" charset="0"/>
                <a:ea typeface="宋体" pitchFamily="2" charset="-122"/>
              </a:defRPr>
            </a:lvl8pPr>
            <a:lvl9pPr marL="3886200" indent="-228600" eaLnBrk="false" fontAlgn="base" hangingPunct="false">
              <a:spcBef>
                <a:spcPct val="1"/>
              </a:spcBef>
              <a:spcAft>
                <a:spcPct val="1"/>
              </a:spcAft>
              <a:defRPr sz="2000" b="true">
                <a:solidFill>
                  <a:schemeClr val="tx1"/>
                </a:solidFill>
                <a:latin typeface="Comic Sans MS" panose="030F0702030302020204" charset="0"/>
                <a:ea typeface="宋体" pitchFamily="2" charset="-122"/>
              </a:defRPr>
            </a:lvl9pPr>
          </a:lstStyle>
          <a:p>
            <a:pPr/>
            <a:fld id="{F96301F2-97C6-984C-941D-47DF7A7381E8}" type="slidenum">
              <a:rPr lang="zh-CN" altLang="en-US" sz="1200" b="false">
                <a:latin typeface="Times New Roman" panose="02020603050405020304" pitchFamily="18" charset="0"/>
              </a:rPr>
              <a:t>19</a:t>
            </a:fld>
            <a:endParaRPr lang="en-US" altLang="zh-CN" sz="1200" b="false">
              <a:latin typeface="Times New Roman" panose="02020603050405020304" pitchFamily="18" charset="0"/>
            </a:endParaRPr>
          </a:p>
        </p:txBody>
      </p:sp>
      <p:sp>
        <p:nvSpPr>
          <p:cNvPr id="27" name="Rectangle 2"/>
          <p:cNvSpPr>
            <a:spLocks noGrp="true" noRot="true" noChangeAspect="true" noChangeArrowheads="true" noTextEdit="true"/>
          </p:cNvSpPr>
          <p:nvPr>
            <p:ph type="sldImg"/>
          </p:nvPr>
        </p:nvSpPr>
        <p:spPr/>
        <p:txBody>
          <a:bodyPr/>
          <a:p>
            <a:pPr/>
            <a:endParaRPr/>
          </a:p>
        </p:txBody>
      </p:sp>
      <p:sp>
        <p:nvSpPr>
          <p:cNvPr id="28" name="Rectangle 3"/>
          <p:cNvSpPr>
            <a:spLocks noGrp="true" noChangeArrowheads="true"/>
          </p:cNvSpPr>
          <p:nvPr>
            <p:ph type="body" idx="1"/>
          </p:nvPr>
        </p:nvSpPr>
        <p:spPr>
          <a:noFill/>
          <a:extLst>
            <a:ext uri="{909E8E84-426E-40DD-AFC4-6F175D3DCCD1}"/>
            <a:ext uri="{91240B29-F687-4F45-9708-019B960494DF}"/>
          </a:extLst>
        </p:spPr>
        <p:txBody>
          <a:bodyPr/>
          <a:lstStyle/>
          <a:p>
            <a:pPr eaLnBrk="true" hangingPunct="true"/>
            <a:endParaRPr lang="zh-CN" altLang="en-US">
              <a:latin typeface="Times New Roman" panose="02020603050405020304" pitchFamily="18" charset="0"/>
              <a:ea typeface="宋体" pitchFamily="2" charset="-122"/>
            </a:endParaRPr>
          </a:p>
        </p:txBody>
      </p:sp>
    </p:spTree>
  </p:cSld>
</p:notes>
</file>

<file path=ppt/notesSlides/notesSlide8.xml><?xml version="1.0" encoding="utf-8"?>
<p:notes xmlns:a="http://schemas.openxmlformats.org/drawingml/2006/main" xmlns:p="http://schemas.openxmlformats.org/presentationml/2006/main">
  <p:cSld>
    <p:spTree>
      <p:nvGrpSpPr>
        <p:cNvPr id="29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Rectangle 7"/>
          <p:cNvSpPr>
            <a:spLocks noGrp="true" noChangeArrowheads="true"/>
          </p:cNvSpPr>
          <p:nvPr>
            <p:ph type="sldNum" sz="quarter" idx="5"/>
          </p:nvPr>
        </p:nvSpPr>
        <p:spPr>
          <a:noFill/>
          <a:extLst>
            <a:ext uri="{909E8E84-426E-40DD-AFC4-6F175D3DCCD1}"/>
            <a:ext uri="{91240B29-F687-4F45-9708-019B960494DF}"/>
          </a:extLst>
        </p:spPr>
        <p:txBody>
          <a:bodyPr/>
          <a:lstStyle>
            <a:lvl1pPr>
              <a:defRPr sz="2000" b="true">
                <a:solidFill>
                  <a:schemeClr val="tx1"/>
                </a:solidFill>
                <a:latin typeface="Comic Sans MS" panose="030F0702030302020204" charset="0"/>
                <a:ea typeface="宋体" pitchFamily="2" charset="-122"/>
              </a:defRPr>
            </a:lvl1pPr>
            <a:lvl2pPr marL="742950" indent="-285750">
              <a:defRPr sz="2000" b="true">
                <a:solidFill>
                  <a:schemeClr val="tx1"/>
                </a:solidFill>
                <a:latin typeface="Comic Sans MS" panose="030F0702030302020204" charset="0"/>
                <a:ea typeface="宋体" pitchFamily="2" charset="-122"/>
              </a:defRPr>
            </a:lvl2pPr>
            <a:lvl3pPr marL="1143000" indent="-228600">
              <a:defRPr sz="2000" b="true">
                <a:solidFill>
                  <a:schemeClr val="tx1"/>
                </a:solidFill>
                <a:latin typeface="Comic Sans MS" panose="030F0702030302020204" charset="0"/>
                <a:ea typeface="宋体" pitchFamily="2" charset="-122"/>
              </a:defRPr>
            </a:lvl3pPr>
            <a:lvl4pPr marL="1600200" indent="-228600">
              <a:defRPr sz="2000" b="true">
                <a:solidFill>
                  <a:schemeClr val="tx1"/>
                </a:solidFill>
                <a:latin typeface="Comic Sans MS" panose="030F0702030302020204" charset="0"/>
                <a:ea typeface="宋体" pitchFamily="2" charset="-122"/>
              </a:defRPr>
            </a:lvl4pPr>
            <a:lvl5pPr marL="2057400" indent="-228600">
              <a:defRPr sz="2000" b="true">
                <a:solidFill>
                  <a:schemeClr val="tx1"/>
                </a:solidFill>
                <a:latin typeface="Comic Sans MS" panose="030F0702030302020204" charset="0"/>
                <a:ea typeface="宋体" pitchFamily="2" charset="-122"/>
              </a:defRPr>
            </a:lvl5pPr>
            <a:lvl6pPr marL="2514600" indent="-228600" eaLnBrk="false" fontAlgn="base" hangingPunct="false">
              <a:spcBef>
                <a:spcPct val="1"/>
              </a:spcBef>
              <a:spcAft>
                <a:spcPct val="1"/>
              </a:spcAft>
              <a:defRPr sz="2000" b="true">
                <a:solidFill>
                  <a:schemeClr val="tx1"/>
                </a:solidFill>
                <a:latin typeface="Comic Sans MS" panose="030F0702030302020204" charset="0"/>
                <a:ea typeface="宋体" pitchFamily="2" charset="-122"/>
              </a:defRPr>
            </a:lvl6pPr>
            <a:lvl7pPr marL="2971800" indent="-228600" eaLnBrk="false" fontAlgn="base" hangingPunct="false">
              <a:spcBef>
                <a:spcPct val="1"/>
              </a:spcBef>
              <a:spcAft>
                <a:spcPct val="1"/>
              </a:spcAft>
              <a:defRPr sz="2000" b="true">
                <a:solidFill>
                  <a:schemeClr val="tx1"/>
                </a:solidFill>
                <a:latin typeface="Comic Sans MS" panose="030F0702030302020204" charset="0"/>
                <a:ea typeface="宋体" pitchFamily="2" charset="-122"/>
              </a:defRPr>
            </a:lvl7pPr>
            <a:lvl8pPr marL="3429000" indent="-228600" eaLnBrk="false" fontAlgn="base" hangingPunct="false">
              <a:spcBef>
                <a:spcPct val="1"/>
              </a:spcBef>
              <a:spcAft>
                <a:spcPct val="1"/>
              </a:spcAft>
              <a:defRPr sz="2000" b="true">
                <a:solidFill>
                  <a:schemeClr val="tx1"/>
                </a:solidFill>
                <a:latin typeface="Comic Sans MS" panose="030F0702030302020204" charset="0"/>
                <a:ea typeface="宋体" pitchFamily="2" charset="-122"/>
              </a:defRPr>
            </a:lvl8pPr>
            <a:lvl9pPr marL="3886200" indent="-228600" eaLnBrk="false" fontAlgn="base" hangingPunct="false">
              <a:spcBef>
                <a:spcPct val="1"/>
              </a:spcBef>
              <a:spcAft>
                <a:spcPct val="1"/>
              </a:spcAft>
              <a:defRPr sz="2000" b="true">
                <a:solidFill>
                  <a:schemeClr val="tx1"/>
                </a:solidFill>
                <a:latin typeface="Comic Sans MS" panose="030F0702030302020204" charset="0"/>
                <a:ea typeface="宋体" pitchFamily="2" charset="-122"/>
              </a:defRPr>
            </a:lvl9pPr>
          </a:lstStyle>
          <a:p>
            <a:pPr/>
            <a:fld id="{9FEEB000-27AE-D64B-878A-477C46CEE9E9}" type="slidenum">
              <a:rPr lang="zh-CN" altLang="en-US" sz="1200" b="false">
                <a:latin typeface="Times New Roman" panose="02020603050405020304" pitchFamily="18" charset="0"/>
              </a:rPr>
              <a:t>2</a:t>
            </a:fld>
            <a:endParaRPr lang="en-US" altLang="zh-CN" sz="1200" b="false">
              <a:latin typeface="Times New Roman" panose="02020603050405020304" pitchFamily="18" charset="0"/>
            </a:endParaRPr>
          </a:p>
        </p:txBody>
      </p:sp>
      <p:sp>
        <p:nvSpPr>
          <p:cNvPr id="31" name="Rectangle 2"/>
          <p:cNvSpPr>
            <a:spLocks noGrp="true" noRot="true" noChangeAspect="true" noChangeArrowheads="true" noTextEdit="true"/>
          </p:cNvSpPr>
          <p:nvPr>
            <p:ph type="sldImg"/>
          </p:nvPr>
        </p:nvSpPr>
        <p:spPr/>
        <p:txBody>
          <a:bodyPr/>
          <a:p>
            <a:pPr/>
            <a:endParaRPr/>
          </a:p>
        </p:txBody>
      </p:sp>
      <p:sp>
        <p:nvSpPr>
          <p:cNvPr id="32" name="Rectangle 3"/>
          <p:cNvSpPr>
            <a:spLocks noGrp="true" noChangeArrowheads="true"/>
          </p:cNvSpPr>
          <p:nvPr>
            <p:ph type="body" idx="1"/>
          </p:nvPr>
        </p:nvSpPr>
        <p:spPr>
          <a:noFill/>
          <a:extLst>
            <a:ext uri="{909E8E84-426E-40DD-AFC4-6F175D3DCCD1}"/>
            <a:ext uri="{91240B29-F687-4F45-9708-019B960494DF}"/>
          </a:extLst>
        </p:spPr>
        <p:txBody>
          <a:bodyPr/>
          <a:lstStyle/>
          <a:p>
            <a:pPr eaLnBrk="true" hangingPunct="true"/>
            <a:endParaRPr lang="zh-CN" altLang="en-US">
              <a:latin typeface="Times New Roman" panose="02020603050405020304" pitchFamily="18" charset="0"/>
              <a:ea typeface="宋体" pitchFamily="2" charset="-122"/>
            </a:endParaRPr>
          </a:p>
        </p:txBody>
      </p:sp>
    </p:spTree>
  </p:cSld>
</p:notes>
</file>

<file path=ppt/notesSlides/notesSlide9.xml><?xml version="1.0" encoding="utf-8"?>
<p:notes xmlns:a="http://schemas.openxmlformats.org/drawingml/2006/main" xmlns:p="http://schemas.openxmlformats.org/presentationml/2006/main">
  <p:cSld>
    <p:spTree>
      <p:nvGrpSpPr>
        <p:cNvPr id="33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Rectangle 7"/>
          <p:cNvSpPr>
            <a:spLocks noGrp="true" noChangeArrowheads="true"/>
          </p:cNvSpPr>
          <p:nvPr>
            <p:ph type="sldNum" sz="quarter" idx="5"/>
          </p:nvPr>
        </p:nvSpPr>
        <p:spPr>
          <a:noFill/>
          <a:extLst>
            <a:ext uri="{909E8E84-426E-40DD-AFC4-6F175D3DCCD1}"/>
            <a:ext uri="{91240B29-F687-4F45-9708-019B960494DF}"/>
          </a:extLst>
        </p:spPr>
        <p:txBody>
          <a:bodyPr/>
          <a:lstStyle>
            <a:lvl1pPr>
              <a:defRPr sz="2000" b="true">
                <a:solidFill>
                  <a:schemeClr val="tx1"/>
                </a:solidFill>
                <a:latin typeface="Comic Sans MS" panose="030F0702030302020204" charset="0"/>
                <a:ea typeface="宋体" pitchFamily="2" charset="-122"/>
              </a:defRPr>
            </a:lvl1pPr>
            <a:lvl2pPr marL="742950" indent="-285750">
              <a:defRPr sz="2000" b="true">
                <a:solidFill>
                  <a:schemeClr val="tx1"/>
                </a:solidFill>
                <a:latin typeface="Comic Sans MS" panose="030F0702030302020204" charset="0"/>
                <a:ea typeface="宋体" pitchFamily="2" charset="-122"/>
              </a:defRPr>
            </a:lvl2pPr>
            <a:lvl3pPr marL="1143000" indent="-228600">
              <a:defRPr sz="2000" b="true">
                <a:solidFill>
                  <a:schemeClr val="tx1"/>
                </a:solidFill>
                <a:latin typeface="Comic Sans MS" panose="030F0702030302020204" charset="0"/>
                <a:ea typeface="宋体" pitchFamily="2" charset="-122"/>
              </a:defRPr>
            </a:lvl3pPr>
            <a:lvl4pPr marL="1600200" indent="-228600">
              <a:defRPr sz="2000" b="true">
                <a:solidFill>
                  <a:schemeClr val="tx1"/>
                </a:solidFill>
                <a:latin typeface="Comic Sans MS" panose="030F0702030302020204" charset="0"/>
                <a:ea typeface="宋体" pitchFamily="2" charset="-122"/>
              </a:defRPr>
            </a:lvl4pPr>
            <a:lvl5pPr marL="2057400" indent="-228600">
              <a:defRPr sz="2000" b="true">
                <a:solidFill>
                  <a:schemeClr val="tx1"/>
                </a:solidFill>
                <a:latin typeface="Comic Sans MS" panose="030F0702030302020204" charset="0"/>
                <a:ea typeface="宋体" pitchFamily="2" charset="-122"/>
              </a:defRPr>
            </a:lvl5pPr>
            <a:lvl6pPr marL="2514600" indent="-228600" eaLnBrk="false" fontAlgn="base" hangingPunct="false">
              <a:spcBef>
                <a:spcPct val="1"/>
              </a:spcBef>
              <a:spcAft>
                <a:spcPct val="1"/>
              </a:spcAft>
              <a:defRPr sz="2000" b="true">
                <a:solidFill>
                  <a:schemeClr val="tx1"/>
                </a:solidFill>
                <a:latin typeface="Comic Sans MS" panose="030F0702030302020204" charset="0"/>
                <a:ea typeface="宋体" pitchFamily="2" charset="-122"/>
              </a:defRPr>
            </a:lvl6pPr>
            <a:lvl7pPr marL="2971800" indent="-228600" eaLnBrk="false" fontAlgn="base" hangingPunct="false">
              <a:spcBef>
                <a:spcPct val="1"/>
              </a:spcBef>
              <a:spcAft>
                <a:spcPct val="1"/>
              </a:spcAft>
              <a:defRPr sz="2000" b="true">
                <a:solidFill>
                  <a:schemeClr val="tx1"/>
                </a:solidFill>
                <a:latin typeface="Comic Sans MS" panose="030F0702030302020204" charset="0"/>
                <a:ea typeface="宋体" pitchFamily="2" charset="-122"/>
              </a:defRPr>
            </a:lvl7pPr>
            <a:lvl8pPr marL="3429000" indent="-228600" eaLnBrk="false" fontAlgn="base" hangingPunct="false">
              <a:spcBef>
                <a:spcPct val="1"/>
              </a:spcBef>
              <a:spcAft>
                <a:spcPct val="1"/>
              </a:spcAft>
              <a:defRPr sz="2000" b="true">
                <a:solidFill>
                  <a:schemeClr val="tx1"/>
                </a:solidFill>
                <a:latin typeface="Comic Sans MS" panose="030F0702030302020204" charset="0"/>
                <a:ea typeface="宋体" pitchFamily="2" charset="-122"/>
              </a:defRPr>
            </a:lvl8pPr>
            <a:lvl9pPr marL="3886200" indent="-228600" eaLnBrk="false" fontAlgn="base" hangingPunct="false">
              <a:spcBef>
                <a:spcPct val="1"/>
              </a:spcBef>
              <a:spcAft>
                <a:spcPct val="1"/>
              </a:spcAft>
              <a:defRPr sz="2000" b="true">
                <a:solidFill>
                  <a:schemeClr val="tx1"/>
                </a:solidFill>
                <a:latin typeface="Comic Sans MS" panose="030F0702030302020204" charset="0"/>
                <a:ea typeface="宋体" pitchFamily="2" charset="-122"/>
              </a:defRPr>
            </a:lvl9pPr>
          </a:lstStyle>
          <a:p>
            <a:pPr/>
            <a:fld id="{D828D4A1-D1AB-5444-957C-6BA1833104A3}" type="slidenum">
              <a:rPr lang="zh-CN" altLang="en-US" sz="1200" b="false">
                <a:latin typeface="Times New Roman" panose="02020603050405020304" pitchFamily="18" charset="0"/>
              </a:rPr>
              <a:t>20</a:t>
            </a:fld>
            <a:endParaRPr lang="en-US" altLang="zh-CN" sz="1200" b="false">
              <a:latin typeface="Times New Roman" panose="02020603050405020304" pitchFamily="18" charset="0"/>
            </a:endParaRPr>
          </a:p>
        </p:txBody>
      </p:sp>
      <p:sp>
        <p:nvSpPr>
          <p:cNvPr id="35" name="Rectangle 2"/>
          <p:cNvSpPr>
            <a:spLocks noGrp="true" noRot="true" noChangeAspect="true" noChangeArrowheads="true" noTextEdit="true"/>
          </p:cNvSpPr>
          <p:nvPr>
            <p:ph type="sldImg"/>
          </p:nvPr>
        </p:nvSpPr>
        <p:spPr/>
        <p:txBody>
          <a:bodyPr/>
          <a:p>
            <a:pPr/>
            <a:endParaRPr/>
          </a:p>
        </p:txBody>
      </p:sp>
      <p:sp>
        <p:nvSpPr>
          <p:cNvPr id="36" name="Rectangle 3"/>
          <p:cNvSpPr>
            <a:spLocks noGrp="true" noChangeArrowheads="true"/>
          </p:cNvSpPr>
          <p:nvPr>
            <p:ph type="body" idx="1"/>
          </p:nvPr>
        </p:nvSpPr>
        <p:spPr>
          <a:noFill/>
          <a:extLst>
            <a:ext uri="{909E8E84-426E-40DD-AFC4-6F175D3DCCD1}"/>
            <a:ext uri="{91240B29-F687-4F45-9708-019B960494DF}"/>
          </a:extLst>
        </p:spPr>
        <p:txBody>
          <a:bodyPr/>
          <a:lstStyle/>
          <a:p>
            <a:pPr eaLnBrk="true" hangingPunct="true"/>
            <a:endParaRPr lang="zh-CN" altLang="en-US">
              <a:latin typeface="Times New Roman" panose="02020603050405020304" pitchFamily="18" charset="0"/>
              <a:ea typeface="宋体" pitchFamily="2" charset="-122"/>
            </a:endParaRPr>
          </a:p>
        </p:txBody>
      </p:sp>
    </p:spTree>
  </p:cSld>
</p:notes>
</file>

<file path=ppt/notesSlides/notesSlide10.xml><?xml version="1.0" encoding="utf-8"?>
<p:notes xmlns:a="http://schemas.openxmlformats.org/drawingml/2006/main" xmlns:p="http://schemas.openxmlformats.org/presentationml/2006/main">
  <p:cSld>
    <p:spTree>
      <p:nvGrpSpPr>
        <p:cNvPr id="37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Rectangle 7"/>
          <p:cNvSpPr>
            <a:spLocks noGrp="true" noChangeArrowheads="true"/>
          </p:cNvSpPr>
          <p:nvPr>
            <p:ph type="sldNum" sz="quarter" idx="5"/>
          </p:nvPr>
        </p:nvSpPr>
        <p:spPr>
          <a:noFill/>
          <a:extLst>
            <a:ext uri="{909E8E84-426E-40DD-AFC4-6F175D3DCCD1}"/>
            <a:ext uri="{91240B29-F687-4F45-9708-019B960494DF}"/>
          </a:extLst>
        </p:spPr>
        <p:txBody>
          <a:bodyPr/>
          <a:lstStyle>
            <a:lvl1pPr>
              <a:defRPr sz="2000" b="true">
                <a:solidFill>
                  <a:schemeClr val="tx1"/>
                </a:solidFill>
                <a:latin typeface="Comic Sans MS" panose="030F0702030302020204" charset="0"/>
                <a:ea typeface="宋体" pitchFamily="2" charset="-122"/>
              </a:defRPr>
            </a:lvl1pPr>
            <a:lvl2pPr marL="742950" indent="-285750">
              <a:defRPr sz="2000" b="true">
                <a:solidFill>
                  <a:schemeClr val="tx1"/>
                </a:solidFill>
                <a:latin typeface="Comic Sans MS" panose="030F0702030302020204" charset="0"/>
                <a:ea typeface="宋体" pitchFamily="2" charset="-122"/>
              </a:defRPr>
            </a:lvl2pPr>
            <a:lvl3pPr marL="1143000" indent="-228600">
              <a:defRPr sz="2000" b="true">
                <a:solidFill>
                  <a:schemeClr val="tx1"/>
                </a:solidFill>
                <a:latin typeface="Comic Sans MS" panose="030F0702030302020204" charset="0"/>
                <a:ea typeface="宋体" pitchFamily="2" charset="-122"/>
              </a:defRPr>
            </a:lvl3pPr>
            <a:lvl4pPr marL="1600200" indent="-228600">
              <a:defRPr sz="2000" b="true">
                <a:solidFill>
                  <a:schemeClr val="tx1"/>
                </a:solidFill>
                <a:latin typeface="Comic Sans MS" panose="030F0702030302020204" charset="0"/>
                <a:ea typeface="宋体" pitchFamily="2" charset="-122"/>
              </a:defRPr>
            </a:lvl4pPr>
            <a:lvl5pPr marL="2057400" indent="-228600">
              <a:defRPr sz="2000" b="true">
                <a:solidFill>
                  <a:schemeClr val="tx1"/>
                </a:solidFill>
                <a:latin typeface="Comic Sans MS" panose="030F0702030302020204" charset="0"/>
                <a:ea typeface="宋体" pitchFamily="2" charset="-122"/>
              </a:defRPr>
            </a:lvl5pPr>
            <a:lvl6pPr marL="2514600" indent="-228600" eaLnBrk="false" fontAlgn="base" hangingPunct="false">
              <a:spcBef>
                <a:spcPct val="1"/>
              </a:spcBef>
              <a:spcAft>
                <a:spcPct val="1"/>
              </a:spcAft>
              <a:defRPr sz="2000" b="true">
                <a:solidFill>
                  <a:schemeClr val="tx1"/>
                </a:solidFill>
                <a:latin typeface="Comic Sans MS" panose="030F0702030302020204" charset="0"/>
                <a:ea typeface="宋体" pitchFamily="2" charset="-122"/>
              </a:defRPr>
            </a:lvl6pPr>
            <a:lvl7pPr marL="2971800" indent="-228600" eaLnBrk="false" fontAlgn="base" hangingPunct="false">
              <a:spcBef>
                <a:spcPct val="1"/>
              </a:spcBef>
              <a:spcAft>
                <a:spcPct val="1"/>
              </a:spcAft>
              <a:defRPr sz="2000" b="true">
                <a:solidFill>
                  <a:schemeClr val="tx1"/>
                </a:solidFill>
                <a:latin typeface="Comic Sans MS" panose="030F0702030302020204" charset="0"/>
                <a:ea typeface="宋体" pitchFamily="2" charset="-122"/>
              </a:defRPr>
            </a:lvl7pPr>
            <a:lvl8pPr marL="3429000" indent="-228600" eaLnBrk="false" fontAlgn="base" hangingPunct="false">
              <a:spcBef>
                <a:spcPct val="1"/>
              </a:spcBef>
              <a:spcAft>
                <a:spcPct val="1"/>
              </a:spcAft>
              <a:defRPr sz="2000" b="true">
                <a:solidFill>
                  <a:schemeClr val="tx1"/>
                </a:solidFill>
                <a:latin typeface="Comic Sans MS" panose="030F0702030302020204" charset="0"/>
                <a:ea typeface="宋体" pitchFamily="2" charset="-122"/>
              </a:defRPr>
            </a:lvl8pPr>
            <a:lvl9pPr marL="3886200" indent="-228600" eaLnBrk="false" fontAlgn="base" hangingPunct="false">
              <a:spcBef>
                <a:spcPct val="1"/>
              </a:spcBef>
              <a:spcAft>
                <a:spcPct val="1"/>
              </a:spcAft>
              <a:defRPr sz="2000" b="true">
                <a:solidFill>
                  <a:schemeClr val="tx1"/>
                </a:solidFill>
                <a:latin typeface="Comic Sans MS" panose="030F0702030302020204" charset="0"/>
                <a:ea typeface="宋体" pitchFamily="2" charset="-122"/>
              </a:defRPr>
            </a:lvl9pPr>
          </a:lstStyle>
          <a:p>
            <a:pPr/>
            <a:fld id="{B2D16E7F-366D-F047-860E-1DC486B6FDDE}" type="slidenum">
              <a:rPr lang="zh-CN" altLang="en-US" sz="1200" b="false">
                <a:latin typeface="Times New Roman" panose="02020603050405020304" pitchFamily="18" charset="0"/>
              </a:rPr>
              <a:t>21</a:t>
            </a:fld>
            <a:endParaRPr lang="en-US" altLang="zh-CN" sz="1200" b="false">
              <a:latin typeface="Times New Roman" panose="02020603050405020304" pitchFamily="18" charset="0"/>
            </a:endParaRPr>
          </a:p>
        </p:txBody>
      </p:sp>
      <p:sp>
        <p:nvSpPr>
          <p:cNvPr id="39" name="Rectangle 2"/>
          <p:cNvSpPr>
            <a:spLocks noGrp="true" noRot="true" noChangeAspect="true" noChangeArrowheads="true" noTextEdit="true"/>
          </p:cNvSpPr>
          <p:nvPr>
            <p:ph type="sldImg"/>
          </p:nvPr>
        </p:nvSpPr>
        <p:spPr/>
        <p:txBody>
          <a:bodyPr/>
          <a:p>
            <a:pPr/>
            <a:endParaRPr/>
          </a:p>
        </p:txBody>
      </p:sp>
      <p:sp>
        <p:nvSpPr>
          <p:cNvPr id="40" name="Rectangle 3"/>
          <p:cNvSpPr>
            <a:spLocks noGrp="true" noChangeArrowheads="true"/>
          </p:cNvSpPr>
          <p:nvPr>
            <p:ph type="body" idx="1"/>
          </p:nvPr>
        </p:nvSpPr>
        <p:spPr>
          <a:noFill/>
          <a:extLst>
            <a:ext uri="{909E8E84-426E-40DD-AFC4-6F175D3DCCD1}"/>
            <a:ext uri="{91240B29-F687-4F45-9708-019B960494DF}"/>
          </a:extLst>
        </p:spPr>
        <p:txBody>
          <a:bodyPr/>
          <a:lstStyle/>
          <a:p>
            <a:pPr eaLnBrk="true" hangingPunct="true"/>
            <a:endParaRPr lang="zh-CN" altLang="en-US">
              <a:latin typeface="Times New Roman" panose="02020603050405020304" pitchFamily="18" charset="0"/>
              <a:ea typeface="宋体" pitchFamily="2" charset="-122"/>
            </a:endParaRPr>
          </a:p>
        </p:txBody>
      </p:sp>
    </p:spTree>
  </p:cSld>
</p:notes>
</file>

<file path=ppt/notesSlides/notesSlide11.xml><?xml version="1.0" encoding="utf-8"?>
<p:notes xmlns:a="http://schemas.openxmlformats.org/drawingml/2006/main" xmlns:p="http://schemas.openxmlformats.org/presentationml/2006/main">
  <p:cSld>
    <p:spTree>
      <p:nvGrpSpPr>
        <p:cNvPr id="4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Rectangle 7"/>
          <p:cNvSpPr>
            <a:spLocks noGrp="true" noChangeArrowheads="true"/>
          </p:cNvSpPr>
          <p:nvPr>
            <p:ph type="sldNum" sz="quarter" idx="5"/>
          </p:nvPr>
        </p:nvSpPr>
        <p:spPr>
          <a:noFill/>
          <a:extLst>
            <a:ext uri="{909E8E84-426E-40DD-AFC4-6F175D3DCCD1}"/>
            <a:ext uri="{91240B29-F687-4F45-9708-019B960494DF}"/>
          </a:extLst>
        </p:spPr>
        <p:txBody>
          <a:bodyPr/>
          <a:lstStyle>
            <a:lvl1pPr>
              <a:defRPr sz="2000" b="true">
                <a:solidFill>
                  <a:schemeClr val="tx1"/>
                </a:solidFill>
                <a:latin typeface="Comic Sans MS" panose="030F0702030302020204" charset="0"/>
                <a:ea typeface="宋体" pitchFamily="2" charset="-122"/>
              </a:defRPr>
            </a:lvl1pPr>
            <a:lvl2pPr marL="742950" indent="-285750">
              <a:defRPr sz="2000" b="true">
                <a:solidFill>
                  <a:schemeClr val="tx1"/>
                </a:solidFill>
                <a:latin typeface="Comic Sans MS" panose="030F0702030302020204" charset="0"/>
                <a:ea typeface="宋体" pitchFamily="2" charset="-122"/>
              </a:defRPr>
            </a:lvl2pPr>
            <a:lvl3pPr marL="1143000" indent="-228600">
              <a:defRPr sz="2000" b="true">
                <a:solidFill>
                  <a:schemeClr val="tx1"/>
                </a:solidFill>
                <a:latin typeface="Comic Sans MS" panose="030F0702030302020204" charset="0"/>
                <a:ea typeface="宋体" pitchFamily="2" charset="-122"/>
              </a:defRPr>
            </a:lvl3pPr>
            <a:lvl4pPr marL="1600200" indent="-228600">
              <a:defRPr sz="2000" b="true">
                <a:solidFill>
                  <a:schemeClr val="tx1"/>
                </a:solidFill>
                <a:latin typeface="Comic Sans MS" panose="030F0702030302020204" charset="0"/>
                <a:ea typeface="宋体" pitchFamily="2" charset="-122"/>
              </a:defRPr>
            </a:lvl4pPr>
            <a:lvl5pPr marL="2057400" indent="-228600">
              <a:defRPr sz="2000" b="true">
                <a:solidFill>
                  <a:schemeClr val="tx1"/>
                </a:solidFill>
                <a:latin typeface="Comic Sans MS" panose="030F0702030302020204" charset="0"/>
                <a:ea typeface="宋体" pitchFamily="2" charset="-122"/>
              </a:defRPr>
            </a:lvl5pPr>
            <a:lvl6pPr marL="2514600" indent="-228600" eaLnBrk="false" fontAlgn="base" hangingPunct="false">
              <a:spcBef>
                <a:spcPct val="1"/>
              </a:spcBef>
              <a:spcAft>
                <a:spcPct val="1"/>
              </a:spcAft>
              <a:defRPr sz="2000" b="true">
                <a:solidFill>
                  <a:schemeClr val="tx1"/>
                </a:solidFill>
                <a:latin typeface="Comic Sans MS" panose="030F0702030302020204" charset="0"/>
                <a:ea typeface="宋体" pitchFamily="2" charset="-122"/>
              </a:defRPr>
            </a:lvl6pPr>
            <a:lvl7pPr marL="2971800" indent="-228600" eaLnBrk="false" fontAlgn="base" hangingPunct="false">
              <a:spcBef>
                <a:spcPct val="1"/>
              </a:spcBef>
              <a:spcAft>
                <a:spcPct val="1"/>
              </a:spcAft>
              <a:defRPr sz="2000" b="true">
                <a:solidFill>
                  <a:schemeClr val="tx1"/>
                </a:solidFill>
                <a:latin typeface="Comic Sans MS" panose="030F0702030302020204" charset="0"/>
                <a:ea typeface="宋体" pitchFamily="2" charset="-122"/>
              </a:defRPr>
            </a:lvl7pPr>
            <a:lvl8pPr marL="3429000" indent="-228600" eaLnBrk="false" fontAlgn="base" hangingPunct="false">
              <a:spcBef>
                <a:spcPct val="1"/>
              </a:spcBef>
              <a:spcAft>
                <a:spcPct val="1"/>
              </a:spcAft>
              <a:defRPr sz="2000" b="true">
                <a:solidFill>
                  <a:schemeClr val="tx1"/>
                </a:solidFill>
                <a:latin typeface="Comic Sans MS" panose="030F0702030302020204" charset="0"/>
                <a:ea typeface="宋体" pitchFamily="2" charset="-122"/>
              </a:defRPr>
            </a:lvl8pPr>
            <a:lvl9pPr marL="3886200" indent="-228600" eaLnBrk="false" fontAlgn="base" hangingPunct="false">
              <a:spcBef>
                <a:spcPct val="1"/>
              </a:spcBef>
              <a:spcAft>
                <a:spcPct val="1"/>
              </a:spcAft>
              <a:defRPr sz="2000" b="true">
                <a:solidFill>
                  <a:schemeClr val="tx1"/>
                </a:solidFill>
                <a:latin typeface="Comic Sans MS" panose="030F0702030302020204" charset="0"/>
                <a:ea typeface="宋体" pitchFamily="2" charset="-122"/>
              </a:defRPr>
            </a:lvl9pPr>
          </a:lstStyle>
          <a:p>
            <a:pPr/>
            <a:fld id="{583CA225-49E7-0548-B0E0-8D9E87974394}" type="slidenum">
              <a:rPr lang="zh-CN" altLang="en-US" sz="1200" b="false">
                <a:latin typeface="Times New Roman" panose="02020603050405020304" pitchFamily="18" charset="0"/>
              </a:rPr>
              <a:t>22</a:t>
            </a:fld>
            <a:endParaRPr lang="en-US" altLang="zh-CN" sz="1200" b="false">
              <a:latin typeface="Times New Roman" panose="02020603050405020304" pitchFamily="18" charset="0"/>
            </a:endParaRPr>
          </a:p>
        </p:txBody>
      </p:sp>
      <p:sp>
        <p:nvSpPr>
          <p:cNvPr id="43" name="Rectangle 2"/>
          <p:cNvSpPr>
            <a:spLocks noGrp="true" noRot="true" noChangeAspect="true" noChangeArrowheads="true" noTextEdit="true"/>
          </p:cNvSpPr>
          <p:nvPr>
            <p:ph type="sldImg"/>
          </p:nvPr>
        </p:nvSpPr>
        <p:spPr/>
        <p:txBody>
          <a:bodyPr/>
          <a:p>
            <a:pPr/>
            <a:endParaRPr/>
          </a:p>
        </p:txBody>
      </p:sp>
      <p:sp>
        <p:nvSpPr>
          <p:cNvPr id="44" name="Rectangle 3"/>
          <p:cNvSpPr>
            <a:spLocks noGrp="true" noChangeArrowheads="true"/>
          </p:cNvSpPr>
          <p:nvPr>
            <p:ph type="body" idx="1"/>
          </p:nvPr>
        </p:nvSpPr>
        <p:spPr>
          <a:noFill/>
          <a:extLst>
            <a:ext uri="{909E8E84-426E-40DD-AFC4-6F175D3DCCD1}"/>
            <a:ext uri="{91240B29-F687-4F45-9708-019B960494DF}"/>
          </a:extLst>
        </p:spPr>
        <p:txBody>
          <a:bodyPr/>
          <a:lstStyle/>
          <a:p>
            <a:pPr eaLnBrk="true" hangingPunct="true"/>
            <a:endParaRPr lang="zh-CN" altLang="en-US">
              <a:latin typeface="Times New Roman" panose="02020603050405020304" pitchFamily="18" charset="0"/>
              <a:ea typeface="宋体" pitchFamily="2" charset="-122"/>
            </a:endParaRPr>
          </a:p>
        </p:txBody>
      </p:sp>
    </p:spTree>
  </p:cSld>
</p:notes>
</file>

<file path=ppt/notesSlides/notesSlide12.xml><?xml version="1.0" encoding="utf-8"?>
<p:notes xmlns:a="http://schemas.openxmlformats.org/drawingml/2006/main" xmlns:p="http://schemas.openxmlformats.org/presentationml/2006/main">
  <p:cSld>
    <p:spTree>
      <p:nvGrpSpPr>
        <p:cNvPr id="45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Rectangle 7"/>
          <p:cNvSpPr>
            <a:spLocks noGrp="true" noChangeArrowheads="true"/>
          </p:cNvSpPr>
          <p:nvPr>
            <p:ph type="sldNum" sz="quarter" idx="5"/>
          </p:nvPr>
        </p:nvSpPr>
        <p:spPr>
          <a:noFill/>
          <a:extLst>
            <a:ext uri="{909E8E84-426E-40DD-AFC4-6F175D3DCCD1}"/>
            <a:ext uri="{91240B29-F687-4F45-9708-019B960494DF}"/>
          </a:extLst>
        </p:spPr>
        <p:txBody>
          <a:bodyPr/>
          <a:lstStyle>
            <a:lvl1pPr>
              <a:defRPr sz="2000" b="true">
                <a:solidFill>
                  <a:schemeClr val="tx1"/>
                </a:solidFill>
                <a:latin typeface="Comic Sans MS" panose="030F0702030302020204" charset="0"/>
                <a:ea typeface="宋体" pitchFamily="2" charset="-122"/>
              </a:defRPr>
            </a:lvl1pPr>
            <a:lvl2pPr marL="742950" indent="-285750">
              <a:defRPr sz="2000" b="true">
                <a:solidFill>
                  <a:schemeClr val="tx1"/>
                </a:solidFill>
                <a:latin typeface="Comic Sans MS" panose="030F0702030302020204" charset="0"/>
                <a:ea typeface="宋体" pitchFamily="2" charset="-122"/>
              </a:defRPr>
            </a:lvl2pPr>
            <a:lvl3pPr marL="1143000" indent="-228600">
              <a:defRPr sz="2000" b="true">
                <a:solidFill>
                  <a:schemeClr val="tx1"/>
                </a:solidFill>
                <a:latin typeface="Comic Sans MS" panose="030F0702030302020204" charset="0"/>
                <a:ea typeface="宋体" pitchFamily="2" charset="-122"/>
              </a:defRPr>
            </a:lvl3pPr>
            <a:lvl4pPr marL="1600200" indent="-228600">
              <a:defRPr sz="2000" b="true">
                <a:solidFill>
                  <a:schemeClr val="tx1"/>
                </a:solidFill>
                <a:latin typeface="Comic Sans MS" panose="030F0702030302020204" charset="0"/>
                <a:ea typeface="宋体" pitchFamily="2" charset="-122"/>
              </a:defRPr>
            </a:lvl4pPr>
            <a:lvl5pPr marL="2057400" indent="-228600">
              <a:defRPr sz="2000" b="true">
                <a:solidFill>
                  <a:schemeClr val="tx1"/>
                </a:solidFill>
                <a:latin typeface="Comic Sans MS" panose="030F0702030302020204" charset="0"/>
                <a:ea typeface="宋体" pitchFamily="2" charset="-122"/>
              </a:defRPr>
            </a:lvl5pPr>
            <a:lvl6pPr marL="2514600" indent="-228600" eaLnBrk="false" fontAlgn="base" hangingPunct="false">
              <a:spcBef>
                <a:spcPct val="1"/>
              </a:spcBef>
              <a:spcAft>
                <a:spcPct val="1"/>
              </a:spcAft>
              <a:defRPr sz="2000" b="true">
                <a:solidFill>
                  <a:schemeClr val="tx1"/>
                </a:solidFill>
                <a:latin typeface="Comic Sans MS" panose="030F0702030302020204" charset="0"/>
                <a:ea typeface="宋体" pitchFamily="2" charset="-122"/>
              </a:defRPr>
            </a:lvl6pPr>
            <a:lvl7pPr marL="2971800" indent="-228600" eaLnBrk="false" fontAlgn="base" hangingPunct="false">
              <a:spcBef>
                <a:spcPct val="1"/>
              </a:spcBef>
              <a:spcAft>
                <a:spcPct val="1"/>
              </a:spcAft>
              <a:defRPr sz="2000" b="true">
                <a:solidFill>
                  <a:schemeClr val="tx1"/>
                </a:solidFill>
                <a:latin typeface="Comic Sans MS" panose="030F0702030302020204" charset="0"/>
                <a:ea typeface="宋体" pitchFamily="2" charset="-122"/>
              </a:defRPr>
            </a:lvl7pPr>
            <a:lvl8pPr marL="3429000" indent="-228600" eaLnBrk="false" fontAlgn="base" hangingPunct="false">
              <a:spcBef>
                <a:spcPct val="1"/>
              </a:spcBef>
              <a:spcAft>
                <a:spcPct val="1"/>
              </a:spcAft>
              <a:defRPr sz="2000" b="true">
                <a:solidFill>
                  <a:schemeClr val="tx1"/>
                </a:solidFill>
                <a:latin typeface="Comic Sans MS" panose="030F0702030302020204" charset="0"/>
                <a:ea typeface="宋体" pitchFamily="2" charset="-122"/>
              </a:defRPr>
            </a:lvl8pPr>
            <a:lvl9pPr marL="3886200" indent="-228600" eaLnBrk="false" fontAlgn="base" hangingPunct="false">
              <a:spcBef>
                <a:spcPct val="1"/>
              </a:spcBef>
              <a:spcAft>
                <a:spcPct val="1"/>
              </a:spcAft>
              <a:defRPr sz="2000" b="true">
                <a:solidFill>
                  <a:schemeClr val="tx1"/>
                </a:solidFill>
                <a:latin typeface="Comic Sans MS" panose="030F0702030302020204" charset="0"/>
                <a:ea typeface="宋体" pitchFamily="2" charset="-122"/>
              </a:defRPr>
            </a:lvl9pPr>
          </a:lstStyle>
          <a:p>
            <a:pPr/>
            <a:fld id="{9372B548-35E4-514B-BFEC-90DBC24D8A17}" type="slidenum">
              <a:rPr lang="zh-CN" altLang="en-US" sz="1200" b="false">
                <a:latin typeface="Times New Roman" panose="02020603050405020304" pitchFamily="18" charset="0"/>
              </a:rPr>
              <a:t>23</a:t>
            </a:fld>
            <a:endParaRPr lang="en-US" altLang="zh-CN" sz="1200" b="false">
              <a:latin typeface="Times New Roman" panose="02020603050405020304" pitchFamily="18" charset="0"/>
            </a:endParaRPr>
          </a:p>
        </p:txBody>
      </p:sp>
      <p:sp>
        <p:nvSpPr>
          <p:cNvPr id="47" name="Rectangle 2"/>
          <p:cNvSpPr>
            <a:spLocks noGrp="true" noRot="true" noChangeAspect="true" noChangeArrowheads="true" noTextEdit="true"/>
          </p:cNvSpPr>
          <p:nvPr>
            <p:ph type="sldImg"/>
          </p:nvPr>
        </p:nvSpPr>
        <p:spPr/>
        <p:txBody>
          <a:bodyPr/>
          <a:p>
            <a:pPr/>
            <a:endParaRPr/>
          </a:p>
        </p:txBody>
      </p:sp>
      <p:sp>
        <p:nvSpPr>
          <p:cNvPr id="48" name="Rectangle 3"/>
          <p:cNvSpPr>
            <a:spLocks noGrp="true" noChangeArrowheads="true"/>
          </p:cNvSpPr>
          <p:nvPr>
            <p:ph type="body" idx="1"/>
          </p:nvPr>
        </p:nvSpPr>
        <p:spPr>
          <a:noFill/>
          <a:extLst>
            <a:ext uri="{909E8E84-426E-40DD-AFC4-6F175D3DCCD1}"/>
            <a:ext uri="{91240B29-F687-4F45-9708-019B960494DF}"/>
          </a:extLst>
        </p:spPr>
        <p:txBody>
          <a:bodyPr/>
          <a:lstStyle/>
          <a:p>
            <a:pPr eaLnBrk="true" hangingPunct="true"/>
            <a:endParaRPr lang="zh-CN" altLang="en-US">
              <a:latin typeface="Times New Roman" panose="02020603050405020304" pitchFamily="18" charset="0"/>
              <a:ea typeface="宋体" pitchFamily="2" charset="-122"/>
            </a:endParaRPr>
          </a:p>
        </p:txBody>
      </p:sp>
    </p:spTree>
  </p:cSld>
</p:notes>
</file>

<file path=ppt/notesSlides/notesSlide13.xml><?xml version="1.0" encoding="utf-8"?>
<p:notes xmlns:a="http://schemas.openxmlformats.org/drawingml/2006/main" xmlns:p="http://schemas.openxmlformats.org/presentationml/2006/main">
  <p:cSld>
    <p:spTree>
      <p:nvGrpSpPr>
        <p:cNvPr id="49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Rectangle 7"/>
          <p:cNvSpPr>
            <a:spLocks noGrp="true" noChangeArrowheads="true"/>
          </p:cNvSpPr>
          <p:nvPr>
            <p:ph type="sldNum" sz="quarter" idx="5"/>
          </p:nvPr>
        </p:nvSpPr>
        <p:spPr>
          <a:noFill/>
          <a:extLst>
            <a:ext uri="{909E8E84-426E-40DD-AFC4-6F175D3DCCD1}"/>
            <a:ext uri="{91240B29-F687-4F45-9708-019B960494DF}"/>
          </a:extLst>
        </p:spPr>
        <p:txBody>
          <a:bodyPr/>
          <a:lstStyle>
            <a:lvl1pPr>
              <a:defRPr sz="2000" b="true">
                <a:solidFill>
                  <a:schemeClr val="tx1"/>
                </a:solidFill>
                <a:latin typeface="Comic Sans MS" panose="030F0702030302020204" charset="0"/>
                <a:ea typeface="宋体" pitchFamily="2" charset="-122"/>
              </a:defRPr>
            </a:lvl1pPr>
            <a:lvl2pPr marL="742950" indent="-285750">
              <a:defRPr sz="2000" b="true">
                <a:solidFill>
                  <a:schemeClr val="tx1"/>
                </a:solidFill>
                <a:latin typeface="Comic Sans MS" panose="030F0702030302020204" charset="0"/>
                <a:ea typeface="宋体" pitchFamily="2" charset="-122"/>
              </a:defRPr>
            </a:lvl2pPr>
            <a:lvl3pPr marL="1143000" indent="-228600">
              <a:defRPr sz="2000" b="true">
                <a:solidFill>
                  <a:schemeClr val="tx1"/>
                </a:solidFill>
                <a:latin typeface="Comic Sans MS" panose="030F0702030302020204" charset="0"/>
                <a:ea typeface="宋体" pitchFamily="2" charset="-122"/>
              </a:defRPr>
            </a:lvl3pPr>
            <a:lvl4pPr marL="1600200" indent="-228600">
              <a:defRPr sz="2000" b="true">
                <a:solidFill>
                  <a:schemeClr val="tx1"/>
                </a:solidFill>
                <a:latin typeface="Comic Sans MS" panose="030F0702030302020204" charset="0"/>
                <a:ea typeface="宋体" pitchFamily="2" charset="-122"/>
              </a:defRPr>
            </a:lvl4pPr>
            <a:lvl5pPr marL="2057400" indent="-228600">
              <a:defRPr sz="2000" b="true">
                <a:solidFill>
                  <a:schemeClr val="tx1"/>
                </a:solidFill>
                <a:latin typeface="Comic Sans MS" panose="030F0702030302020204" charset="0"/>
                <a:ea typeface="宋体" pitchFamily="2" charset="-122"/>
              </a:defRPr>
            </a:lvl5pPr>
            <a:lvl6pPr marL="2514600" indent="-228600" eaLnBrk="false" fontAlgn="base" hangingPunct="false">
              <a:spcBef>
                <a:spcPct val="1"/>
              </a:spcBef>
              <a:spcAft>
                <a:spcPct val="1"/>
              </a:spcAft>
              <a:defRPr sz="2000" b="true">
                <a:solidFill>
                  <a:schemeClr val="tx1"/>
                </a:solidFill>
                <a:latin typeface="Comic Sans MS" panose="030F0702030302020204" charset="0"/>
                <a:ea typeface="宋体" pitchFamily="2" charset="-122"/>
              </a:defRPr>
            </a:lvl6pPr>
            <a:lvl7pPr marL="2971800" indent="-228600" eaLnBrk="false" fontAlgn="base" hangingPunct="false">
              <a:spcBef>
                <a:spcPct val="1"/>
              </a:spcBef>
              <a:spcAft>
                <a:spcPct val="1"/>
              </a:spcAft>
              <a:defRPr sz="2000" b="true">
                <a:solidFill>
                  <a:schemeClr val="tx1"/>
                </a:solidFill>
                <a:latin typeface="Comic Sans MS" panose="030F0702030302020204" charset="0"/>
                <a:ea typeface="宋体" pitchFamily="2" charset="-122"/>
              </a:defRPr>
            </a:lvl7pPr>
            <a:lvl8pPr marL="3429000" indent="-228600" eaLnBrk="false" fontAlgn="base" hangingPunct="false">
              <a:spcBef>
                <a:spcPct val="1"/>
              </a:spcBef>
              <a:spcAft>
                <a:spcPct val="1"/>
              </a:spcAft>
              <a:defRPr sz="2000" b="true">
                <a:solidFill>
                  <a:schemeClr val="tx1"/>
                </a:solidFill>
                <a:latin typeface="Comic Sans MS" panose="030F0702030302020204" charset="0"/>
                <a:ea typeface="宋体" pitchFamily="2" charset="-122"/>
              </a:defRPr>
            </a:lvl8pPr>
            <a:lvl9pPr marL="3886200" indent="-228600" eaLnBrk="false" fontAlgn="base" hangingPunct="false">
              <a:spcBef>
                <a:spcPct val="1"/>
              </a:spcBef>
              <a:spcAft>
                <a:spcPct val="1"/>
              </a:spcAft>
              <a:defRPr sz="2000" b="true">
                <a:solidFill>
                  <a:schemeClr val="tx1"/>
                </a:solidFill>
                <a:latin typeface="Comic Sans MS" panose="030F0702030302020204" charset="0"/>
                <a:ea typeface="宋体" pitchFamily="2" charset="-122"/>
              </a:defRPr>
            </a:lvl9pPr>
          </a:lstStyle>
          <a:p>
            <a:pPr/>
            <a:fld id="{EEA3B0ED-6B83-054C-B329-F32FA949BE69}" type="slidenum">
              <a:rPr lang="zh-CN" altLang="en-US" sz="1200" b="false">
                <a:latin typeface="Times New Roman" panose="02020603050405020304" pitchFamily="18" charset="0"/>
              </a:rPr>
              <a:t>24</a:t>
            </a:fld>
            <a:endParaRPr lang="en-US" altLang="zh-CN" sz="1200" b="false">
              <a:latin typeface="Times New Roman" panose="02020603050405020304" pitchFamily="18" charset="0"/>
            </a:endParaRPr>
          </a:p>
        </p:txBody>
      </p:sp>
      <p:sp>
        <p:nvSpPr>
          <p:cNvPr id="51" name="Rectangle 2"/>
          <p:cNvSpPr>
            <a:spLocks noGrp="true" noRot="true" noChangeAspect="true" noChangeArrowheads="true" noTextEdit="true"/>
          </p:cNvSpPr>
          <p:nvPr>
            <p:ph type="sldImg"/>
          </p:nvPr>
        </p:nvSpPr>
        <p:spPr/>
        <p:txBody>
          <a:bodyPr/>
          <a:p>
            <a:pPr/>
            <a:endParaRPr/>
          </a:p>
        </p:txBody>
      </p:sp>
      <p:sp>
        <p:nvSpPr>
          <p:cNvPr id="52" name="Rectangle 3"/>
          <p:cNvSpPr>
            <a:spLocks noGrp="true" noChangeArrowheads="true"/>
          </p:cNvSpPr>
          <p:nvPr>
            <p:ph type="body" idx="1"/>
          </p:nvPr>
        </p:nvSpPr>
        <p:spPr>
          <a:noFill/>
          <a:extLst>
            <a:ext uri="{909E8E84-426E-40DD-AFC4-6F175D3DCCD1}"/>
            <a:ext uri="{91240B29-F687-4F45-9708-019B960494DF}"/>
          </a:extLst>
        </p:spPr>
        <p:txBody>
          <a:bodyPr/>
          <a:lstStyle/>
          <a:p>
            <a:pPr eaLnBrk="true" hangingPunct="true"/>
            <a:endParaRPr lang="zh-CN" altLang="en-US">
              <a:latin typeface="Times New Roman" panose="02020603050405020304" pitchFamily="18" charset="0"/>
              <a:ea typeface="宋体" pitchFamily="2" charset="-122"/>
            </a:endParaRPr>
          </a:p>
        </p:txBody>
      </p:sp>
    </p:spTree>
  </p:cSld>
</p:notes>
</file>

<file path=ppt/notesSlides/notesSlide14.xml><?xml version="1.0" encoding="utf-8"?>
<p:notes xmlns:a="http://schemas.openxmlformats.org/drawingml/2006/main" xmlns:p="http://schemas.openxmlformats.org/presentationml/2006/main">
  <p:cSld>
    <p:spTree>
      <p:nvGrpSpPr>
        <p:cNvPr id="53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Rectangle 7"/>
          <p:cNvSpPr>
            <a:spLocks noGrp="true" noChangeArrowheads="true"/>
          </p:cNvSpPr>
          <p:nvPr>
            <p:ph type="sldNum" sz="quarter" idx="5"/>
          </p:nvPr>
        </p:nvSpPr>
        <p:spPr>
          <a:noFill/>
          <a:extLst>
            <a:ext uri="{909E8E84-426E-40DD-AFC4-6F175D3DCCD1}"/>
            <a:ext uri="{91240B29-F687-4F45-9708-019B960494DF}"/>
          </a:extLst>
        </p:spPr>
        <p:txBody>
          <a:bodyPr/>
          <a:lstStyle>
            <a:lvl1pPr>
              <a:defRPr sz="2000" b="true">
                <a:solidFill>
                  <a:schemeClr val="tx1"/>
                </a:solidFill>
                <a:latin typeface="Comic Sans MS" panose="030F0702030302020204" charset="0"/>
                <a:ea typeface="宋体" pitchFamily="2" charset="-122"/>
              </a:defRPr>
            </a:lvl1pPr>
            <a:lvl2pPr marL="742950" indent="-285750">
              <a:defRPr sz="2000" b="true">
                <a:solidFill>
                  <a:schemeClr val="tx1"/>
                </a:solidFill>
                <a:latin typeface="Comic Sans MS" panose="030F0702030302020204" charset="0"/>
                <a:ea typeface="宋体" pitchFamily="2" charset="-122"/>
              </a:defRPr>
            </a:lvl2pPr>
            <a:lvl3pPr marL="1143000" indent="-228600">
              <a:defRPr sz="2000" b="true">
                <a:solidFill>
                  <a:schemeClr val="tx1"/>
                </a:solidFill>
                <a:latin typeface="Comic Sans MS" panose="030F0702030302020204" charset="0"/>
                <a:ea typeface="宋体" pitchFamily="2" charset="-122"/>
              </a:defRPr>
            </a:lvl3pPr>
            <a:lvl4pPr marL="1600200" indent="-228600">
              <a:defRPr sz="2000" b="true">
                <a:solidFill>
                  <a:schemeClr val="tx1"/>
                </a:solidFill>
                <a:latin typeface="Comic Sans MS" panose="030F0702030302020204" charset="0"/>
                <a:ea typeface="宋体" pitchFamily="2" charset="-122"/>
              </a:defRPr>
            </a:lvl4pPr>
            <a:lvl5pPr marL="2057400" indent="-228600">
              <a:defRPr sz="2000" b="true">
                <a:solidFill>
                  <a:schemeClr val="tx1"/>
                </a:solidFill>
                <a:latin typeface="Comic Sans MS" panose="030F0702030302020204" charset="0"/>
                <a:ea typeface="宋体" pitchFamily="2" charset="-122"/>
              </a:defRPr>
            </a:lvl5pPr>
            <a:lvl6pPr marL="2514600" indent="-228600" eaLnBrk="false" fontAlgn="base" hangingPunct="false">
              <a:spcBef>
                <a:spcPct val="1"/>
              </a:spcBef>
              <a:spcAft>
                <a:spcPct val="1"/>
              </a:spcAft>
              <a:defRPr sz="2000" b="true">
                <a:solidFill>
                  <a:schemeClr val="tx1"/>
                </a:solidFill>
                <a:latin typeface="Comic Sans MS" panose="030F0702030302020204" charset="0"/>
                <a:ea typeface="宋体" pitchFamily="2" charset="-122"/>
              </a:defRPr>
            </a:lvl6pPr>
            <a:lvl7pPr marL="2971800" indent="-228600" eaLnBrk="false" fontAlgn="base" hangingPunct="false">
              <a:spcBef>
                <a:spcPct val="1"/>
              </a:spcBef>
              <a:spcAft>
                <a:spcPct val="1"/>
              </a:spcAft>
              <a:defRPr sz="2000" b="true">
                <a:solidFill>
                  <a:schemeClr val="tx1"/>
                </a:solidFill>
                <a:latin typeface="Comic Sans MS" panose="030F0702030302020204" charset="0"/>
                <a:ea typeface="宋体" pitchFamily="2" charset="-122"/>
              </a:defRPr>
            </a:lvl7pPr>
            <a:lvl8pPr marL="3429000" indent="-228600" eaLnBrk="false" fontAlgn="base" hangingPunct="false">
              <a:spcBef>
                <a:spcPct val="1"/>
              </a:spcBef>
              <a:spcAft>
                <a:spcPct val="1"/>
              </a:spcAft>
              <a:defRPr sz="2000" b="true">
                <a:solidFill>
                  <a:schemeClr val="tx1"/>
                </a:solidFill>
                <a:latin typeface="Comic Sans MS" panose="030F0702030302020204" charset="0"/>
                <a:ea typeface="宋体" pitchFamily="2" charset="-122"/>
              </a:defRPr>
            </a:lvl8pPr>
            <a:lvl9pPr marL="3886200" indent="-228600" eaLnBrk="false" fontAlgn="base" hangingPunct="false">
              <a:spcBef>
                <a:spcPct val="1"/>
              </a:spcBef>
              <a:spcAft>
                <a:spcPct val="1"/>
              </a:spcAft>
              <a:defRPr sz="2000" b="true">
                <a:solidFill>
                  <a:schemeClr val="tx1"/>
                </a:solidFill>
                <a:latin typeface="Comic Sans MS" panose="030F0702030302020204" charset="0"/>
                <a:ea typeface="宋体" pitchFamily="2" charset="-122"/>
              </a:defRPr>
            </a:lvl9pPr>
          </a:lstStyle>
          <a:p>
            <a:pPr/>
            <a:fld id="{9FFE5E8B-C06E-F945-AAA5-EA663CC067DD}" type="slidenum">
              <a:rPr lang="zh-CN" altLang="en-US" sz="1200" b="false">
                <a:latin typeface="Times New Roman" panose="02020603050405020304" pitchFamily="18" charset="0"/>
              </a:rPr>
              <a:t>25</a:t>
            </a:fld>
            <a:endParaRPr lang="en-US" altLang="zh-CN" sz="1200" b="false">
              <a:latin typeface="Times New Roman" panose="02020603050405020304" pitchFamily="18" charset="0"/>
            </a:endParaRPr>
          </a:p>
        </p:txBody>
      </p:sp>
      <p:sp>
        <p:nvSpPr>
          <p:cNvPr id="55" name="Rectangle 2"/>
          <p:cNvSpPr>
            <a:spLocks noGrp="true" noRot="true" noChangeAspect="true" noChangeArrowheads="true" noTextEdit="true"/>
          </p:cNvSpPr>
          <p:nvPr>
            <p:ph type="sldImg"/>
          </p:nvPr>
        </p:nvSpPr>
        <p:spPr/>
        <p:txBody>
          <a:bodyPr/>
          <a:p>
            <a:pPr/>
            <a:endParaRPr/>
          </a:p>
        </p:txBody>
      </p:sp>
      <p:sp>
        <p:nvSpPr>
          <p:cNvPr id="56" name="Rectangle 3"/>
          <p:cNvSpPr>
            <a:spLocks noGrp="true" noChangeArrowheads="true"/>
          </p:cNvSpPr>
          <p:nvPr>
            <p:ph type="body" idx="1"/>
          </p:nvPr>
        </p:nvSpPr>
        <p:spPr>
          <a:noFill/>
          <a:extLst>
            <a:ext uri="{909E8E84-426E-40DD-AFC4-6F175D3DCCD1}"/>
            <a:ext uri="{91240B29-F687-4F45-9708-019B960494DF}"/>
          </a:extLst>
        </p:spPr>
        <p:txBody>
          <a:bodyPr/>
          <a:lstStyle/>
          <a:p>
            <a:pPr eaLnBrk="true" hangingPunct="true"/>
            <a:endParaRPr lang="zh-CN" altLang="en-US">
              <a:latin typeface="Times New Roman" panose="02020603050405020304" pitchFamily="18" charset="0"/>
              <a:ea typeface="宋体" pitchFamily="2" charset="-122"/>
            </a:endParaRPr>
          </a:p>
        </p:txBody>
      </p:sp>
    </p:spTree>
  </p:cSld>
</p:notes>
</file>

<file path=ppt/notesSlides/notesSlide15.xml><?xml version="1.0" encoding="utf-8"?>
<p:notes xmlns:a="http://schemas.openxmlformats.org/drawingml/2006/main" xmlns:p="http://schemas.openxmlformats.org/presentationml/2006/main">
  <p:cSld>
    <p:spTree>
      <p:nvGrpSpPr>
        <p:cNvPr id="57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Rectangle 7"/>
          <p:cNvSpPr>
            <a:spLocks noGrp="true" noChangeArrowheads="true"/>
          </p:cNvSpPr>
          <p:nvPr>
            <p:ph type="sldNum" sz="quarter" idx="5"/>
          </p:nvPr>
        </p:nvSpPr>
        <p:spPr>
          <a:noFill/>
          <a:extLst>
            <a:ext uri="{909E8E84-426E-40DD-AFC4-6F175D3DCCD1}"/>
            <a:ext uri="{91240B29-F687-4F45-9708-019B960494DF}"/>
          </a:extLst>
        </p:spPr>
        <p:txBody>
          <a:bodyPr/>
          <a:lstStyle>
            <a:lvl1pPr>
              <a:defRPr sz="2000" b="true">
                <a:solidFill>
                  <a:schemeClr val="tx1"/>
                </a:solidFill>
                <a:latin typeface="Comic Sans MS" panose="030F0702030302020204" charset="0"/>
                <a:ea typeface="宋体" pitchFamily="2" charset="-122"/>
              </a:defRPr>
            </a:lvl1pPr>
            <a:lvl2pPr marL="742950" indent="-285750">
              <a:defRPr sz="2000" b="true">
                <a:solidFill>
                  <a:schemeClr val="tx1"/>
                </a:solidFill>
                <a:latin typeface="Comic Sans MS" panose="030F0702030302020204" charset="0"/>
                <a:ea typeface="宋体" pitchFamily="2" charset="-122"/>
              </a:defRPr>
            </a:lvl2pPr>
            <a:lvl3pPr marL="1143000" indent="-228600">
              <a:defRPr sz="2000" b="true">
                <a:solidFill>
                  <a:schemeClr val="tx1"/>
                </a:solidFill>
                <a:latin typeface="Comic Sans MS" panose="030F0702030302020204" charset="0"/>
                <a:ea typeface="宋体" pitchFamily="2" charset="-122"/>
              </a:defRPr>
            </a:lvl3pPr>
            <a:lvl4pPr marL="1600200" indent="-228600">
              <a:defRPr sz="2000" b="true">
                <a:solidFill>
                  <a:schemeClr val="tx1"/>
                </a:solidFill>
                <a:latin typeface="Comic Sans MS" panose="030F0702030302020204" charset="0"/>
                <a:ea typeface="宋体" pitchFamily="2" charset="-122"/>
              </a:defRPr>
            </a:lvl4pPr>
            <a:lvl5pPr marL="2057400" indent="-228600">
              <a:defRPr sz="2000" b="true">
                <a:solidFill>
                  <a:schemeClr val="tx1"/>
                </a:solidFill>
                <a:latin typeface="Comic Sans MS" panose="030F0702030302020204" charset="0"/>
                <a:ea typeface="宋体" pitchFamily="2" charset="-122"/>
              </a:defRPr>
            </a:lvl5pPr>
            <a:lvl6pPr marL="2514600" indent="-228600" eaLnBrk="false" fontAlgn="base" hangingPunct="false">
              <a:spcBef>
                <a:spcPct val="1"/>
              </a:spcBef>
              <a:spcAft>
                <a:spcPct val="1"/>
              </a:spcAft>
              <a:defRPr sz="2000" b="true">
                <a:solidFill>
                  <a:schemeClr val="tx1"/>
                </a:solidFill>
                <a:latin typeface="Comic Sans MS" panose="030F0702030302020204" charset="0"/>
                <a:ea typeface="宋体" pitchFamily="2" charset="-122"/>
              </a:defRPr>
            </a:lvl6pPr>
            <a:lvl7pPr marL="2971800" indent="-228600" eaLnBrk="false" fontAlgn="base" hangingPunct="false">
              <a:spcBef>
                <a:spcPct val="1"/>
              </a:spcBef>
              <a:spcAft>
                <a:spcPct val="1"/>
              </a:spcAft>
              <a:defRPr sz="2000" b="true">
                <a:solidFill>
                  <a:schemeClr val="tx1"/>
                </a:solidFill>
                <a:latin typeface="Comic Sans MS" panose="030F0702030302020204" charset="0"/>
                <a:ea typeface="宋体" pitchFamily="2" charset="-122"/>
              </a:defRPr>
            </a:lvl7pPr>
            <a:lvl8pPr marL="3429000" indent="-228600" eaLnBrk="false" fontAlgn="base" hangingPunct="false">
              <a:spcBef>
                <a:spcPct val="1"/>
              </a:spcBef>
              <a:spcAft>
                <a:spcPct val="1"/>
              </a:spcAft>
              <a:defRPr sz="2000" b="true">
                <a:solidFill>
                  <a:schemeClr val="tx1"/>
                </a:solidFill>
                <a:latin typeface="Comic Sans MS" panose="030F0702030302020204" charset="0"/>
                <a:ea typeface="宋体" pitchFamily="2" charset="-122"/>
              </a:defRPr>
            </a:lvl8pPr>
            <a:lvl9pPr marL="3886200" indent="-228600" eaLnBrk="false" fontAlgn="base" hangingPunct="false">
              <a:spcBef>
                <a:spcPct val="1"/>
              </a:spcBef>
              <a:spcAft>
                <a:spcPct val="1"/>
              </a:spcAft>
              <a:defRPr sz="2000" b="true">
                <a:solidFill>
                  <a:schemeClr val="tx1"/>
                </a:solidFill>
                <a:latin typeface="Comic Sans MS" panose="030F0702030302020204" charset="0"/>
                <a:ea typeface="宋体" pitchFamily="2" charset="-122"/>
              </a:defRPr>
            </a:lvl9pPr>
          </a:lstStyle>
          <a:p>
            <a:pPr/>
            <a:fld id="{492BB6CB-9FB0-4241-A295-155FEF7E212B}" type="slidenum">
              <a:rPr lang="zh-CN" altLang="en-US" sz="1200" b="false">
                <a:latin typeface="Times New Roman" panose="02020603050405020304" pitchFamily="18" charset="0"/>
              </a:rPr>
              <a:t>26</a:t>
            </a:fld>
            <a:endParaRPr lang="en-US" altLang="zh-CN" sz="1200" b="false">
              <a:latin typeface="Times New Roman" panose="02020603050405020304" pitchFamily="18" charset="0"/>
            </a:endParaRPr>
          </a:p>
        </p:txBody>
      </p:sp>
      <p:sp>
        <p:nvSpPr>
          <p:cNvPr id="59" name="Rectangle 2"/>
          <p:cNvSpPr>
            <a:spLocks noGrp="true" noRot="true" noChangeAspect="true" noChangeArrowheads="true" noTextEdit="true"/>
          </p:cNvSpPr>
          <p:nvPr>
            <p:ph type="sldImg"/>
          </p:nvPr>
        </p:nvSpPr>
        <p:spPr/>
        <p:txBody>
          <a:bodyPr/>
          <a:p>
            <a:pPr/>
            <a:endParaRPr/>
          </a:p>
        </p:txBody>
      </p:sp>
      <p:sp>
        <p:nvSpPr>
          <p:cNvPr id="60" name="Rectangle 3"/>
          <p:cNvSpPr>
            <a:spLocks noGrp="true" noChangeArrowheads="true"/>
          </p:cNvSpPr>
          <p:nvPr>
            <p:ph type="body" idx="1"/>
          </p:nvPr>
        </p:nvSpPr>
        <p:spPr>
          <a:noFill/>
          <a:extLst>
            <a:ext uri="{909E8E84-426E-40DD-AFC4-6F175D3DCCD1}"/>
            <a:ext uri="{91240B29-F687-4F45-9708-019B960494DF}"/>
          </a:extLst>
        </p:spPr>
        <p:txBody>
          <a:bodyPr/>
          <a:lstStyle/>
          <a:p>
            <a:pPr eaLnBrk="true" hangingPunct="true"/>
            <a:endParaRPr lang="zh-CN" altLang="en-US">
              <a:latin typeface="Times New Roman" panose="02020603050405020304" pitchFamily="18" charset="0"/>
              <a:ea typeface="宋体" pitchFamily="2" charset="-122"/>
            </a:endParaRPr>
          </a:p>
        </p:txBody>
      </p:sp>
    </p:spTree>
  </p:cSld>
</p:notes>
</file>

<file path=ppt/notesSlides/notesSlide16.xml><?xml version="1.0" encoding="utf-8"?>
<p:notes xmlns:a="http://schemas.openxmlformats.org/drawingml/2006/main" xmlns:p="http://schemas.openxmlformats.org/presentationml/2006/main">
  <p:cSld>
    <p:spTree>
      <p:nvGrpSpPr>
        <p:cNvPr id="6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Rectangle 7"/>
          <p:cNvSpPr>
            <a:spLocks noGrp="true" noChangeArrowheads="true"/>
          </p:cNvSpPr>
          <p:nvPr>
            <p:ph type="sldNum" sz="quarter" idx="5"/>
          </p:nvPr>
        </p:nvSpPr>
        <p:spPr>
          <a:noFill/>
          <a:extLst>
            <a:ext uri="{909E8E84-426E-40DD-AFC4-6F175D3DCCD1}"/>
            <a:ext uri="{91240B29-F687-4F45-9708-019B960494DF}"/>
          </a:extLst>
        </p:spPr>
        <p:txBody>
          <a:bodyPr/>
          <a:lstStyle>
            <a:lvl1pPr>
              <a:defRPr sz="2000" b="true">
                <a:solidFill>
                  <a:schemeClr val="tx1"/>
                </a:solidFill>
                <a:latin typeface="Comic Sans MS" panose="030F0702030302020204" charset="0"/>
                <a:ea typeface="宋体" pitchFamily="2" charset="-122"/>
              </a:defRPr>
            </a:lvl1pPr>
            <a:lvl2pPr marL="742950" indent="-285750">
              <a:defRPr sz="2000" b="true">
                <a:solidFill>
                  <a:schemeClr val="tx1"/>
                </a:solidFill>
                <a:latin typeface="Comic Sans MS" panose="030F0702030302020204" charset="0"/>
                <a:ea typeface="宋体" pitchFamily="2" charset="-122"/>
              </a:defRPr>
            </a:lvl2pPr>
            <a:lvl3pPr marL="1143000" indent="-228600">
              <a:defRPr sz="2000" b="true">
                <a:solidFill>
                  <a:schemeClr val="tx1"/>
                </a:solidFill>
                <a:latin typeface="Comic Sans MS" panose="030F0702030302020204" charset="0"/>
                <a:ea typeface="宋体" pitchFamily="2" charset="-122"/>
              </a:defRPr>
            </a:lvl3pPr>
            <a:lvl4pPr marL="1600200" indent="-228600">
              <a:defRPr sz="2000" b="true">
                <a:solidFill>
                  <a:schemeClr val="tx1"/>
                </a:solidFill>
                <a:latin typeface="Comic Sans MS" panose="030F0702030302020204" charset="0"/>
                <a:ea typeface="宋体" pitchFamily="2" charset="-122"/>
              </a:defRPr>
            </a:lvl4pPr>
            <a:lvl5pPr marL="2057400" indent="-228600">
              <a:defRPr sz="2000" b="true">
                <a:solidFill>
                  <a:schemeClr val="tx1"/>
                </a:solidFill>
                <a:latin typeface="Comic Sans MS" panose="030F0702030302020204" charset="0"/>
                <a:ea typeface="宋体" pitchFamily="2" charset="-122"/>
              </a:defRPr>
            </a:lvl5pPr>
            <a:lvl6pPr marL="2514600" indent="-228600" eaLnBrk="false" fontAlgn="base" hangingPunct="false">
              <a:spcBef>
                <a:spcPct val="1"/>
              </a:spcBef>
              <a:spcAft>
                <a:spcPct val="1"/>
              </a:spcAft>
              <a:defRPr sz="2000" b="true">
                <a:solidFill>
                  <a:schemeClr val="tx1"/>
                </a:solidFill>
                <a:latin typeface="Comic Sans MS" panose="030F0702030302020204" charset="0"/>
                <a:ea typeface="宋体" pitchFamily="2" charset="-122"/>
              </a:defRPr>
            </a:lvl6pPr>
            <a:lvl7pPr marL="2971800" indent="-228600" eaLnBrk="false" fontAlgn="base" hangingPunct="false">
              <a:spcBef>
                <a:spcPct val="1"/>
              </a:spcBef>
              <a:spcAft>
                <a:spcPct val="1"/>
              </a:spcAft>
              <a:defRPr sz="2000" b="true">
                <a:solidFill>
                  <a:schemeClr val="tx1"/>
                </a:solidFill>
                <a:latin typeface="Comic Sans MS" panose="030F0702030302020204" charset="0"/>
                <a:ea typeface="宋体" pitchFamily="2" charset="-122"/>
              </a:defRPr>
            </a:lvl7pPr>
            <a:lvl8pPr marL="3429000" indent="-228600" eaLnBrk="false" fontAlgn="base" hangingPunct="false">
              <a:spcBef>
                <a:spcPct val="1"/>
              </a:spcBef>
              <a:spcAft>
                <a:spcPct val="1"/>
              </a:spcAft>
              <a:defRPr sz="2000" b="true">
                <a:solidFill>
                  <a:schemeClr val="tx1"/>
                </a:solidFill>
                <a:latin typeface="Comic Sans MS" panose="030F0702030302020204" charset="0"/>
                <a:ea typeface="宋体" pitchFamily="2" charset="-122"/>
              </a:defRPr>
            </a:lvl8pPr>
            <a:lvl9pPr marL="3886200" indent="-228600" eaLnBrk="false" fontAlgn="base" hangingPunct="false">
              <a:spcBef>
                <a:spcPct val="1"/>
              </a:spcBef>
              <a:spcAft>
                <a:spcPct val="1"/>
              </a:spcAft>
              <a:defRPr sz="2000" b="true">
                <a:solidFill>
                  <a:schemeClr val="tx1"/>
                </a:solidFill>
                <a:latin typeface="Comic Sans MS" panose="030F0702030302020204" charset="0"/>
                <a:ea typeface="宋体" pitchFamily="2" charset="-122"/>
              </a:defRPr>
            </a:lvl9pPr>
          </a:lstStyle>
          <a:p>
            <a:pPr/>
            <a:fld id="{E32A730A-4362-FE44-B6FA-D502379527C9}" type="slidenum">
              <a:rPr lang="zh-CN" altLang="en-US" sz="1200" b="false">
                <a:latin typeface="Times New Roman" panose="02020603050405020304" pitchFamily="18" charset="0"/>
              </a:rPr>
              <a:t>27</a:t>
            </a:fld>
            <a:endParaRPr lang="en-US" altLang="zh-CN" sz="1200" b="false">
              <a:latin typeface="Times New Roman" panose="02020603050405020304" pitchFamily="18" charset="0"/>
            </a:endParaRPr>
          </a:p>
        </p:txBody>
      </p:sp>
      <p:sp>
        <p:nvSpPr>
          <p:cNvPr id="63" name="Rectangle 2"/>
          <p:cNvSpPr>
            <a:spLocks noGrp="true" noRot="true" noChangeAspect="true" noChangeArrowheads="true" noTextEdit="true"/>
          </p:cNvSpPr>
          <p:nvPr>
            <p:ph type="sldImg"/>
          </p:nvPr>
        </p:nvSpPr>
        <p:spPr/>
        <p:txBody>
          <a:bodyPr/>
          <a:p>
            <a:pPr/>
            <a:endParaRPr/>
          </a:p>
        </p:txBody>
      </p:sp>
      <p:sp>
        <p:nvSpPr>
          <p:cNvPr id="64" name="Rectangle 3"/>
          <p:cNvSpPr>
            <a:spLocks noGrp="true" noChangeArrowheads="true"/>
          </p:cNvSpPr>
          <p:nvPr>
            <p:ph type="body" idx="1"/>
          </p:nvPr>
        </p:nvSpPr>
        <p:spPr>
          <a:noFill/>
          <a:extLst>
            <a:ext uri="{909E8E84-426E-40DD-AFC4-6F175D3DCCD1}"/>
            <a:ext uri="{91240B29-F687-4F45-9708-019B960494DF}"/>
          </a:extLst>
        </p:spPr>
        <p:txBody>
          <a:bodyPr/>
          <a:lstStyle/>
          <a:p>
            <a:pPr eaLnBrk="true" hangingPunct="true"/>
            <a:endParaRPr lang="zh-CN" altLang="en-US">
              <a:latin typeface="Times New Roman" panose="02020603050405020304" pitchFamily="18" charset="0"/>
              <a:ea typeface="宋体" pitchFamily="2" charset="-122"/>
            </a:endParaRPr>
          </a:p>
        </p:txBody>
      </p:sp>
    </p:spTree>
  </p:cSld>
</p:notes>
</file>

<file path=ppt/notesSlides/notesSlide17.xml><?xml version="1.0" encoding="utf-8"?>
<p:notes xmlns:a="http://schemas.openxmlformats.org/drawingml/2006/main" xmlns:p="http://schemas.openxmlformats.org/presentationml/2006/main">
  <p:cSld>
    <p:spTree>
      <p:nvGrpSpPr>
        <p:cNvPr id="65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Rectangle 7"/>
          <p:cNvSpPr>
            <a:spLocks noGrp="true" noChangeArrowheads="true"/>
          </p:cNvSpPr>
          <p:nvPr>
            <p:ph type="sldNum" sz="quarter" idx="5"/>
          </p:nvPr>
        </p:nvSpPr>
        <p:spPr>
          <a:noFill/>
          <a:extLst>
            <a:ext uri="{909E8E84-426E-40DD-AFC4-6F175D3DCCD1}"/>
            <a:ext uri="{91240B29-F687-4F45-9708-019B960494DF}"/>
          </a:extLst>
        </p:spPr>
        <p:txBody>
          <a:bodyPr/>
          <a:lstStyle>
            <a:lvl1pPr>
              <a:defRPr sz="2000" b="true">
                <a:solidFill>
                  <a:schemeClr val="tx1"/>
                </a:solidFill>
                <a:latin typeface="Comic Sans MS" panose="030F0702030302020204" charset="0"/>
                <a:ea typeface="宋体" pitchFamily="2" charset="-122"/>
              </a:defRPr>
            </a:lvl1pPr>
            <a:lvl2pPr marL="742950" indent="-285750">
              <a:defRPr sz="2000" b="true">
                <a:solidFill>
                  <a:schemeClr val="tx1"/>
                </a:solidFill>
                <a:latin typeface="Comic Sans MS" panose="030F0702030302020204" charset="0"/>
                <a:ea typeface="宋体" pitchFamily="2" charset="-122"/>
              </a:defRPr>
            </a:lvl2pPr>
            <a:lvl3pPr marL="1143000" indent="-228600">
              <a:defRPr sz="2000" b="true">
                <a:solidFill>
                  <a:schemeClr val="tx1"/>
                </a:solidFill>
                <a:latin typeface="Comic Sans MS" panose="030F0702030302020204" charset="0"/>
                <a:ea typeface="宋体" pitchFamily="2" charset="-122"/>
              </a:defRPr>
            </a:lvl3pPr>
            <a:lvl4pPr marL="1600200" indent="-228600">
              <a:defRPr sz="2000" b="true">
                <a:solidFill>
                  <a:schemeClr val="tx1"/>
                </a:solidFill>
                <a:latin typeface="Comic Sans MS" panose="030F0702030302020204" charset="0"/>
                <a:ea typeface="宋体" pitchFamily="2" charset="-122"/>
              </a:defRPr>
            </a:lvl4pPr>
            <a:lvl5pPr marL="2057400" indent="-228600">
              <a:defRPr sz="2000" b="true">
                <a:solidFill>
                  <a:schemeClr val="tx1"/>
                </a:solidFill>
                <a:latin typeface="Comic Sans MS" panose="030F0702030302020204" charset="0"/>
                <a:ea typeface="宋体" pitchFamily="2" charset="-122"/>
              </a:defRPr>
            </a:lvl5pPr>
            <a:lvl6pPr marL="2514600" indent="-228600" eaLnBrk="false" fontAlgn="base" hangingPunct="false">
              <a:spcBef>
                <a:spcPct val="1"/>
              </a:spcBef>
              <a:spcAft>
                <a:spcPct val="1"/>
              </a:spcAft>
              <a:defRPr sz="2000" b="true">
                <a:solidFill>
                  <a:schemeClr val="tx1"/>
                </a:solidFill>
                <a:latin typeface="Comic Sans MS" panose="030F0702030302020204" charset="0"/>
                <a:ea typeface="宋体" pitchFamily="2" charset="-122"/>
              </a:defRPr>
            </a:lvl6pPr>
            <a:lvl7pPr marL="2971800" indent="-228600" eaLnBrk="false" fontAlgn="base" hangingPunct="false">
              <a:spcBef>
                <a:spcPct val="1"/>
              </a:spcBef>
              <a:spcAft>
                <a:spcPct val="1"/>
              </a:spcAft>
              <a:defRPr sz="2000" b="true">
                <a:solidFill>
                  <a:schemeClr val="tx1"/>
                </a:solidFill>
                <a:latin typeface="Comic Sans MS" panose="030F0702030302020204" charset="0"/>
                <a:ea typeface="宋体" pitchFamily="2" charset="-122"/>
              </a:defRPr>
            </a:lvl7pPr>
            <a:lvl8pPr marL="3429000" indent="-228600" eaLnBrk="false" fontAlgn="base" hangingPunct="false">
              <a:spcBef>
                <a:spcPct val="1"/>
              </a:spcBef>
              <a:spcAft>
                <a:spcPct val="1"/>
              </a:spcAft>
              <a:defRPr sz="2000" b="true">
                <a:solidFill>
                  <a:schemeClr val="tx1"/>
                </a:solidFill>
                <a:latin typeface="Comic Sans MS" panose="030F0702030302020204" charset="0"/>
                <a:ea typeface="宋体" pitchFamily="2" charset="-122"/>
              </a:defRPr>
            </a:lvl8pPr>
            <a:lvl9pPr marL="3886200" indent="-228600" eaLnBrk="false" fontAlgn="base" hangingPunct="false">
              <a:spcBef>
                <a:spcPct val="1"/>
              </a:spcBef>
              <a:spcAft>
                <a:spcPct val="1"/>
              </a:spcAft>
              <a:defRPr sz="2000" b="true">
                <a:solidFill>
                  <a:schemeClr val="tx1"/>
                </a:solidFill>
                <a:latin typeface="Comic Sans MS" panose="030F0702030302020204" charset="0"/>
                <a:ea typeface="宋体" pitchFamily="2" charset="-122"/>
              </a:defRPr>
            </a:lvl9pPr>
          </a:lstStyle>
          <a:p>
            <a:pPr/>
            <a:fld id="{4CB31FC0-846D-4948-9D2E-25479B35CE10}" type="slidenum">
              <a:rPr lang="zh-CN" altLang="en-US" sz="1200" b="false">
                <a:latin typeface="Times New Roman" panose="02020603050405020304" pitchFamily="18" charset="0"/>
              </a:rPr>
              <a:t>28</a:t>
            </a:fld>
            <a:endParaRPr lang="en-US" altLang="zh-CN" sz="1200" b="false">
              <a:latin typeface="Times New Roman" panose="02020603050405020304" pitchFamily="18" charset="0"/>
            </a:endParaRPr>
          </a:p>
        </p:txBody>
      </p:sp>
      <p:sp>
        <p:nvSpPr>
          <p:cNvPr id="67" name="Rectangle 2"/>
          <p:cNvSpPr>
            <a:spLocks noGrp="true" noRot="true" noChangeAspect="true" noChangeArrowheads="true" noTextEdit="true"/>
          </p:cNvSpPr>
          <p:nvPr>
            <p:ph type="sldImg"/>
          </p:nvPr>
        </p:nvSpPr>
        <p:spPr/>
        <p:txBody>
          <a:bodyPr/>
          <a:p>
            <a:pPr/>
            <a:endParaRPr/>
          </a:p>
        </p:txBody>
      </p:sp>
      <p:sp>
        <p:nvSpPr>
          <p:cNvPr id="68" name="Rectangle 3"/>
          <p:cNvSpPr>
            <a:spLocks noGrp="true" noChangeArrowheads="true"/>
          </p:cNvSpPr>
          <p:nvPr>
            <p:ph type="body" idx="1"/>
          </p:nvPr>
        </p:nvSpPr>
        <p:spPr>
          <a:noFill/>
          <a:extLst>
            <a:ext uri="{909E8E84-426E-40DD-AFC4-6F175D3DCCD1}"/>
            <a:ext uri="{91240B29-F687-4F45-9708-019B960494DF}"/>
          </a:extLst>
        </p:spPr>
        <p:txBody>
          <a:bodyPr/>
          <a:lstStyle/>
          <a:p>
            <a:pPr eaLnBrk="true" hangingPunct="true"/>
            <a:endParaRPr lang="zh-CN" altLang="en-US">
              <a:latin typeface="Times New Roman" panose="02020603050405020304" pitchFamily="18" charset="0"/>
              <a:ea typeface="宋体" pitchFamily="2" charset="-122"/>
            </a:endParaRPr>
          </a:p>
        </p:txBody>
      </p:sp>
    </p:spTree>
  </p:cSld>
</p:notes>
</file>

<file path=ppt/notesSlides/notesSlide18.xml><?xml version="1.0" encoding="utf-8"?>
<p:notes xmlns:a="http://schemas.openxmlformats.org/drawingml/2006/main" xmlns:p="http://schemas.openxmlformats.org/presentationml/2006/main">
  <p:cSld>
    <p:spTree>
      <p:nvGrpSpPr>
        <p:cNvPr id="69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Rectangle 7"/>
          <p:cNvSpPr>
            <a:spLocks noGrp="true" noChangeArrowheads="true"/>
          </p:cNvSpPr>
          <p:nvPr>
            <p:ph type="sldNum" sz="quarter" idx="5"/>
          </p:nvPr>
        </p:nvSpPr>
        <p:spPr>
          <a:noFill/>
          <a:extLst>
            <a:ext uri="{909E8E84-426E-40DD-AFC4-6F175D3DCCD1}"/>
            <a:ext uri="{91240B29-F687-4F45-9708-019B960494DF}"/>
          </a:extLst>
        </p:spPr>
        <p:txBody>
          <a:bodyPr/>
          <a:lstStyle>
            <a:lvl1pPr>
              <a:defRPr sz="2000" b="true">
                <a:solidFill>
                  <a:schemeClr val="tx1"/>
                </a:solidFill>
                <a:latin typeface="Comic Sans MS" panose="030F0702030302020204" charset="0"/>
                <a:ea typeface="宋体" pitchFamily="2" charset="-122"/>
              </a:defRPr>
            </a:lvl1pPr>
            <a:lvl2pPr marL="742950" indent="-285750">
              <a:defRPr sz="2000" b="true">
                <a:solidFill>
                  <a:schemeClr val="tx1"/>
                </a:solidFill>
                <a:latin typeface="Comic Sans MS" panose="030F0702030302020204" charset="0"/>
                <a:ea typeface="宋体" pitchFamily="2" charset="-122"/>
              </a:defRPr>
            </a:lvl2pPr>
            <a:lvl3pPr marL="1143000" indent="-228600">
              <a:defRPr sz="2000" b="true">
                <a:solidFill>
                  <a:schemeClr val="tx1"/>
                </a:solidFill>
                <a:latin typeface="Comic Sans MS" panose="030F0702030302020204" charset="0"/>
                <a:ea typeface="宋体" pitchFamily="2" charset="-122"/>
              </a:defRPr>
            </a:lvl3pPr>
            <a:lvl4pPr marL="1600200" indent="-228600">
              <a:defRPr sz="2000" b="true">
                <a:solidFill>
                  <a:schemeClr val="tx1"/>
                </a:solidFill>
                <a:latin typeface="Comic Sans MS" panose="030F0702030302020204" charset="0"/>
                <a:ea typeface="宋体" pitchFamily="2" charset="-122"/>
              </a:defRPr>
            </a:lvl4pPr>
            <a:lvl5pPr marL="2057400" indent="-228600">
              <a:defRPr sz="2000" b="true">
                <a:solidFill>
                  <a:schemeClr val="tx1"/>
                </a:solidFill>
                <a:latin typeface="Comic Sans MS" panose="030F0702030302020204" charset="0"/>
                <a:ea typeface="宋体" pitchFamily="2" charset="-122"/>
              </a:defRPr>
            </a:lvl5pPr>
            <a:lvl6pPr marL="2514600" indent="-228600" eaLnBrk="false" fontAlgn="base" hangingPunct="false">
              <a:spcBef>
                <a:spcPct val="1"/>
              </a:spcBef>
              <a:spcAft>
                <a:spcPct val="1"/>
              </a:spcAft>
              <a:defRPr sz="2000" b="true">
                <a:solidFill>
                  <a:schemeClr val="tx1"/>
                </a:solidFill>
                <a:latin typeface="Comic Sans MS" panose="030F0702030302020204" charset="0"/>
                <a:ea typeface="宋体" pitchFamily="2" charset="-122"/>
              </a:defRPr>
            </a:lvl6pPr>
            <a:lvl7pPr marL="2971800" indent="-228600" eaLnBrk="false" fontAlgn="base" hangingPunct="false">
              <a:spcBef>
                <a:spcPct val="1"/>
              </a:spcBef>
              <a:spcAft>
                <a:spcPct val="1"/>
              </a:spcAft>
              <a:defRPr sz="2000" b="true">
                <a:solidFill>
                  <a:schemeClr val="tx1"/>
                </a:solidFill>
                <a:latin typeface="Comic Sans MS" panose="030F0702030302020204" charset="0"/>
                <a:ea typeface="宋体" pitchFamily="2" charset="-122"/>
              </a:defRPr>
            </a:lvl7pPr>
            <a:lvl8pPr marL="3429000" indent="-228600" eaLnBrk="false" fontAlgn="base" hangingPunct="false">
              <a:spcBef>
                <a:spcPct val="1"/>
              </a:spcBef>
              <a:spcAft>
                <a:spcPct val="1"/>
              </a:spcAft>
              <a:defRPr sz="2000" b="true">
                <a:solidFill>
                  <a:schemeClr val="tx1"/>
                </a:solidFill>
                <a:latin typeface="Comic Sans MS" panose="030F0702030302020204" charset="0"/>
                <a:ea typeface="宋体" pitchFamily="2" charset="-122"/>
              </a:defRPr>
            </a:lvl8pPr>
            <a:lvl9pPr marL="3886200" indent="-228600" eaLnBrk="false" fontAlgn="base" hangingPunct="false">
              <a:spcBef>
                <a:spcPct val="1"/>
              </a:spcBef>
              <a:spcAft>
                <a:spcPct val="1"/>
              </a:spcAft>
              <a:defRPr sz="2000" b="true">
                <a:solidFill>
                  <a:schemeClr val="tx1"/>
                </a:solidFill>
                <a:latin typeface="Comic Sans MS" panose="030F0702030302020204" charset="0"/>
                <a:ea typeface="宋体" pitchFamily="2" charset="-122"/>
              </a:defRPr>
            </a:lvl9pPr>
          </a:lstStyle>
          <a:p>
            <a:pPr/>
            <a:fld id="{75C190FA-8C5F-EA48-9632-8C087A5705B3}" type="slidenum">
              <a:rPr lang="zh-CN" altLang="en-US" sz="1200" b="false">
                <a:latin typeface="Times New Roman" panose="02020603050405020304" pitchFamily="18" charset="0"/>
              </a:rPr>
              <a:t>29</a:t>
            </a:fld>
            <a:endParaRPr lang="en-US" altLang="zh-CN" sz="1200" b="false">
              <a:latin typeface="Times New Roman" panose="02020603050405020304" pitchFamily="18" charset="0"/>
            </a:endParaRPr>
          </a:p>
        </p:txBody>
      </p:sp>
      <p:sp>
        <p:nvSpPr>
          <p:cNvPr id="71" name="Rectangle 2"/>
          <p:cNvSpPr>
            <a:spLocks noGrp="true" noRot="true" noChangeAspect="true" noChangeArrowheads="true" noTextEdit="true"/>
          </p:cNvSpPr>
          <p:nvPr>
            <p:ph type="sldImg"/>
          </p:nvPr>
        </p:nvSpPr>
        <p:spPr/>
        <p:txBody>
          <a:bodyPr/>
          <a:p>
            <a:pPr/>
            <a:endParaRPr/>
          </a:p>
        </p:txBody>
      </p:sp>
      <p:sp>
        <p:nvSpPr>
          <p:cNvPr id="72" name="Rectangle 3"/>
          <p:cNvSpPr>
            <a:spLocks noGrp="true" noChangeArrowheads="true"/>
          </p:cNvSpPr>
          <p:nvPr>
            <p:ph type="body" idx="1"/>
          </p:nvPr>
        </p:nvSpPr>
        <p:spPr>
          <a:noFill/>
          <a:extLst>
            <a:ext uri="{909E8E84-426E-40DD-AFC4-6F175D3DCCD1}"/>
            <a:ext uri="{91240B29-F687-4F45-9708-019B960494DF}"/>
          </a:extLst>
        </p:spPr>
        <p:txBody>
          <a:bodyPr/>
          <a:lstStyle/>
          <a:p>
            <a:pPr eaLnBrk="true" hangingPunct="true"/>
            <a:endParaRPr lang="zh-CN" altLang="en-US">
              <a:latin typeface="Times New Roman" panose="02020603050405020304" pitchFamily="18" charset="0"/>
              <a:ea typeface="宋体" pitchFamily="2" charset="-122"/>
            </a:endParaRPr>
          </a:p>
        </p:txBody>
      </p:sp>
    </p:spTree>
  </p:cSld>
</p:notes>
</file>

<file path=ppt/notesSlides/notesSlide19.xml><?xml version="1.0" encoding="utf-8"?>
<p:notes xmlns:a="http://schemas.openxmlformats.org/drawingml/2006/main" xmlns:p="http://schemas.openxmlformats.org/presentationml/2006/main">
  <p:cSld>
    <p:spTree>
      <p:nvGrpSpPr>
        <p:cNvPr id="73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Rectangle 7"/>
          <p:cNvSpPr>
            <a:spLocks noGrp="true" noChangeArrowheads="true"/>
          </p:cNvSpPr>
          <p:nvPr>
            <p:ph type="sldNum" sz="quarter" idx="5"/>
          </p:nvPr>
        </p:nvSpPr>
        <p:spPr>
          <a:noFill/>
          <a:extLst>
            <a:ext uri="{909E8E84-426E-40DD-AFC4-6F175D3DCCD1}"/>
            <a:ext uri="{91240B29-F687-4F45-9708-019B960494DF}"/>
          </a:extLst>
        </p:spPr>
        <p:txBody>
          <a:bodyPr/>
          <a:lstStyle>
            <a:lvl1pPr>
              <a:defRPr sz="2000" b="true">
                <a:solidFill>
                  <a:schemeClr val="tx1"/>
                </a:solidFill>
                <a:latin typeface="Comic Sans MS" panose="030F0702030302020204" charset="0"/>
                <a:ea typeface="宋体" pitchFamily="2" charset="-122"/>
              </a:defRPr>
            </a:lvl1pPr>
            <a:lvl2pPr marL="742950" indent="-285750">
              <a:defRPr sz="2000" b="true">
                <a:solidFill>
                  <a:schemeClr val="tx1"/>
                </a:solidFill>
                <a:latin typeface="Comic Sans MS" panose="030F0702030302020204" charset="0"/>
                <a:ea typeface="宋体" pitchFamily="2" charset="-122"/>
              </a:defRPr>
            </a:lvl2pPr>
            <a:lvl3pPr marL="1143000" indent="-228600">
              <a:defRPr sz="2000" b="true">
                <a:solidFill>
                  <a:schemeClr val="tx1"/>
                </a:solidFill>
                <a:latin typeface="Comic Sans MS" panose="030F0702030302020204" charset="0"/>
                <a:ea typeface="宋体" pitchFamily="2" charset="-122"/>
              </a:defRPr>
            </a:lvl3pPr>
            <a:lvl4pPr marL="1600200" indent="-228600">
              <a:defRPr sz="2000" b="true">
                <a:solidFill>
                  <a:schemeClr val="tx1"/>
                </a:solidFill>
                <a:latin typeface="Comic Sans MS" panose="030F0702030302020204" charset="0"/>
                <a:ea typeface="宋体" pitchFamily="2" charset="-122"/>
              </a:defRPr>
            </a:lvl4pPr>
            <a:lvl5pPr marL="2057400" indent="-228600">
              <a:defRPr sz="2000" b="true">
                <a:solidFill>
                  <a:schemeClr val="tx1"/>
                </a:solidFill>
                <a:latin typeface="Comic Sans MS" panose="030F0702030302020204" charset="0"/>
                <a:ea typeface="宋体" pitchFamily="2" charset="-122"/>
              </a:defRPr>
            </a:lvl5pPr>
            <a:lvl6pPr marL="2514600" indent="-228600" eaLnBrk="false" fontAlgn="base" hangingPunct="false">
              <a:spcBef>
                <a:spcPct val="1"/>
              </a:spcBef>
              <a:spcAft>
                <a:spcPct val="1"/>
              </a:spcAft>
              <a:defRPr sz="2000" b="true">
                <a:solidFill>
                  <a:schemeClr val="tx1"/>
                </a:solidFill>
                <a:latin typeface="Comic Sans MS" panose="030F0702030302020204" charset="0"/>
                <a:ea typeface="宋体" pitchFamily="2" charset="-122"/>
              </a:defRPr>
            </a:lvl6pPr>
            <a:lvl7pPr marL="2971800" indent="-228600" eaLnBrk="false" fontAlgn="base" hangingPunct="false">
              <a:spcBef>
                <a:spcPct val="1"/>
              </a:spcBef>
              <a:spcAft>
                <a:spcPct val="1"/>
              </a:spcAft>
              <a:defRPr sz="2000" b="true">
                <a:solidFill>
                  <a:schemeClr val="tx1"/>
                </a:solidFill>
                <a:latin typeface="Comic Sans MS" panose="030F0702030302020204" charset="0"/>
                <a:ea typeface="宋体" pitchFamily="2" charset="-122"/>
              </a:defRPr>
            </a:lvl7pPr>
            <a:lvl8pPr marL="3429000" indent="-228600" eaLnBrk="false" fontAlgn="base" hangingPunct="false">
              <a:spcBef>
                <a:spcPct val="1"/>
              </a:spcBef>
              <a:spcAft>
                <a:spcPct val="1"/>
              </a:spcAft>
              <a:defRPr sz="2000" b="true">
                <a:solidFill>
                  <a:schemeClr val="tx1"/>
                </a:solidFill>
                <a:latin typeface="Comic Sans MS" panose="030F0702030302020204" charset="0"/>
                <a:ea typeface="宋体" pitchFamily="2" charset="-122"/>
              </a:defRPr>
            </a:lvl8pPr>
            <a:lvl9pPr marL="3886200" indent="-228600" eaLnBrk="false" fontAlgn="base" hangingPunct="false">
              <a:spcBef>
                <a:spcPct val="1"/>
              </a:spcBef>
              <a:spcAft>
                <a:spcPct val="1"/>
              </a:spcAft>
              <a:defRPr sz="2000" b="true">
                <a:solidFill>
                  <a:schemeClr val="tx1"/>
                </a:solidFill>
                <a:latin typeface="Comic Sans MS" panose="030F0702030302020204" charset="0"/>
                <a:ea typeface="宋体" pitchFamily="2" charset="-122"/>
              </a:defRPr>
            </a:lvl9pPr>
          </a:lstStyle>
          <a:p>
            <a:pPr/>
            <a:fld id="{58B21907-9E4B-ED49-86DD-EDA0B747D964}" type="slidenum">
              <a:rPr lang="zh-CN" altLang="en-US" sz="1200" b="false">
                <a:latin typeface="Times New Roman" panose="02020603050405020304" pitchFamily="18" charset="0"/>
              </a:rPr>
              <a:t>3</a:t>
            </a:fld>
            <a:endParaRPr lang="en-US" altLang="zh-CN" sz="1200" b="false">
              <a:latin typeface="Times New Roman" panose="02020603050405020304" pitchFamily="18" charset="0"/>
            </a:endParaRPr>
          </a:p>
        </p:txBody>
      </p:sp>
      <p:sp>
        <p:nvSpPr>
          <p:cNvPr id="75" name="Rectangle 2"/>
          <p:cNvSpPr>
            <a:spLocks noGrp="true" noRot="true" noChangeAspect="true" noChangeArrowheads="true" noTextEdit="true"/>
          </p:cNvSpPr>
          <p:nvPr>
            <p:ph type="sldImg"/>
          </p:nvPr>
        </p:nvSpPr>
        <p:spPr/>
        <p:txBody>
          <a:bodyPr/>
          <a:p>
            <a:pPr/>
            <a:endParaRPr/>
          </a:p>
        </p:txBody>
      </p:sp>
      <p:sp>
        <p:nvSpPr>
          <p:cNvPr id="76" name="Rectangle 3"/>
          <p:cNvSpPr>
            <a:spLocks noGrp="true" noChangeArrowheads="true"/>
          </p:cNvSpPr>
          <p:nvPr>
            <p:ph type="body" idx="1"/>
          </p:nvPr>
        </p:nvSpPr>
        <p:spPr>
          <a:noFill/>
          <a:extLst>
            <a:ext uri="{909E8E84-426E-40DD-AFC4-6F175D3DCCD1}"/>
            <a:ext uri="{91240B29-F687-4F45-9708-019B960494DF}"/>
          </a:extLst>
        </p:spPr>
        <p:txBody>
          <a:bodyPr/>
          <a:lstStyle/>
          <a:p>
            <a:pPr eaLnBrk="true" hangingPunct="true"/>
            <a:endParaRPr lang="zh-CN" altLang="en-US">
              <a:latin typeface="Times New Roman" panose="02020603050405020304" pitchFamily="18" charset="0"/>
              <a:ea typeface="宋体" pitchFamily="2" charset="-122"/>
            </a:endParaRPr>
          </a:p>
        </p:txBody>
      </p:sp>
    </p:spTree>
  </p:cSld>
</p:notes>
</file>

<file path=ppt/notesSlides/notesSlide20.xml><?xml version="1.0" encoding="utf-8"?>
<p:notes xmlns:a="http://schemas.openxmlformats.org/drawingml/2006/main" xmlns:p="http://schemas.openxmlformats.org/presentationml/2006/main">
  <p:cSld>
    <p:spTree>
      <p:nvGrpSpPr>
        <p:cNvPr id="77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Rectangle 2"/>
          <p:cNvSpPr>
            <a:spLocks noGrp="true" noRot="true" noChangeAspect="true" noChangeArrowheads="true" noTextEdit="true"/>
          </p:cNvSpPr>
          <p:nvPr>
            <p:ph type="sldImg"/>
          </p:nvPr>
        </p:nvSpPr>
        <p:spPr/>
        <p:txBody>
          <a:bodyPr/>
          <a:p>
            <a:pPr/>
            <a:endParaRPr/>
          </a:p>
        </p:txBody>
      </p:sp>
      <p:sp>
        <p:nvSpPr>
          <p:cNvPr id="79" name="Rectangle 3"/>
          <p:cNvSpPr>
            <a:spLocks noGrp="true" noChangeArrowheads="true"/>
          </p:cNvSpPr>
          <p:nvPr>
            <p:ph type="body" idx="1"/>
          </p:nvPr>
        </p:nvSpPr>
        <p:spPr/>
        <p:txBody>
          <a:bodyPr/>
          <a:lstStyle/>
          <a:p>
            <a:pPr/>
            <a:endParaRPr lang="en-US"/>
          </a:p>
        </p:txBody>
      </p:sp>
    </p:spTree>
  </p:cSld>
</p:notes>
</file>

<file path=ppt/notesSlides/notesSlide21.xml><?xml version="1.0" encoding="utf-8"?>
<p:notes xmlns:a="http://schemas.openxmlformats.org/drawingml/2006/main" xmlns:p="http://schemas.openxmlformats.org/presentationml/2006/main">
  <p:cSld>
    <p:spTree>
      <p:nvGrpSpPr>
        <p:cNvPr id="80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Rectangle 7"/>
          <p:cNvSpPr>
            <a:spLocks noGrp="true" noChangeArrowheads="true"/>
          </p:cNvSpPr>
          <p:nvPr>
            <p:ph type="sldNum" sz="quarter" idx="5"/>
          </p:nvPr>
        </p:nvSpPr>
        <p:spPr>
          <a:noFill/>
          <a:extLst>
            <a:ext uri="{909E8E84-426E-40DD-AFC4-6F175D3DCCD1}"/>
            <a:ext uri="{91240B29-F687-4F45-9708-019B960494DF}"/>
          </a:extLst>
        </p:spPr>
        <p:txBody>
          <a:bodyPr/>
          <a:lstStyle>
            <a:lvl1pPr>
              <a:defRPr sz="2000" b="true">
                <a:solidFill>
                  <a:schemeClr val="tx1"/>
                </a:solidFill>
                <a:latin typeface="Comic Sans MS" panose="030F0702030302020204" charset="0"/>
                <a:ea typeface="宋体" pitchFamily="2" charset="-122"/>
              </a:defRPr>
            </a:lvl1pPr>
            <a:lvl2pPr marL="742950" indent="-285750">
              <a:defRPr sz="2000" b="true">
                <a:solidFill>
                  <a:schemeClr val="tx1"/>
                </a:solidFill>
                <a:latin typeface="Comic Sans MS" panose="030F0702030302020204" charset="0"/>
                <a:ea typeface="宋体" pitchFamily="2" charset="-122"/>
              </a:defRPr>
            </a:lvl2pPr>
            <a:lvl3pPr marL="1143000" indent="-228600">
              <a:defRPr sz="2000" b="true">
                <a:solidFill>
                  <a:schemeClr val="tx1"/>
                </a:solidFill>
                <a:latin typeface="Comic Sans MS" panose="030F0702030302020204" charset="0"/>
                <a:ea typeface="宋体" pitchFamily="2" charset="-122"/>
              </a:defRPr>
            </a:lvl3pPr>
            <a:lvl4pPr marL="1600200" indent="-228600">
              <a:defRPr sz="2000" b="true">
                <a:solidFill>
                  <a:schemeClr val="tx1"/>
                </a:solidFill>
                <a:latin typeface="Comic Sans MS" panose="030F0702030302020204" charset="0"/>
                <a:ea typeface="宋体" pitchFamily="2" charset="-122"/>
              </a:defRPr>
            </a:lvl4pPr>
            <a:lvl5pPr marL="2057400" indent="-228600">
              <a:defRPr sz="2000" b="true">
                <a:solidFill>
                  <a:schemeClr val="tx1"/>
                </a:solidFill>
                <a:latin typeface="Comic Sans MS" panose="030F0702030302020204" charset="0"/>
                <a:ea typeface="宋体" pitchFamily="2" charset="-122"/>
              </a:defRPr>
            </a:lvl5pPr>
            <a:lvl6pPr marL="2514600" indent="-228600" eaLnBrk="false" fontAlgn="base" hangingPunct="false">
              <a:spcBef>
                <a:spcPct val="1"/>
              </a:spcBef>
              <a:spcAft>
                <a:spcPct val="1"/>
              </a:spcAft>
              <a:defRPr sz="2000" b="true">
                <a:solidFill>
                  <a:schemeClr val="tx1"/>
                </a:solidFill>
                <a:latin typeface="Comic Sans MS" panose="030F0702030302020204" charset="0"/>
                <a:ea typeface="宋体" pitchFamily="2" charset="-122"/>
              </a:defRPr>
            </a:lvl6pPr>
            <a:lvl7pPr marL="2971800" indent="-228600" eaLnBrk="false" fontAlgn="base" hangingPunct="false">
              <a:spcBef>
                <a:spcPct val="1"/>
              </a:spcBef>
              <a:spcAft>
                <a:spcPct val="1"/>
              </a:spcAft>
              <a:defRPr sz="2000" b="true">
                <a:solidFill>
                  <a:schemeClr val="tx1"/>
                </a:solidFill>
                <a:latin typeface="Comic Sans MS" panose="030F0702030302020204" charset="0"/>
                <a:ea typeface="宋体" pitchFamily="2" charset="-122"/>
              </a:defRPr>
            </a:lvl7pPr>
            <a:lvl8pPr marL="3429000" indent="-228600" eaLnBrk="false" fontAlgn="base" hangingPunct="false">
              <a:spcBef>
                <a:spcPct val="1"/>
              </a:spcBef>
              <a:spcAft>
                <a:spcPct val="1"/>
              </a:spcAft>
              <a:defRPr sz="2000" b="true">
                <a:solidFill>
                  <a:schemeClr val="tx1"/>
                </a:solidFill>
                <a:latin typeface="Comic Sans MS" panose="030F0702030302020204" charset="0"/>
                <a:ea typeface="宋体" pitchFamily="2" charset="-122"/>
              </a:defRPr>
            </a:lvl8pPr>
            <a:lvl9pPr marL="3886200" indent="-228600" eaLnBrk="false" fontAlgn="base" hangingPunct="false">
              <a:spcBef>
                <a:spcPct val="1"/>
              </a:spcBef>
              <a:spcAft>
                <a:spcPct val="1"/>
              </a:spcAft>
              <a:defRPr sz="2000" b="true">
                <a:solidFill>
                  <a:schemeClr val="tx1"/>
                </a:solidFill>
                <a:latin typeface="Comic Sans MS" panose="030F0702030302020204" charset="0"/>
                <a:ea typeface="宋体" pitchFamily="2" charset="-122"/>
              </a:defRPr>
            </a:lvl9pPr>
          </a:lstStyle>
          <a:p>
            <a:pPr/>
            <a:fld id="{3FD1CB91-F4F3-6D4B-93D2-7D06B1ADEC03}" type="slidenum">
              <a:rPr lang="zh-CN" altLang="en-US" sz="1200" b="false">
                <a:latin typeface="Times New Roman" panose="02020603050405020304" pitchFamily="18" charset="0"/>
              </a:rPr>
              <a:t>31</a:t>
            </a:fld>
            <a:endParaRPr lang="en-US" altLang="zh-CN" sz="1200" b="false">
              <a:latin typeface="Times New Roman" panose="02020603050405020304" pitchFamily="18" charset="0"/>
            </a:endParaRPr>
          </a:p>
        </p:txBody>
      </p:sp>
      <p:sp>
        <p:nvSpPr>
          <p:cNvPr id="82" name="Rectangle 2"/>
          <p:cNvSpPr>
            <a:spLocks noGrp="true" noRot="true" noChangeAspect="true" noChangeArrowheads="true" noTextEdit="true"/>
          </p:cNvSpPr>
          <p:nvPr>
            <p:ph type="sldImg"/>
          </p:nvPr>
        </p:nvSpPr>
        <p:spPr/>
        <p:txBody>
          <a:bodyPr/>
          <a:p>
            <a:pPr/>
            <a:endParaRPr/>
          </a:p>
        </p:txBody>
      </p:sp>
      <p:sp>
        <p:nvSpPr>
          <p:cNvPr id="83" name="Rectangle 3"/>
          <p:cNvSpPr>
            <a:spLocks noGrp="true" noChangeArrowheads="true"/>
          </p:cNvSpPr>
          <p:nvPr>
            <p:ph type="body" idx="1"/>
          </p:nvPr>
        </p:nvSpPr>
        <p:spPr>
          <a:noFill/>
          <a:extLst>
            <a:ext uri="{909E8E84-426E-40DD-AFC4-6F175D3DCCD1}"/>
            <a:ext uri="{91240B29-F687-4F45-9708-019B960494DF}"/>
          </a:extLst>
        </p:spPr>
        <p:txBody>
          <a:bodyPr/>
          <a:lstStyle/>
          <a:p>
            <a:pPr eaLnBrk="true" hangingPunct="true"/>
            <a:endParaRPr lang="zh-CN" altLang="en-US">
              <a:latin typeface="Times New Roman" panose="02020603050405020304" pitchFamily="18" charset="0"/>
              <a:ea typeface="宋体" pitchFamily="2" charset="-122"/>
            </a:endParaRPr>
          </a:p>
        </p:txBody>
      </p:sp>
    </p:spTree>
  </p:cSld>
</p:notes>
</file>

<file path=ppt/notesSlides/notesSlide22.xml><?xml version="1.0" encoding="utf-8"?>
<p:notes xmlns:a="http://schemas.openxmlformats.org/drawingml/2006/main" xmlns:p="http://schemas.openxmlformats.org/presentationml/2006/main">
  <p:cSld>
    <p:spTree>
      <p:nvGrpSpPr>
        <p:cNvPr id="84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Rectangle 7"/>
          <p:cNvSpPr>
            <a:spLocks noGrp="true" noChangeArrowheads="true"/>
          </p:cNvSpPr>
          <p:nvPr>
            <p:ph type="sldNum" sz="quarter" idx="5"/>
          </p:nvPr>
        </p:nvSpPr>
        <p:spPr>
          <a:noFill/>
          <a:extLst>
            <a:ext uri="{909E8E84-426E-40DD-AFC4-6F175D3DCCD1}"/>
            <a:ext uri="{91240B29-F687-4F45-9708-019B960494DF}"/>
          </a:extLst>
        </p:spPr>
        <p:txBody>
          <a:bodyPr/>
          <a:lstStyle>
            <a:lvl1pPr>
              <a:defRPr sz="2000" b="true">
                <a:solidFill>
                  <a:schemeClr val="tx1"/>
                </a:solidFill>
                <a:latin typeface="Comic Sans MS" panose="030F0702030302020204" charset="0"/>
                <a:ea typeface="宋体" pitchFamily="2" charset="-122"/>
              </a:defRPr>
            </a:lvl1pPr>
            <a:lvl2pPr marL="742950" indent="-285750">
              <a:defRPr sz="2000" b="true">
                <a:solidFill>
                  <a:schemeClr val="tx1"/>
                </a:solidFill>
                <a:latin typeface="Comic Sans MS" panose="030F0702030302020204" charset="0"/>
                <a:ea typeface="宋体" pitchFamily="2" charset="-122"/>
              </a:defRPr>
            </a:lvl2pPr>
            <a:lvl3pPr marL="1143000" indent="-228600">
              <a:defRPr sz="2000" b="true">
                <a:solidFill>
                  <a:schemeClr val="tx1"/>
                </a:solidFill>
                <a:latin typeface="Comic Sans MS" panose="030F0702030302020204" charset="0"/>
                <a:ea typeface="宋体" pitchFamily="2" charset="-122"/>
              </a:defRPr>
            </a:lvl3pPr>
            <a:lvl4pPr marL="1600200" indent="-228600">
              <a:defRPr sz="2000" b="true">
                <a:solidFill>
                  <a:schemeClr val="tx1"/>
                </a:solidFill>
                <a:latin typeface="Comic Sans MS" panose="030F0702030302020204" charset="0"/>
                <a:ea typeface="宋体" pitchFamily="2" charset="-122"/>
              </a:defRPr>
            </a:lvl4pPr>
            <a:lvl5pPr marL="2057400" indent="-228600">
              <a:defRPr sz="2000" b="true">
                <a:solidFill>
                  <a:schemeClr val="tx1"/>
                </a:solidFill>
                <a:latin typeface="Comic Sans MS" panose="030F0702030302020204" charset="0"/>
                <a:ea typeface="宋体" pitchFamily="2" charset="-122"/>
              </a:defRPr>
            </a:lvl5pPr>
            <a:lvl6pPr marL="2514600" indent="-228600" eaLnBrk="false" fontAlgn="base" hangingPunct="false">
              <a:spcBef>
                <a:spcPct val="1"/>
              </a:spcBef>
              <a:spcAft>
                <a:spcPct val="1"/>
              </a:spcAft>
              <a:defRPr sz="2000" b="true">
                <a:solidFill>
                  <a:schemeClr val="tx1"/>
                </a:solidFill>
                <a:latin typeface="Comic Sans MS" panose="030F0702030302020204" charset="0"/>
                <a:ea typeface="宋体" pitchFamily="2" charset="-122"/>
              </a:defRPr>
            </a:lvl6pPr>
            <a:lvl7pPr marL="2971800" indent="-228600" eaLnBrk="false" fontAlgn="base" hangingPunct="false">
              <a:spcBef>
                <a:spcPct val="1"/>
              </a:spcBef>
              <a:spcAft>
                <a:spcPct val="1"/>
              </a:spcAft>
              <a:defRPr sz="2000" b="true">
                <a:solidFill>
                  <a:schemeClr val="tx1"/>
                </a:solidFill>
                <a:latin typeface="Comic Sans MS" panose="030F0702030302020204" charset="0"/>
                <a:ea typeface="宋体" pitchFamily="2" charset="-122"/>
              </a:defRPr>
            </a:lvl7pPr>
            <a:lvl8pPr marL="3429000" indent="-228600" eaLnBrk="false" fontAlgn="base" hangingPunct="false">
              <a:spcBef>
                <a:spcPct val="1"/>
              </a:spcBef>
              <a:spcAft>
                <a:spcPct val="1"/>
              </a:spcAft>
              <a:defRPr sz="2000" b="true">
                <a:solidFill>
                  <a:schemeClr val="tx1"/>
                </a:solidFill>
                <a:latin typeface="Comic Sans MS" panose="030F0702030302020204" charset="0"/>
                <a:ea typeface="宋体" pitchFamily="2" charset="-122"/>
              </a:defRPr>
            </a:lvl8pPr>
            <a:lvl9pPr marL="3886200" indent="-228600" eaLnBrk="false" fontAlgn="base" hangingPunct="false">
              <a:spcBef>
                <a:spcPct val="1"/>
              </a:spcBef>
              <a:spcAft>
                <a:spcPct val="1"/>
              </a:spcAft>
              <a:defRPr sz="2000" b="true">
                <a:solidFill>
                  <a:schemeClr val="tx1"/>
                </a:solidFill>
                <a:latin typeface="Comic Sans MS" panose="030F0702030302020204" charset="0"/>
                <a:ea typeface="宋体" pitchFamily="2" charset="-122"/>
              </a:defRPr>
            </a:lvl9pPr>
          </a:lstStyle>
          <a:p>
            <a:pPr/>
            <a:fld id="{C1B61476-E520-9E4E-818F-02385B4F969A}" type="slidenum">
              <a:rPr lang="zh-CN" altLang="en-US" sz="1200" b="false">
                <a:latin typeface="Times New Roman" panose="02020603050405020304" pitchFamily="18" charset="0"/>
              </a:rPr>
              <a:t>32</a:t>
            </a:fld>
            <a:endParaRPr lang="en-US" altLang="zh-CN" sz="1200" b="false">
              <a:latin typeface="Times New Roman" panose="02020603050405020304" pitchFamily="18" charset="0"/>
            </a:endParaRPr>
          </a:p>
        </p:txBody>
      </p:sp>
      <p:sp>
        <p:nvSpPr>
          <p:cNvPr id="86" name="Rectangle 2"/>
          <p:cNvSpPr>
            <a:spLocks noGrp="true" noRot="true" noChangeAspect="true" noChangeArrowheads="true" noTextEdit="true"/>
          </p:cNvSpPr>
          <p:nvPr>
            <p:ph type="sldImg"/>
          </p:nvPr>
        </p:nvSpPr>
        <p:spPr/>
        <p:txBody>
          <a:bodyPr/>
          <a:p>
            <a:pPr/>
            <a:endParaRPr/>
          </a:p>
        </p:txBody>
      </p:sp>
      <p:sp>
        <p:nvSpPr>
          <p:cNvPr id="87" name="Rectangle 3"/>
          <p:cNvSpPr>
            <a:spLocks noGrp="true" noChangeArrowheads="true"/>
          </p:cNvSpPr>
          <p:nvPr>
            <p:ph type="body" idx="1"/>
          </p:nvPr>
        </p:nvSpPr>
        <p:spPr>
          <a:noFill/>
          <a:extLst>
            <a:ext uri="{909E8E84-426E-40DD-AFC4-6F175D3DCCD1}"/>
            <a:ext uri="{91240B29-F687-4F45-9708-019B960494DF}"/>
          </a:extLst>
        </p:spPr>
        <p:txBody>
          <a:bodyPr/>
          <a:lstStyle/>
          <a:p>
            <a:pPr eaLnBrk="true" hangingPunct="true"/>
            <a:endParaRPr lang="zh-CN" altLang="en-US">
              <a:latin typeface="Times New Roman" panose="02020603050405020304" pitchFamily="18" charset="0"/>
              <a:ea typeface="宋体" pitchFamily="2" charset="-122"/>
            </a:endParaRPr>
          </a:p>
        </p:txBody>
      </p:sp>
    </p:spTree>
  </p:cSld>
</p:notes>
</file>

<file path=ppt/notesSlides/notesSlide23.xml><?xml version="1.0" encoding="utf-8"?>
<p:notes xmlns:a="http://schemas.openxmlformats.org/drawingml/2006/main" xmlns:p="http://schemas.openxmlformats.org/presentationml/2006/main">
  <p:cSld>
    <p:spTree>
      <p:nvGrpSpPr>
        <p:cNvPr id="88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Rectangle 7"/>
          <p:cNvSpPr>
            <a:spLocks noGrp="true" noChangeArrowheads="true"/>
          </p:cNvSpPr>
          <p:nvPr>
            <p:ph type="sldNum" sz="quarter" idx="5"/>
          </p:nvPr>
        </p:nvSpPr>
        <p:spPr>
          <a:noFill/>
          <a:extLst>
            <a:ext uri="{909E8E84-426E-40DD-AFC4-6F175D3DCCD1}"/>
            <a:ext uri="{91240B29-F687-4F45-9708-019B960494DF}"/>
          </a:extLst>
        </p:spPr>
        <p:txBody>
          <a:bodyPr/>
          <a:lstStyle>
            <a:lvl1pPr>
              <a:defRPr sz="2000" b="true">
                <a:solidFill>
                  <a:schemeClr val="tx1"/>
                </a:solidFill>
                <a:latin typeface="Comic Sans MS" panose="030F0702030302020204" charset="0"/>
                <a:ea typeface="宋体" pitchFamily="2" charset="-122"/>
              </a:defRPr>
            </a:lvl1pPr>
            <a:lvl2pPr marL="742950" indent="-285750">
              <a:defRPr sz="2000" b="true">
                <a:solidFill>
                  <a:schemeClr val="tx1"/>
                </a:solidFill>
                <a:latin typeface="Comic Sans MS" panose="030F0702030302020204" charset="0"/>
                <a:ea typeface="宋体" pitchFamily="2" charset="-122"/>
              </a:defRPr>
            </a:lvl2pPr>
            <a:lvl3pPr marL="1143000" indent="-228600">
              <a:defRPr sz="2000" b="true">
                <a:solidFill>
                  <a:schemeClr val="tx1"/>
                </a:solidFill>
                <a:latin typeface="Comic Sans MS" panose="030F0702030302020204" charset="0"/>
                <a:ea typeface="宋体" pitchFamily="2" charset="-122"/>
              </a:defRPr>
            </a:lvl3pPr>
            <a:lvl4pPr marL="1600200" indent="-228600">
              <a:defRPr sz="2000" b="true">
                <a:solidFill>
                  <a:schemeClr val="tx1"/>
                </a:solidFill>
                <a:latin typeface="Comic Sans MS" panose="030F0702030302020204" charset="0"/>
                <a:ea typeface="宋体" pitchFamily="2" charset="-122"/>
              </a:defRPr>
            </a:lvl4pPr>
            <a:lvl5pPr marL="2057400" indent="-228600">
              <a:defRPr sz="2000" b="true">
                <a:solidFill>
                  <a:schemeClr val="tx1"/>
                </a:solidFill>
                <a:latin typeface="Comic Sans MS" panose="030F0702030302020204" charset="0"/>
                <a:ea typeface="宋体" pitchFamily="2" charset="-122"/>
              </a:defRPr>
            </a:lvl5pPr>
            <a:lvl6pPr marL="2514600" indent="-228600" eaLnBrk="false" fontAlgn="base" hangingPunct="false">
              <a:spcBef>
                <a:spcPct val="1"/>
              </a:spcBef>
              <a:spcAft>
                <a:spcPct val="1"/>
              </a:spcAft>
              <a:defRPr sz="2000" b="true">
                <a:solidFill>
                  <a:schemeClr val="tx1"/>
                </a:solidFill>
                <a:latin typeface="Comic Sans MS" panose="030F0702030302020204" charset="0"/>
                <a:ea typeface="宋体" pitchFamily="2" charset="-122"/>
              </a:defRPr>
            </a:lvl6pPr>
            <a:lvl7pPr marL="2971800" indent="-228600" eaLnBrk="false" fontAlgn="base" hangingPunct="false">
              <a:spcBef>
                <a:spcPct val="1"/>
              </a:spcBef>
              <a:spcAft>
                <a:spcPct val="1"/>
              </a:spcAft>
              <a:defRPr sz="2000" b="true">
                <a:solidFill>
                  <a:schemeClr val="tx1"/>
                </a:solidFill>
                <a:latin typeface="Comic Sans MS" panose="030F0702030302020204" charset="0"/>
                <a:ea typeface="宋体" pitchFamily="2" charset="-122"/>
              </a:defRPr>
            </a:lvl7pPr>
            <a:lvl8pPr marL="3429000" indent="-228600" eaLnBrk="false" fontAlgn="base" hangingPunct="false">
              <a:spcBef>
                <a:spcPct val="1"/>
              </a:spcBef>
              <a:spcAft>
                <a:spcPct val="1"/>
              </a:spcAft>
              <a:defRPr sz="2000" b="true">
                <a:solidFill>
                  <a:schemeClr val="tx1"/>
                </a:solidFill>
                <a:latin typeface="Comic Sans MS" panose="030F0702030302020204" charset="0"/>
                <a:ea typeface="宋体" pitchFamily="2" charset="-122"/>
              </a:defRPr>
            </a:lvl8pPr>
            <a:lvl9pPr marL="3886200" indent="-228600" eaLnBrk="false" fontAlgn="base" hangingPunct="false">
              <a:spcBef>
                <a:spcPct val="1"/>
              </a:spcBef>
              <a:spcAft>
                <a:spcPct val="1"/>
              </a:spcAft>
              <a:defRPr sz="2000" b="true">
                <a:solidFill>
                  <a:schemeClr val="tx1"/>
                </a:solidFill>
                <a:latin typeface="Comic Sans MS" panose="030F0702030302020204" charset="0"/>
                <a:ea typeface="宋体" pitchFamily="2" charset="-122"/>
              </a:defRPr>
            </a:lvl9pPr>
          </a:lstStyle>
          <a:p>
            <a:pPr/>
            <a:fld id="{E8B5A5CA-BA64-E944-82FD-B22E26846738}" type="slidenum">
              <a:rPr lang="zh-CN" altLang="en-US" sz="1200" b="false">
                <a:latin typeface="Times New Roman" panose="02020603050405020304" pitchFamily="18" charset="0"/>
              </a:rPr>
              <a:t>33</a:t>
            </a:fld>
            <a:endParaRPr lang="en-US" altLang="zh-CN" sz="1200" b="false">
              <a:latin typeface="Times New Roman" panose="02020603050405020304" pitchFamily="18" charset="0"/>
            </a:endParaRPr>
          </a:p>
        </p:txBody>
      </p:sp>
      <p:sp>
        <p:nvSpPr>
          <p:cNvPr id="90" name="Rectangle 2"/>
          <p:cNvSpPr>
            <a:spLocks noGrp="true" noRot="true" noChangeAspect="true" noChangeArrowheads="true" noTextEdit="true"/>
          </p:cNvSpPr>
          <p:nvPr>
            <p:ph type="sldImg"/>
          </p:nvPr>
        </p:nvSpPr>
        <p:spPr/>
        <p:txBody>
          <a:bodyPr/>
          <a:p>
            <a:pPr/>
            <a:endParaRPr/>
          </a:p>
        </p:txBody>
      </p:sp>
      <p:sp>
        <p:nvSpPr>
          <p:cNvPr id="91" name="Rectangle 3"/>
          <p:cNvSpPr>
            <a:spLocks noGrp="true" noChangeArrowheads="true"/>
          </p:cNvSpPr>
          <p:nvPr>
            <p:ph type="body" idx="1"/>
          </p:nvPr>
        </p:nvSpPr>
        <p:spPr>
          <a:noFill/>
          <a:extLst>
            <a:ext uri="{909E8E84-426E-40DD-AFC4-6F175D3DCCD1}"/>
            <a:ext uri="{91240B29-F687-4F45-9708-019B960494DF}"/>
          </a:extLst>
        </p:spPr>
        <p:txBody>
          <a:bodyPr/>
          <a:lstStyle/>
          <a:p>
            <a:pPr eaLnBrk="true" hangingPunct="true"/>
            <a:endParaRPr lang="zh-CN" altLang="en-US">
              <a:latin typeface="Times New Roman" panose="02020603050405020304" pitchFamily="18" charset="0"/>
              <a:ea typeface="宋体" pitchFamily="2" charset="-122"/>
            </a:endParaRPr>
          </a:p>
        </p:txBody>
      </p:sp>
    </p:spTree>
  </p:cSld>
</p:notes>
</file>

<file path=ppt/notesSlides/notesSlide24.xml><?xml version="1.0" encoding="utf-8"?>
<p:notes xmlns:a="http://schemas.openxmlformats.org/drawingml/2006/main" xmlns:p="http://schemas.openxmlformats.org/presentationml/2006/main">
  <p:cSld>
    <p:spTree>
      <p:nvGrpSpPr>
        <p:cNvPr id="9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Rectangle 7"/>
          <p:cNvSpPr>
            <a:spLocks noGrp="true" noChangeArrowheads="true"/>
          </p:cNvSpPr>
          <p:nvPr>
            <p:ph type="sldNum" sz="quarter" idx="5"/>
          </p:nvPr>
        </p:nvSpPr>
        <p:spPr>
          <a:noFill/>
          <a:extLst>
            <a:ext uri="{909E8E84-426E-40DD-AFC4-6F175D3DCCD1}"/>
            <a:ext uri="{91240B29-F687-4F45-9708-019B960494DF}"/>
          </a:extLst>
        </p:spPr>
        <p:txBody>
          <a:bodyPr/>
          <a:lstStyle>
            <a:lvl1pPr>
              <a:defRPr sz="2000" b="true">
                <a:solidFill>
                  <a:schemeClr val="tx1"/>
                </a:solidFill>
                <a:latin typeface="Comic Sans MS" panose="030F0702030302020204" charset="0"/>
                <a:ea typeface="宋体" pitchFamily="2" charset="-122"/>
              </a:defRPr>
            </a:lvl1pPr>
            <a:lvl2pPr marL="742950" indent="-285750">
              <a:defRPr sz="2000" b="true">
                <a:solidFill>
                  <a:schemeClr val="tx1"/>
                </a:solidFill>
                <a:latin typeface="Comic Sans MS" panose="030F0702030302020204" charset="0"/>
                <a:ea typeface="宋体" pitchFamily="2" charset="-122"/>
              </a:defRPr>
            </a:lvl2pPr>
            <a:lvl3pPr marL="1143000" indent="-228600">
              <a:defRPr sz="2000" b="true">
                <a:solidFill>
                  <a:schemeClr val="tx1"/>
                </a:solidFill>
                <a:latin typeface="Comic Sans MS" panose="030F0702030302020204" charset="0"/>
                <a:ea typeface="宋体" pitchFamily="2" charset="-122"/>
              </a:defRPr>
            </a:lvl3pPr>
            <a:lvl4pPr marL="1600200" indent="-228600">
              <a:defRPr sz="2000" b="true">
                <a:solidFill>
                  <a:schemeClr val="tx1"/>
                </a:solidFill>
                <a:latin typeface="Comic Sans MS" panose="030F0702030302020204" charset="0"/>
                <a:ea typeface="宋体" pitchFamily="2" charset="-122"/>
              </a:defRPr>
            </a:lvl4pPr>
            <a:lvl5pPr marL="2057400" indent="-228600">
              <a:defRPr sz="2000" b="true">
                <a:solidFill>
                  <a:schemeClr val="tx1"/>
                </a:solidFill>
                <a:latin typeface="Comic Sans MS" panose="030F0702030302020204" charset="0"/>
                <a:ea typeface="宋体" pitchFamily="2" charset="-122"/>
              </a:defRPr>
            </a:lvl5pPr>
            <a:lvl6pPr marL="2514600" indent="-228600" eaLnBrk="false" fontAlgn="base" hangingPunct="false">
              <a:spcBef>
                <a:spcPct val="1"/>
              </a:spcBef>
              <a:spcAft>
                <a:spcPct val="1"/>
              </a:spcAft>
              <a:defRPr sz="2000" b="true">
                <a:solidFill>
                  <a:schemeClr val="tx1"/>
                </a:solidFill>
                <a:latin typeface="Comic Sans MS" panose="030F0702030302020204" charset="0"/>
                <a:ea typeface="宋体" pitchFamily="2" charset="-122"/>
              </a:defRPr>
            </a:lvl6pPr>
            <a:lvl7pPr marL="2971800" indent="-228600" eaLnBrk="false" fontAlgn="base" hangingPunct="false">
              <a:spcBef>
                <a:spcPct val="1"/>
              </a:spcBef>
              <a:spcAft>
                <a:spcPct val="1"/>
              </a:spcAft>
              <a:defRPr sz="2000" b="true">
                <a:solidFill>
                  <a:schemeClr val="tx1"/>
                </a:solidFill>
                <a:latin typeface="Comic Sans MS" panose="030F0702030302020204" charset="0"/>
                <a:ea typeface="宋体" pitchFamily="2" charset="-122"/>
              </a:defRPr>
            </a:lvl7pPr>
            <a:lvl8pPr marL="3429000" indent="-228600" eaLnBrk="false" fontAlgn="base" hangingPunct="false">
              <a:spcBef>
                <a:spcPct val="1"/>
              </a:spcBef>
              <a:spcAft>
                <a:spcPct val="1"/>
              </a:spcAft>
              <a:defRPr sz="2000" b="true">
                <a:solidFill>
                  <a:schemeClr val="tx1"/>
                </a:solidFill>
                <a:latin typeface="Comic Sans MS" panose="030F0702030302020204" charset="0"/>
                <a:ea typeface="宋体" pitchFamily="2" charset="-122"/>
              </a:defRPr>
            </a:lvl8pPr>
            <a:lvl9pPr marL="3886200" indent="-228600" eaLnBrk="false" fontAlgn="base" hangingPunct="false">
              <a:spcBef>
                <a:spcPct val="1"/>
              </a:spcBef>
              <a:spcAft>
                <a:spcPct val="1"/>
              </a:spcAft>
              <a:defRPr sz="2000" b="true">
                <a:solidFill>
                  <a:schemeClr val="tx1"/>
                </a:solidFill>
                <a:latin typeface="Comic Sans MS" panose="030F0702030302020204" charset="0"/>
                <a:ea typeface="宋体" pitchFamily="2" charset="-122"/>
              </a:defRPr>
            </a:lvl9pPr>
          </a:lstStyle>
          <a:p>
            <a:pPr/>
            <a:fld id="{3864447E-3251-A84C-B0CE-0CC665DA65EF}" type="slidenum">
              <a:rPr lang="zh-CN" altLang="en-US" sz="1200" b="false">
                <a:latin typeface="Times New Roman" panose="02020603050405020304" pitchFamily="18" charset="0"/>
              </a:rPr>
              <a:t>34</a:t>
            </a:fld>
            <a:endParaRPr lang="en-US" altLang="zh-CN" sz="1200" b="false">
              <a:latin typeface="Times New Roman" panose="02020603050405020304" pitchFamily="18" charset="0"/>
            </a:endParaRPr>
          </a:p>
        </p:txBody>
      </p:sp>
      <p:sp>
        <p:nvSpPr>
          <p:cNvPr id="94" name="Rectangle 2"/>
          <p:cNvSpPr>
            <a:spLocks noGrp="true" noRot="true" noChangeAspect="true" noChangeArrowheads="true" noTextEdit="true"/>
          </p:cNvSpPr>
          <p:nvPr>
            <p:ph type="sldImg"/>
          </p:nvPr>
        </p:nvSpPr>
        <p:spPr/>
        <p:txBody>
          <a:bodyPr/>
          <a:p>
            <a:pPr/>
            <a:endParaRPr/>
          </a:p>
        </p:txBody>
      </p:sp>
      <p:sp>
        <p:nvSpPr>
          <p:cNvPr id="95" name="Rectangle 3"/>
          <p:cNvSpPr>
            <a:spLocks noGrp="true" noChangeArrowheads="true"/>
          </p:cNvSpPr>
          <p:nvPr>
            <p:ph type="body" idx="1"/>
          </p:nvPr>
        </p:nvSpPr>
        <p:spPr>
          <a:noFill/>
          <a:extLst>
            <a:ext uri="{909E8E84-426E-40DD-AFC4-6F175D3DCCD1}"/>
            <a:ext uri="{91240B29-F687-4F45-9708-019B960494DF}"/>
          </a:extLst>
        </p:spPr>
        <p:txBody>
          <a:bodyPr/>
          <a:lstStyle/>
          <a:p>
            <a:pPr eaLnBrk="true" hangingPunct="true"/>
            <a:endParaRPr lang="zh-CN" altLang="en-US">
              <a:latin typeface="Times New Roman" panose="02020603050405020304" pitchFamily="18" charset="0"/>
              <a:ea typeface="宋体" pitchFamily="2" charset="-122"/>
            </a:endParaRPr>
          </a:p>
        </p:txBody>
      </p:sp>
    </p:spTree>
  </p:cSld>
</p:notes>
</file>

<file path=ppt/notesSlides/notesSlide25.xml><?xml version="1.0" encoding="utf-8"?>
<p:notes xmlns:a="http://schemas.openxmlformats.org/drawingml/2006/main" xmlns:p="http://schemas.openxmlformats.org/presentationml/2006/main">
  <p:cSld>
    <p:spTree>
      <p:nvGrpSpPr>
        <p:cNvPr id="96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Rectangle 7"/>
          <p:cNvSpPr>
            <a:spLocks noGrp="true" noChangeArrowheads="true"/>
          </p:cNvSpPr>
          <p:nvPr>
            <p:ph type="sldNum" sz="quarter" idx="5"/>
          </p:nvPr>
        </p:nvSpPr>
        <p:spPr>
          <a:noFill/>
          <a:extLst>
            <a:ext uri="{909E8E84-426E-40DD-AFC4-6F175D3DCCD1}"/>
            <a:ext uri="{91240B29-F687-4F45-9708-019B960494DF}"/>
          </a:extLst>
        </p:spPr>
        <p:txBody>
          <a:bodyPr/>
          <a:lstStyle>
            <a:lvl1pPr>
              <a:defRPr sz="2000" b="true">
                <a:solidFill>
                  <a:schemeClr val="tx1"/>
                </a:solidFill>
                <a:latin typeface="Comic Sans MS" panose="030F0702030302020204" charset="0"/>
                <a:ea typeface="宋体" pitchFamily="2" charset="-122"/>
              </a:defRPr>
            </a:lvl1pPr>
            <a:lvl2pPr marL="742950" indent="-285750">
              <a:defRPr sz="2000" b="true">
                <a:solidFill>
                  <a:schemeClr val="tx1"/>
                </a:solidFill>
                <a:latin typeface="Comic Sans MS" panose="030F0702030302020204" charset="0"/>
                <a:ea typeface="宋体" pitchFamily="2" charset="-122"/>
              </a:defRPr>
            </a:lvl2pPr>
            <a:lvl3pPr marL="1143000" indent="-228600">
              <a:defRPr sz="2000" b="true">
                <a:solidFill>
                  <a:schemeClr val="tx1"/>
                </a:solidFill>
                <a:latin typeface="Comic Sans MS" panose="030F0702030302020204" charset="0"/>
                <a:ea typeface="宋体" pitchFamily="2" charset="-122"/>
              </a:defRPr>
            </a:lvl3pPr>
            <a:lvl4pPr marL="1600200" indent="-228600">
              <a:defRPr sz="2000" b="true">
                <a:solidFill>
                  <a:schemeClr val="tx1"/>
                </a:solidFill>
                <a:latin typeface="Comic Sans MS" panose="030F0702030302020204" charset="0"/>
                <a:ea typeface="宋体" pitchFamily="2" charset="-122"/>
              </a:defRPr>
            </a:lvl4pPr>
            <a:lvl5pPr marL="2057400" indent="-228600">
              <a:defRPr sz="2000" b="true">
                <a:solidFill>
                  <a:schemeClr val="tx1"/>
                </a:solidFill>
                <a:latin typeface="Comic Sans MS" panose="030F0702030302020204" charset="0"/>
                <a:ea typeface="宋体" pitchFamily="2" charset="-122"/>
              </a:defRPr>
            </a:lvl5pPr>
            <a:lvl6pPr marL="2514600" indent="-228600" eaLnBrk="false" fontAlgn="base" hangingPunct="false">
              <a:spcBef>
                <a:spcPct val="1"/>
              </a:spcBef>
              <a:spcAft>
                <a:spcPct val="1"/>
              </a:spcAft>
              <a:defRPr sz="2000" b="true">
                <a:solidFill>
                  <a:schemeClr val="tx1"/>
                </a:solidFill>
                <a:latin typeface="Comic Sans MS" panose="030F0702030302020204" charset="0"/>
                <a:ea typeface="宋体" pitchFamily="2" charset="-122"/>
              </a:defRPr>
            </a:lvl6pPr>
            <a:lvl7pPr marL="2971800" indent="-228600" eaLnBrk="false" fontAlgn="base" hangingPunct="false">
              <a:spcBef>
                <a:spcPct val="1"/>
              </a:spcBef>
              <a:spcAft>
                <a:spcPct val="1"/>
              </a:spcAft>
              <a:defRPr sz="2000" b="true">
                <a:solidFill>
                  <a:schemeClr val="tx1"/>
                </a:solidFill>
                <a:latin typeface="Comic Sans MS" panose="030F0702030302020204" charset="0"/>
                <a:ea typeface="宋体" pitchFamily="2" charset="-122"/>
              </a:defRPr>
            </a:lvl7pPr>
            <a:lvl8pPr marL="3429000" indent="-228600" eaLnBrk="false" fontAlgn="base" hangingPunct="false">
              <a:spcBef>
                <a:spcPct val="1"/>
              </a:spcBef>
              <a:spcAft>
                <a:spcPct val="1"/>
              </a:spcAft>
              <a:defRPr sz="2000" b="true">
                <a:solidFill>
                  <a:schemeClr val="tx1"/>
                </a:solidFill>
                <a:latin typeface="Comic Sans MS" panose="030F0702030302020204" charset="0"/>
                <a:ea typeface="宋体" pitchFamily="2" charset="-122"/>
              </a:defRPr>
            </a:lvl8pPr>
            <a:lvl9pPr marL="3886200" indent="-228600" eaLnBrk="false" fontAlgn="base" hangingPunct="false">
              <a:spcBef>
                <a:spcPct val="1"/>
              </a:spcBef>
              <a:spcAft>
                <a:spcPct val="1"/>
              </a:spcAft>
              <a:defRPr sz="2000" b="true">
                <a:solidFill>
                  <a:schemeClr val="tx1"/>
                </a:solidFill>
                <a:latin typeface="Comic Sans MS" panose="030F0702030302020204" charset="0"/>
                <a:ea typeface="宋体" pitchFamily="2" charset="-122"/>
              </a:defRPr>
            </a:lvl9pPr>
          </a:lstStyle>
          <a:p>
            <a:pPr/>
            <a:fld id="{00244AEF-7213-374D-9C1B-AB222CF48A6C}" type="slidenum">
              <a:rPr lang="zh-CN" altLang="en-US" sz="1200" b="false">
                <a:latin typeface="Times New Roman" panose="02020603050405020304" pitchFamily="18" charset="0"/>
              </a:rPr>
              <a:t>35</a:t>
            </a:fld>
            <a:endParaRPr lang="en-US" altLang="zh-CN" sz="1200" b="false">
              <a:latin typeface="Times New Roman" panose="02020603050405020304" pitchFamily="18" charset="0"/>
            </a:endParaRPr>
          </a:p>
        </p:txBody>
      </p:sp>
      <p:sp>
        <p:nvSpPr>
          <p:cNvPr id="98" name="Rectangle 2"/>
          <p:cNvSpPr>
            <a:spLocks noGrp="true" noRot="true" noChangeAspect="true" noChangeArrowheads="true" noTextEdit="true"/>
          </p:cNvSpPr>
          <p:nvPr>
            <p:ph type="sldImg"/>
          </p:nvPr>
        </p:nvSpPr>
        <p:spPr/>
        <p:txBody>
          <a:bodyPr/>
          <a:p>
            <a:pPr/>
            <a:endParaRPr/>
          </a:p>
        </p:txBody>
      </p:sp>
      <p:sp>
        <p:nvSpPr>
          <p:cNvPr id="99" name="Rectangle 3"/>
          <p:cNvSpPr>
            <a:spLocks noGrp="true" noChangeArrowheads="true"/>
          </p:cNvSpPr>
          <p:nvPr>
            <p:ph type="body" idx="1"/>
          </p:nvPr>
        </p:nvSpPr>
        <p:spPr>
          <a:noFill/>
          <a:extLst>
            <a:ext uri="{909E8E84-426E-40DD-AFC4-6F175D3DCCD1}"/>
            <a:ext uri="{91240B29-F687-4F45-9708-019B960494DF}"/>
          </a:extLst>
        </p:spPr>
        <p:txBody>
          <a:bodyPr/>
          <a:lstStyle/>
          <a:p>
            <a:pPr eaLnBrk="true" hangingPunct="true"/>
            <a:endParaRPr lang="zh-CN" altLang="en-US">
              <a:latin typeface="Times New Roman" panose="02020603050405020304" pitchFamily="18" charset="0"/>
              <a:ea typeface="宋体" pitchFamily="2" charset="-122"/>
            </a:endParaRPr>
          </a:p>
        </p:txBody>
      </p:sp>
    </p:spTree>
  </p:cSld>
</p:notes>
</file>

<file path=ppt/notesSlides/notesSlide26.xml><?xml version="1.0" encoding="utf-8"?>
<p:notes xmlns:a="http://schemas.openxmlformats.org/drawingml/2006/main" xmlns:p="http://schemas.openxmlformats.org/presentationml/2006/main">
  <p:cSld>
    <p:spTree>
      <p:nvGrpSpPr>
        <p:cNvPr id="100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"/>
          <p:cNvSpPr/>
          <p:nvPr>
            <p:ph type="body"/>
          </p:nvPr>
        </p:nvSpPr>
        <p:spPr>
          <a:xfrm>
            <a:off x="0" y="0"/>
            <a:ext cx="177800" cy="444500"/>
          </a:xfrm>
          <a:prstGeom prst="rect">
            <a:avLst/>
          </a:prstGeom>
        </p:spPr>
        <p:txBody>
          <a:bodyPr/>
          <a:p>
            <a:pPr/>
            <a:r>
              <a:rPr lang="zh-CN">
                <a:latin typeface="Arial"/>
                <a:ea typeface="Microsoft YaHei"/>
              </a:rPr>
              <a:t>内核开始执行一个</a:t>
            </a:r>
            <a:r>
              <a:rPr lang="en-US">
                <a:latin typeface="Arial"/>
                <a:ea typeface="Microsoft YaHei"/>
              </a:rPr>
              <a:t>signal handler</a:t>
            </a:r>
            <a:r>
              <a:rPr lang="zh-CN">
                <a:latin typeface="Arial"/>
                <a:ea typeface="Microsoft YaHei"/>
              </a:rPr>
              <a:t>之前会自动屏蔽该</a:t>
            </a:r>
            <a:r>
              <a:rPr lang="en-US">
                <a:latin typeface="Arial"/>
                <a:ea typeface="Microsoft YaHei"/>
              </a:rPr>
              <a:t>signal</a:t>
            </a:r>
            <a:r>
              <a:rPr lang="zh-CN">
                <a:latin typeface="Arial"/>
                <a:ea typeface="Microsoft YaHei"/>
              </a:rPr>
              <a:t>，并在</a:t>
            </a:r>
            <a:r>
              <a:rPr lang="en-US">
                <a:latin typeface="Arial"/>
                <a:ea typeface="Microsoft YaHei"/>
              </a:rPr>
              <a:t>signal handler</a:t>
            </a:r>
            <a:r>
              <a:rPr lang="zh-CN">
                <a:latin typeface="Arial"/>
                <a:ea typeface="Microsoft YaHei"/>
              </a:rPr>
              <a:t>返回前自动调用</a:t>
            </a:r>
            <a:r>
              <a:rPr lang="en-US">
                <a:latin typeface="Arial"/>
                <a:ea typeface="Microsoft YaHei"/>
              </a:rPr>
              <a:t>sigreturn</a:t>
            </a:r>
            <a:r>
              <a:rPr lang="zh-CN">
                <a:latin typeface="Arial"/>
                <a:ea typeface="Microsoft YaHei"/>
              </a:rPr>
              <a:t>系统调用，再次陷入内核、解除对该</a:t>
            </a:r>
            <a:r>
              <a:rPr lang="en-US">
                <a:latin typeface="Arial"/>
                <a:ea typeface="Microsoft YaHei"/>
              </a:rPr>
              <a:t>signal</a:t>
            </a:r>
            <a:r>
              <a:rPr lang="zh-CN">
                <a:latin typeface="Arial"/>
                <a:ea typeface="Microsoft YaHei"/>
              </a:rPr>
              <a:t>的屏蔽</a:t>
            </a:r>
            <a:endParaRPr/>
          </a:p>
        </p:txBody>
      </p:sp>
    </p:spTree>
  </p:cSld>
</p:notes>
</file>

<file path=ppt/notesSlides/notesSlide27.xml><?xml version="1.0" encoding="utf-8"?>
<p:notes xmlns:a="http://schemas.openxmlformats.org/drawingml/2006/main" xmlns:p="http://schemas.openxmlformats.org/presentationml/2006/main">
  <p:cSld>
    <p:spTree>
      <p:nvGrpSpPr>
        <p:cNvPr id="10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Rectangle 7"/>
          <p:cNvSpPr>
            <a:spLocks noGrp="true" noChangeArrowheads="true"/>
          </p:cNvSpPr>
          <p:nvPr>
            <p:ph type="sldNum" sz="quarter" idx="5"/>
          </p:nvPr>
        </p:nvSpPr>
        <p:spPr>
          <a:noFill/>
          <a:extLst>
            <a:ext uri="{909E8E84-426E-40DD-AFC4-6F175D3DCCD1}"/>
            <a:ext uri="{91240B29-F687-4F45-9708-019B960494DF}"/>
          </a:extLst>
        </p:spPr>
        <p:txBody>
          <a:bodyPr/>
          <a:lstStyle>
            <a:lvl1pPr>
              <a:defRPr sz="2000" b="true">
                <a:solidFill>
                  <a:schemeClr val="tx1"/>
                </a:solidFill>
                <a:latin typeface="Comic Sans MS" panose="030F0702030302020204" charset="0"/>
                <a:ea typeface="宋体" pitchFamily="2" charset="-122"/>
              </a:defRPr>
            </a:lvl1pPr>
            <a:lvl2pPr marL="742950" indent="-285750">
              <a:defRPr sz="2000" b="true">
                <a:solidFill>
                  <a:schemeClr val="tx1"/>
                </a:solidFill>
                <a:latin typeface="Comic Sans MS" panose="030F0702030302020204" charset="0"/>
                <a:ea typeface="宋体" pitchFamily="2" charset="-122"/>
              </a:defRPr>
            </a:lvl2pPr>
            <a:lvl3pPr marL="1143000" indent="-228600">
              <a:defRPr sz="2000" b="true">
                <a:solidFill>
                  <a:schemeClr val="tx1"/>
                </a:solidFill>
                <a:latin typeface="Comic Sans MS" panose="030F0702030302020204" charset="0"/>
                <a:ea typeface="宋体" pitchFamily="2" charset="-122"/>
              </a:defRPr>
            </a:lvl3pPr>
            <a:lvl4pPr marL="1600200" indent="-228600">
              <a:defRPr sz="2000" b="true">
                <a:solidFill>
                  <a:schemeClr val="tx1"/>
                </a:solidFill>
                <a:latin typeface="Comic Sans MS" panose="030F0702030302020204" charset="0"/>
                <a:ea typeface="宋体" pitchFamily="2" charset="-122"/>
              </a:defRPr>
            </a:lvl4pPr>
            <a:lvl5pPr marL="2057400" indent="-228600">
              <a:defRPr sz="2000" b="true">
                <a:solidFill>
                  <a:schemeClr val="tx1"/>
                </a:solidFill>
                <a:latin typeface="Comic Sans MS" panose="030F0702030302020204" charset="0"/>
                <a:ea typeface="宋体" pitchFamily="2" charset="-122"/>
              </a:defRPr>
            </a:lvl5pPr>
            <a:lvl6pPr marL="2514600" indent="-228600" eaLnBrk="false" fontAlgn="base" hangingPunct="false">
              <a:spcBef>
                <a:spcPct val="1"/>
              </a:spcBef>
              <a:spcAft>
                <a:spcPct val="1"/>
              </a:spcAft>
              <a:defRPr sz="2000" b="true">
                <a:solidFill>
                  <a:schemeClr val="tx1"/>
                </a:solidFill>
                <a:latin typeface="Comic Sans MS" panose="030F0702030302020204" charset="0"/>
                <a:ea typeface="宋体" pitchFamily="2" charset="-122"/>
              </a:defRPr>
            </a:lvl6pPr>
            <a:lvl7pPr marL="2971800" indent="-228600" eaLnBrk="false" fontAlgn="base" hangingPunct="false">
              <a:spcBef>
                <a:spcPct val="1"/>
              </a:spcBef>
              <a:spcAft>
                <a:spcPct val="1"/>
              </a:spcAft>
              <a:defRPr sz="2000" b="true">
                <a:solidFill>
                  <a:schemeClr val="tx1"/>
                </a:solidFill>
                <a:latin typeface="Comic Sans MS" panose="030F0702030302020204" charset="0"/>
                <a:ea typeface="宋体" pitchFamily="2" charset="-122"/>
              </a:defRPr>
            </a:lvl7pPr>
            <a:lvl8pPr marL="3429000" indent="-228600" eaLnBrk="false" fontAlgn="base" hangingPunct="false">
              <a:spcBef>
                <a:spcPct val="1"/>
              </a:spcBef>
              <a:spcAft>
                <a:spcPct val="1"/>
              </a:spcAft>
              <a:defRPr sz="2000" b="true">
                <a:solidFill>
                  <a:schemeClr val="tx1"/>
                </a:solidFill>
                <a:latin typeface="Comic Sans MS" panose="030F0702030302020204" charset="0"/>
                <a:ea typeface="宋体" pitchFamily="2" charset="-122"/>
              </a:defRPr>
            </a:lvl8pPr>
            <a:lvl9pPr marL="3886200" indent="-228600" eaLnBrk="false" fontAlgn="base" hangingPunct="false">
              <a:spcBef>
                <a:spcPct val="1"/>
              </a:spcBef>
              <a:spcAft>
                <a:spcPct val="1"/>
              </a:spcAft>
              <a:defRPr sz="2000" b="true">
                <a:solidFill>
                  <a:schemeClr val="tx1"/>
                </a:solidFill>
                <a:latin typeface="Comic Sans MS" panose="030F0702030302020204" charset="0"/>
                <a:ea typeface="宋体" pitchFamily="2" charset="-122"/>
              </a:defRPr>
            </a:lvl9pPr>
          </a:lstStyle>
          <a:p>
            <a:pPr/>
            <a:fld id="{07F84A73-1BA3-1C44-8C17-0B61F6597B7D}" type="slidenum">
              <a:rPr lang="zh-CN" altLang="en-US" sz="1200" b="false">
                <a:latin typeface="Times New Roman" panose="02020603050405020304" pitchFamily="18" charset="0"/>
              </a:rPr>
              <a:t>37</a:t>
            </a:fld>
            <a:endParaRPr lang="en-US" altLang="zh-CN" sz="1200" b="false">
              <a:latin typeface="Times New Roman" panose="02020603050405020304" pitchFamily="18" charset="0"/>
            </a:endParaRPr>
          </a:p>
        </p:txBody>
      </p:sp>
      <p:sp>
        <p:nvSpPr>
          <p:cNvPr id="104" name="Rectangle 2"/>
          <p:cNvSpPr>
            <a:spLocks noGrp="true" noRot="true" noChangeAspect="true" noChangeArrowheads="true" noTextEdit="true"/>
          </p:cNvSpPr>
          <p:nvPr>
            <p:ph type="sldImg"/>
          </p:nvPr>
        </p:nvSpPr>
        <p:spPr/>
        <p:txBody>
          <a:bodyPr/>
          <a:p>
            <a:pPr/>
            <a:endParaRPr/>
          </a:p>
        </p:txBody>
      </p:sp>
      <p:sp>
        <p:nvSpPr>
          <p:cNvPr id="105" name="Rectangle 3"/>
          <p:cNvSpPr>
            <a:spLocks noGrp="true" noChangeArrowheads="true"/>
          </p:cNvSpPr>
          <p:nvPr>
            <p:ph type="body" idx="1"/>
          </p:nvPr>
        </p:nvSpPr>
        <p:spPr>
          <a:noFill/>
          <a:extLst>
            <a:ext uri="{909E8E84-426E-40DD-AFC4-6F175D3DCCD1}"/>
            <a:ext uri="{91240B29-F687-4F45-9708-019B960494DF}"/>
          </a:extLst>
        </p:spPr>
        <p:txBody>
          <a:bodyPr/>
          <a:lstStyle/>
          <a:p>
            <a:pPr eaLnBrk="true" hangingPunct="true"/>
            <a:endParaRPr lang="zh-CN" altLang="en-US">
              <a:latin typeface="Times New Roman" panose="02020603050405020304" pitchFamily="18" charset="0"/>
              <a:ea typeface="宋体" pitchFamily="2" charset="-122"/>
            </a:endParaRPr>
          </a:p>
        </p:txBody>
      </p:sp>
    </p:spTree>
  </p:cSld>
</p:notes>
</file>

<file path=ppt/notesSlides/notesSlide28.xml><?xml version="1.0" encoding="utf-8"?>
<p:notes xmlns:a="http://schemas.openxmlformats.org/drawingml/2006/main" xmlns:p="http://schemas.openxmlformats.org/presentationml/2006/main">
  <p:cSld>
    <p:spTree>
      <p:nvGrpSpPr>
        <p:cNvPr id="106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Rectangle 7"/>
          <p:cNvSpPr>
            <a:spLocks noGrp="true" noChangeArrowheads="true"/>
          </p:cNvSpPr>
          <p:nvPr>
            <p:ph type="sldNum" sz="quarter" idx="5"/>
          </p:nvPr>
        </p:nvSpPr>
        <p:spPr>
          <a:noFill/>
          <a:extLst>
            <a:ext uri="{909E8E84-426E-40DD-AFC4-6F175D3DCCD1}"/>
            <a:ext uri="{91240B29-F687-4F45-9708-019B960494DF}"/>
          </a:extLst>
        </p:spPr>
        <p:txBody>
          <a:bodyPr/>
          <a:lstStyle>
            <a:lvl1pPr>
              <a:defRPr sz="2000" b="true">
                <a:solidFill>
                  <a:schemeClr val="tx1"/>
                </a:solidFill>
                <a:latin typeface="Comic Sans MS" panose="030F0702030302020204" charset="0"/>
                <a:ea typeface="宋体" pitchFamily="2" charset="-122"/>
              </a:defRPr>
            </a:lvl1pPr>
            <a:lvl2pPr marL="742950" indent="-285750">
              <a:defRPr sz="2000" b="true">
                <a:solidFill>
                  <a:schemeClr val="tx1"/>
                </a:solidFill>
                <a:latin typeface="Comic Sans MS" panose="030F0702030302020204" charset="0"/>
                <a:ea typeface="宋体" pitchFamily="2" charset="-122"/>
              </a:defRPr>
            </a:lvl2pPr>
            <a:lvl3pPr marL="1143000" indent="-228600">
              <a:defRPr sz="2000" b="true">
                <a:solidFill>
                  <a:schemeClr val="tx1"/>
                </a:solidFill>
                <a:latin typeface="Comic Sans MS" panose="030F0702030302020204" charset="0"/>
                <a:ea typeface="宋体" pitchFamily="2" charset="-122"/>
              </a:defRPr>
            </a:lvl3pPr>
            <a:lvl4pPr marL="1600200" indent="-228600">
              <a:defRPr sz="2000" b="true">
                <a:solidFill>
                  <a:schemeClr val="tx1"/>
                </a:solidFill>
                <a:latin typeface="Comic Sans MS" panose="030F0702030302020204" charset="0"/>
                <a:ea typeface="宋体" pitchFamily="2" charset="-122"/>
              </a:defRPr>
            </a:lvl4pPr>
            <a:lvl5pPr marL="2057400" indent="-228600">
              <a:defRPr sz="2000" b="true">
                <a:solidFill>
                  <a:schemeClr val="tx1"/>
                </a:solidFill>
                <a:latin typeface="Comic Sans MS" panose="030F0702030302020204" charset="0"/>
                <a:ea typeface="宋体" pitchFamily="2" charset="-122"/>
              </a:defRPr>
            </a:lvl5pPr>
            <a:lvl6pPr marL="2514600" indent="-228600" eaLnBrk="false" fontAlgn="base" hangingPunct="false">
              <a:spcBef>
                <a:spcPct val="1"/>
              </a:spcBef>
              <a:spcAft>
                <a:spcPct val="1"/>
              </a:spcAft>
              <a:defRPr sz="2000" b="true">
                <a:solidFill>
                  <a:schemeClr val="tx1"/>
                </a:solidFill>
                <a:latin typeface="Comic Sans MS" panose="030F0702030302020204" charset="0"/>
                <a:ea typeface="宋体" pitchFamily="2" charset="-122"/>
              </a:defRPr>
            </a:lvl6pPr>
            <a:lvl7pPr marL="2971800" indent="-228600" eaLnBrk="false" fontAlgn="base" hangingPunct="false">
              <a:spcBef>
                <a:spcPct val="1"/>
              </a:spcBef>
              <a:spcAft>
                <a:spcPct val="1"/>
              </a:spcAft>
              <a:defRPr sz="2000" b="true">
                <a:solidFill>
                  <a:schemeClr val="tx1"/>
                </a:solidFill>
                <a:latin typeface="Comic Sans MS" panose="030F0702030302020204" charset="0"/>
                <a:ea typeface="宋体" pitchFamily="2" charset="-122"/>
              </a:defRPr>
            </a:lvl7pPr>
            <a:lvl8pPr marL="3429000" indent="-228600" eaLnBrk="false" fontAlgn="base" hangingPunct="false">
              <a:spcBef>
                <a:spcPct val="1"/>
              </a:spcBef>
              <a:spcAft>
                <a:spcPct val="1"/>
              </a:spcAft>
              <a:defRPr sz="2000" b="true">
                <a:solidFill>
                  <a:schemeClr val="tx1"/>
                </a:solidFill>
                <a:latin typeface="Comic Sans MS" panose="030F0702030302020204" charset="0"/>
                <a:ea typeface="宋体" pitchFamily="2" charset="-122"/>
              </a:defRPr>
            </a:lvl8pPr>
            <a:lvl9pPr marL="3886200" indent="-228600" eaLnBrk="false" fontAlgn="base" hangingPunct="false">
              <a:spcBef>
                <a:spcPct val="1"/>
              </a:spcBef>
              <a:spcAft>
                <a:spcPct val="1"/>
              </a:spcAft>
              <a:defRPr sz="2000" b="true">
                <a:solidFill>
                  <a:schemeClr val="tx1"/>
                </a:solidFill>
                <a:latin typeface="Comic Sans MS" panose="030F0702030302020204" charset="0"/>
                <a:ea typeface="宋体" pitchFamily="2" charset="-122"/>
              </a:defRPr>
            </a:lvl9pPr>
          </a:lstStyle>
          <a:p>
            <a:pPr/>
            <a:fld id="{A175B7DD-9B9F-BE44-8674-093BA0E0EB20}" type="slidenum">
              <a:rPr lang="zh-CN" altLang="en-US" sz="1200" b="false">
                <a:latin typeface="Times New Roman" panose="02020603050405020304" pitchFamily="18" charset="0"/>
              </a:rPr>
              <a:t>38</a:t>
            </a:fld>
            <a:endParaRPr lang="en-US" altLang="zh-CN" sz="1200" b="false">
              <a:latin typeface="Times New Roman" panose="02020603050405020304" pitchFamily="18" charset="0"/>
            </a:endParaRPr>
          </a:p>
        </p:txBody>
      </p:sp>
      <p:sp>
        <p:nvSpPr>
          <p:cNvPr id="108" name="Rectangle 2"/>
          <p:cNvSpPr>
            <a:spLocks noGrp="true" noRot="true" noChangeAspect="true" noChangeArrowheads="true" noTextEdit="true"/>
          </p:cNvSpPr>
          <p:nvPr>
            <p:ph type="sldImg"/>
          </p:nvPr>
        </p:nvSpPr>
        <p:spPr/>
        <p:txBody>
          <a:bodyPr/>
          <a:p>
            <a:pPr/>
            <a:endParaRPr/>
          </a:p>
        </p:txBody>
      </p:sp>
      <p:sp>
        <p:nvSpPr>
          <p:cNvPr id="109" name="Rectangle 3"/>
          <p:cNvSpPr>
            <a:spLocks noGrp="true" noChangeArrowheads="true"/>
          </p:cNvSpPr>
          <p:nvPr>
            <p:ph type="body" idx="1"/>
          </p:nvPr>
        </p:nvSpPr>
        <p:spPr>
          <a:noFill/>
          <a:extLst>
            <a:ext uri="{909E8E84-426E-40DD-AFC4-6F175D3DCCD1}"/>
            <a:ext uri="{91240B29-F687-4F45-9708-019B960494DF}"/>
          </a:extLst>
        </p:spPr>
        <p:txBody>
          <a:bodyPr/>
          <a:lstStyle/>
          <a:p>
            <a:pPr eaLnBrk="true" hangingPunct="true"/>
            <a:endParaRPr lang="zh-CN" altLang="en-US">
              <a:latin typeface="Times New Roman" panose="02020603050405020304" pitchFamily="18" charset="0"/>
              <a:ea typeface="宋体" pitchFamily="2" charset="-122"/>
            </a:endParaRPr>
          </a:p>
        </p:txBody>
      </p:sp>
    </p:spTree>
  </p:cSld>
</p:notes>
</file>

<file path=ppt/notesSlides/notesSlide29.xml><?xml version="1.0" encoding="utf-8"?>
<p:notes xmlns:a="http://schemas.openxmlformats.org/drawingml/2006/main" xmlns:p="http://schemas.openxmlformats.org/presentationml/2006/main">
  <p:cSld>
    <p:spTree>
      <p:nvGrpSpPr>
        <p:cNvPr id="110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Rectangle 7"/>
          <p:cNvSpPr>
            <a:spLocks noGrp="true" noChangeArrowheads="true"/>
          </p:cNvSpPr>
          <p:nvPr>
            <p:ph type="sldNum" sz="quarter" idx="5"/>
          </p:nvPr>
        </p:nvSpPr>
        <p:spPr>
          <a:noFill/>
          <a:extLst>
            <a:ext uri="{909E8E84-426E-40DD-AFC4-6F175D3DCCD1}"/>
            <a:ext uri="{91240B29-F687-4F45-9708-019B960494DF}"/>
          </a:extLst>
        </p:spPr>
        <p:txBody>
          <a:bodyPr/>
          <a:lstStyle>
            <a:lvl1pPr>
              <a:defRPr sz="2000" b="true">
                <a:solidFill>
                  <a:schemeClr val="tx1"/>
                </a:solidFill>
                <a:latin typeface="Comic Sans MS" panose="030F0702030302020204" charset="0"/>
                <a:ea typeface="宋体" pitchFamily="2" charset="-122"/>
              </a:defRPr>
            </a:lvl1pPr>
            <a:lvl2pPr marL="742950" indent="-285750">
              <a:defRPr sz="2000" b="true">
                <a:solidFill>
                  <a:schemeClr val="tx1"/>
                </a:solidFill>
                <a:latin typeface="Comic Sans MS" panose="030F0702030302020204" charset="0"/>
                <a:ea typeface="宋体" pitchFamily="2" charset="-122"/>
              </a:defRPr>
            </a:lvl2pPr>
            <a:lvl3pPr marL="1143000" indent="-228600">
              <a:defRPr sz="2000" b="true">
                <a:solidFill>
                  <a:schemeClr val="tx1"/>
                </a:solidFill>
                <a:latin typeface="Comic Sans MS" panose="030F0702030302020204" charset="0"/>
                <a:ea typeface="宋体" pitchFamily="2" charset="-122"/>
              </a:defRPr>
            </a:lvl3pPr>
            <a:lvl4pPr marL="1600200" indent="-228600">
              <a:defRPr sz="2000" b="true">
                <a:solidFill>
                  <a:schemeClr val="tx1"/>
                </a:solidFill>
                <a:latin typeface="Comic Sans MS" panose="030F0702030302020204" charset="0"/>
                <a:ea typeface="宋体" pitchFamily="2" charset="-122"/>
              </a:defRPr>
            </a:lvl4pPr>
            <a:lvl5pPr marL="2057400" indent="-228600">
              <a:defRPr sz="2000" b="true">
                <a:solidFill>
                  <a:schemeClr val="tx1"/>
                </a:solidFill>
                <a:latin typeface="Comic Sans MS" panose="030F0702030302020204" charset="0"/>
                <a:ea typeface="宋体" pitchFamily="2" charset="-122"/>
              </a:defRPr>
            </a:lvl5pPr>
            <a:lvl6pPr marL="2514600" indent="-228600" eaLnBrk="false" fontAlgn="base" hangingPunct="false">
              <a:spcBef>
                <a:spcPct val="1"/>
              </a:spcBef>
              <a:spcAft>
                <a:spcPct val="1"/>
              </a:spcAft>
              <a:defRPr sz="2000" b="true">
                <a:solidFill>
                  <a:schemeClr val="tx1"/>
                </a:solidFill>
                <a:latin typeface="Comic Sans MS" panose="030F0702030302020204" charset="0"/>
                <a:ea typeface="宋体" pitchFamily="2" charset="-122"/>
              </a:defRPr>
            </a:lvl6pPr>
            <a:lvl7pPr marL="2971800" indent="-228600" eaLnBrk="false" fontAlgn="base" hangingPunct="false">
              <a:spcBef>
                <a:spcPct val="1"/>
              </a:spcBef>
              <a:spcAft>
                <a:spcPct val="1"/>
              </a:spcAft>
              <a:defRPr sz="2000" b="true">
                <a:solidFill>
                  <a:schemeClr val="tx1"/>
                </a:solidFill>
                <a:latin typeface="Comic Sans MS" panose="030F0702030302020204" charset="0"/>
                <a:ea typeface="宋体" pitchFamily="2" charset="-122"/>
              </a:defRPr>
            </a:lvl7pPr>
            <a:lvl8pPr marL="3429000" indent="-228600" eaLnBrk="false" fontAlgn="base" hangingPunct="false">
              <a:spcBef>
                <a:spcPct val="1"/>
              </a:spcBef>
              <a:spcAft>
                <a:spcPct val="1"/>
              </a:spcAft>
              <a:defRPr sz="2000" b="true">
                <a:solidFill>
                  <a:schemeClr val="tx1"/>
                </a:solidFill>
                <a:latin typeface="Comic Sans MS" panose="030F0702030302020204" charset="0"/>
                <a:ea typeface="宋体" pitchFamily="2" charset="-122"/>
              </a:defRPr>
            </a:lvl8pPr>
            <a:lvl9pPr marL="3886200" indent="-228600" eaLnBrk="false" fontAlgn="base" hangingPunct="false">
              <a:spcBef>
                <a:spcPct val="1"/>
              </a:spcBef>
              <a:spcAft>
                <a:spcPct val="1"/>
              </a:spcAft>
              <a:defRPr sz="2000" b="true">
                <a:solidFill>
                  <a:schemeClr val="tx1"/>
                </a:solidFill>
                <a:latin typeface="Comic Sans MS" panose="030F0702030302020204" charset="0"/>
                <a:ea typeface="宋体" pitchFamily="2" charset="-122"/>
              </a:defRPr>
            </a:lvl9pPr>
          </a:lstStyle>
          <a:p>
            <a:pPr/>
            <a:fld id="{ACBF87F4-D6D9-6942-A1FA-56936376ECC1}" type="slidenum">
              <a:rPr lang="zh-CN" altLang="en-US" sz="1200" b="false">
                <a:latin typeface="Times New Roman" panose="02020603050405020304" pitchFamily="18" charset="0"/>
              </a:rPr>
              <a:t>39</a:t>
            </a:fld>
            <a:endParaRPr lang="en-US" altLang="zh-CN" sz="1200" b="false">
              <a:latin typeface="Times New Roman" panose="02020603050405020304" pitchFamily="18" charset="0"/>
            </a:endParaRPr>
          </a:p>
        </p:txBody>
      </p:sp>
      <p:sp>
        <p:nvSpPr>
          <p:cNvPr id="112" name="Rectangle 2"/>
          <p:cNvSpPr>
            <a:spLocks noGrp="true" noRot="true" noChangeAspect="true" noChangeArrowheads="true" noTextEdit="true"/>
          </p:cNvSpPr>
          <p:nvPr>
            <p:ph type="sldImg"/>
          </p:nvPr>
        </p:nvSpPr>
        <p:spPr/>
        <p:txBody>
          <a:bodyPr/>
          <a:p>
            <a:pPr/>
            <a:endParaRPr/>
          </a:p>
        </p:txBody>
      </p:sp>
      <p:sp>
        <p:nvSpPr>
          <p:cNvPr id="113" name="Rectangle 3"/>
          <p:cNvSpPr>
            <a:spLocks noGrp="true" noChangeArrowheads="true"/>
          </p:cNvSpPr>
          <p:nvPr>
            <p:ph type="body" idx="1"/>
          </p:nvPr>
        </p:nvSpPr>
        <p:spPr>
          <a:noFill/>
          <a:extLst>
            <a:ext uri="{909E8E84-426E-40DD-AFC4-6F175D3DCCD1}"/>
            <a:ext uri="{91240B29-F687-4F45-9708-019B960494DF}"/>
          </a:extLst>
        </p:spPr>
        <p:txBody>
          <a:bodyPr/>
          <a:lstStyle/>
          <a:p>
            <a:pPr eaLnBrk="true" hangingPunct="true"/>
            <a:endParaRPr lang="zh-CN" altLang="en-US">
              <a:latin typeface="Times New Roman" panose="02020603050405020304" pitchFamily="18" charset="0"/>
              <a:ea typeface="宋体" pitchFamily="2" charset="-122"/>
            </a:endParaRPr>
          </a:p>
        </p:txBody>
      </p:sp>
    </p:spTree>
  </p:cSld>
</p:notes>
</file>

<file path=ppt/notesSlides/notesSlide30.xml><?xml version="1.0" encoding="utf-8"?>
<p:notes xmlns:a="http://schemas.openxmlformats.org/drawingml/2006/main" xmlns:p="http://schemas.openxmlformats.org/presentationml/2006/main">
  <p:cSld>
    <p:spTree>
      <p:nvGrpSpPr>
        <p:cNvPr id="114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Rectangle 7"/>
          <p:cNvSpPr>
            <a:spLocks noGrp="true" noChangeArrowheads="true"/>
          </p:cNvSpPr>
          <p:nvPr>
            <p:ph type="sldNum" sz="quarter" idx="5"/>
          </p:nvPr>
        </p:nvSpPr>
        <p:spPr>
          <a:noFill/>
          <a:extLst>
            <a:ext uri="{909E8E84-426E-40DD-AFC4-6F175D3DCCD1}"/>
            <a:ext uri="{91240B29-F687-4F45-9708-019B960494DF}"/>
          </a:extLst>
        </p:spPr>
        <p:txBody>
          <a:bodyPr/>
          <a:lstStyle>
            <a:lvl1pPr>
              <a:defRPr sz="2000" b="true">
                <a:solidFill>
                  <a:schemeClr val="tx1"/>
                </a:solidFill>
                <a:latin typeface="Comic Sans MS" panose="030F0702030302020204" charset="0"/>
                <a:ea typeface="宋体" pitchFamily="2" charset="-122"/>
              </a:defRPr>
            </a:lvl1pPr>
            <a:lvl2pPr marL="742950" indent="-285750">
              <a:defRPr sz="2000" b="true">
                <a:solidFill>
                  <a:schemeClr val="tx1"/>
                </a:solidFill>
                <a:latin typeface="Comic Sans MS" panose="030F0702030302020204" charset="0"/>
                <a:ea typeface="宋体" pitchFamily="2" charset="-122"/>
              </a:defRPr>
            </a:lvl2pPr>
            <a:lvl3pPr marL="1143000" indent="-228600">
              <a:defRPr sz="2000" b="true">
                <a:solidFill>
                  <a:schemeClr val="tx1"/>
                </a:solidFill>
                <a:latin typeface="Comic Sans MS" panose="030F0702030302020204" charset="0"/>
                <a:ea typeface="宋体" pitchFamily="2" charset="-122"/>
              </a:defRPr>
            </a:lvl3pPr>
            <a:lvl4pPr marL="1600200" indent="-228600">
              <a:defRPr sz="2000" b="true">
                <a:solidFill>
                  <a:schemeClr val="tx1"/>
                </a:solidFill>
                <a:latin typeface="Comic Sans MS" panose="030F0702030302020204" charset="0"/>
                <a:ea typeface="宋体" pitchFamily="2" charset="-122"/>
              </a:defRPr>
            </a:lvl4pPr>
            <a:lvl5pPr marL="2057400" indent="-228600">
              <a:defRPr sz="2000" b="true">
                <a:solidFill>
                  <a:schemeClr val="tx1"/>
                </a:solidFill>
                <a:latin typeface="Comic Sans MS" panose="030F0702030302020204" charset="0"/>
                <a:ea typeface="宋体" pitchFamily="2" charset="-122"/>
              </a:defRPr>
            </a:lvl5pPr>
            <a:lvl6pPr marL="2514600" indent="-228600" eaLnBrk="false" fontAlgn="base" hangingPunct="false">
              <a:spcBef>
                <a:spcPct val="1"/>
              </a:spcBef>
              <a:spcAft>
                <a:spcPct val="1"/>
              </a:spcAft>
              <a:defRPr sz="2000" b="true">
                <a:solidFill>
                  <a:schemeClr val="tx1"/>
                </a:solidFill>
                <a:latin typeface="Comic Sans MS" panose="030F0702030302020204" charset="0"/>
                <a:ea typeface="宋体" pitchFamily="2" charset="-122"/>
              </a:defRPr>
            </a:lvl6pPr>
            <a:lvl7pPr marL="2971800" indent="-228600" eaLnBrk="false" fontAlgn="base" hangingPunct="false">
              <a:spcBef>
                <a:spcPct val="1"/>
              </a:spcBef>
              <a:spcAft>
                <a:spcPct val="1"/>
              </a:spcAft>
              <a:defRPr sz="2000" b="true">
                <a:solidFill>
                  <a:schemeClr val="tx1"/>
                </a:solidFill>
                <a:latin typeface="Comic Sans MS" panose="030F0702030302020204" charset="0"/>
                <a:ea typeface="宋体" pitchFamily="2" charset="-122"/>
              </a:defRPr>
            </a:lvl7pPr>
            <a:lvl8pPr marL="3429000" indent="-228600" eaLnBrk="false" fontAlgn="base" hangingPunct="false">
              <a:spcBef>
                <a:spcPct val="1"/>
              </a:spcBef>
              <a:spcAft>
                <a:spcPct val="1"/>
              </a:spcAft>
              <a:defRPr sz="2000" b="true">
                <a:solidFill>
                  <a:schemeClr val="tx1"/>
                </a:solidFill>
                <a:latin typeface="Comic Sans MS" panose="030F0702030302020204" charset="0"/>
                <a:ea typeface="宋体" pitchFamily="2" charset="-122"/>
              </a:defRPr>
            </a:lvl8pPr>
            <a:lvl9pPr marL="3886200" indent="-228600" eaLnBrk="false" fontAlgn="base" hangingPunct="false">
              <a:spcBef>
                <a:spcPct val="1"/>
              </a:spcBef>
              <a:spcAft>
                <a:spcPct val="1"/>
              </a:spcAft>
              <a:defRPr sz="2000" b="true">
                <a:solidFill>
                  <a:schemeClr val="tx1"/>
                </a:solidFill>
                <a:latin typeface="Comic Sans MS" panose="030F0702030302020204" charset="0"/>
                <a:ea typeface="宋体" pitchFamily="2" charset="-122"/>
              </a:defRPr>
            </a:lvl9pPr>
          </a:lstStyle>
          <a:p>
            <a:pPr/>
            <a:fld id="{984B3489-9E7B-0345-8A01-D274B1A4501E}" type="slidenum">
              <a:rPr lang="zh-CN" altLang="en-US" sz="1200" b="false">
                <a:latin typeface="Times New Roman" panose="02020603050405020304" pitchFamily="18" charset="0"/>
              </a:rPr>
              <a:t>4</a:t>
            </a:fld>
            <a:endParaRPr lang="en-US" altLang="zh-CN" sz="1200" b="false">
              <a:latin typeface="Times New Roman" panose="02020603050405020304" pitchFamily="18" charset="0"/>
            </a:endParaRPr>
          </a:p>
        </p:txBody>
      </p:sp>
      <p:sp>
        <p:nvSpPr>
          <p:cNvPr id="116" name="Rectangle 2"/>
          <p:cNvSpPr>
            <a:spLocks noGrp="true" noRot="true" noChangeAspect="true" noChangeArrowheads="true" noTextEdit="true"/>
          </p:cNvSpPr>
          <p:nvPr>
            <p:ph type="sldImg"/>
          </p:nvPr>
        </p:nvSpPr>
        <p:spPr/>
        <p:txBody>
          <a:bodyPr/>
          <a:p>
            <a:pPr/>
            <a:endParaRPr/>
          </a:p>
        </p:txBody>
      </p:sp>
      <p:sp>
        <p:nvSpPr>
          <p:cNvPr id="117" name="Rectangle 3"/>
          <p:cNvSpPr>
            <a:spLocks noGrp="true" noChangeArrowheads="true"/>
          </p:cNvSpPr>
          <p:nvPr>
            <p:ph type="body" idx="1"/>
          </p:nvPr>
        </p:nvSpPr>
        <p:spPr>
          <a:noFill/>
          <a:extLst>
            <a:ext uri="{909E8E84-426E-40DD-AFC4-6F175D3DCCD1}"/>
            <a:ext uri="{91240B29-F687-4F45-9708-019B960494DF}"/>
          </a:extLst>
        </p:spPr>
        <p:txBody>
          <a:bodyPr/>
          <a:lstStyle/>
          <a:p>
            <a:pPr eaLnBrk="true" hangingPunct="true"/>
            <a:endParaRPr lang="zh-CN" altLang="en-US">
              <a:latin typeface="Times New Roman" panose="02020603050405020304" pitchFamily="18" charset="0"/>
              <a:ea typeface="宋体" pitchFamily="2" charset="-122"/>
            </a:endParaRPr>
          </a:p>
        </p:txBody>
      </p:sp>
    </p:spTree>
  </p:cSld>
</p:notes>
</file>

<file path=ppt/notesSlides/notesSlide31.xml><?xml version="1.0" encoding="utf-8"?>
<p:notes xmlns:a="http://schemas.openxmlformats.org/drawingml/2006/main" xmlns:p="http://schemas.openxmlformats.org/presentationml/2006/main">
  <p:cSld>
    <p:spTree>
      <p:nvGrpSpPr>
        <p:cNvPr id="118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Rectangle 7"/>
          <p:cNvSpPr>
            <a:spLocks noGrp="true" noChangeArrowheads="true"/>
          </p:cNvSpPr>
          <p:nvPr>
            <p:ph type="sldNum" sz="quarter" idx="5"/>
          </p:nvPr>
        </p:nvSpPr>
        <p:spPr>
          <a:noFill/>
          <a:extLst>
            <a:ext uri="{909E8E84-426E-40DD-AFC4-6F175D3DCCD1}"/>
            <a:ext uri="{91240B29-F687-4F45-9708-019B960494DF}"/>
          </a:extLst>
        </p:spPr>
        <p:txBody>
          <a:bodyPr/>
          <a:lstStyle>
            <a:lvl1pPr>
              <a:defRPr sz="2000" b="true">
                <a:solidFill>
                  <a:schemeClr val="tx1"/>
                </a:solidFill>
                <a:latin typeface="Comic Sans MS" panose="030F0702030302020204" charset="0"/>
                <a:ea typeface="宋体" pitchFamily="2" charset="-122"/>
              </a:defRPr>
            </a:lvl1pPr>
            <a:lvl2pPr marL="742950" indent="-285750">
              <a:defRPr sz="2000" b="true">
                <a:solidFill>
                  <a:schemeClr val="tx1"/>
                </a:solidFill>
                <a:latin typeface="Comic Sans MS" panose="030F0702030302020204" charset="0"/>
                <a:ea typeface="宋体" pitchFamily="2" charset="-122"/>
              </a:defRPr>
            </a:lvl2pPr>
            <a:lvl3pPr marL="1143000" indent="-228600">
              <a:defRPr sz="2000" b="true">
                <a:solidFill>
                  <a:schemeClr val="tx1"/>
                </a:solidFill>
                <a:latin typeface="Comic Sans MS" panose="030F0702030302020204" charset="0"/>
                <a:ea typeface="宋体" pitchFamily="2" charset="-122"/>
              </a:defRPr>
            </a:lvl3pPr>
            <a:lvl4pPr marL="1600200" indent="-228600">
              <a:defRPr sz="2000" b="true">
                <a:solidFill>
                  <a:schemeClr val="tx1"/>
                </a:solidFill>
                <a:latin typeface="Comic Sans MS" panose="030F0702030302020204" charset="0"/>
                <a:ea typeface="宋体" pitchFamily="2" charset="-122"/>
              </a:defRPr>
            </a:lvl4pPr>
            <a:lvl5pPr marL="2057400" indent="-228600">
              <a:defRPr sz="2000" b="true">
                <a:solidFill>
                  <a:schemeClr val="tx1"/>
                </a:solidFill>
                <a:latin typeface="Comic Sans MS" panose="030F0702030302020204" charset="0"/>
                <a:ea typeface="宋体" pitchFamily="2" charset="-122"/>
              </a:defRPr>
            </a:lvl5pPr>
            <a:lvl6pPr marL="2514600" indent="-228600" eaLnBrk="false" fontAlgn="base" hangingPunct="false">
              <a:spcBef>
                <a:spcPct val="1"/>
              </a:spcBef>
              <a:spcAft>
                <a:spcPct val="1"/>
              </a:spcAft>
              <a:defRPr sz="2000" b="true">
                <a:solidFill>
                  <a:schemeClr val="tx1"/>
                </a:solidFill>
                <a:latin typeface="Comic Sans MS" panose="030F0702030302020204" charset="0"/>
                <a:ea typeface="宋体" pitchFamily="2" charset="-122"/>
              </a:defRPr>
            </a:lvl6pPr>
            <a:lvl7pPr marL="2971800" indent="-228600" eaLnBrk="false" fontAlgn="base" hangingPunct="false">
              <a:spcBef>
                <a:spcPct val="1"/>
              </a:spcBef>
              <a:spcAft>
                <a:spcPct val="1"/>
              </a:spcAft>
              <a:defRPr sz="2000" b="true">
                <a:solidFill>
                  <a:schemeClr val="tx1"/>
                </a:solidFill>
                <a:latin typeface="Comic Sans MS" panose="030F0702030302020204" charset="0"/>
                <a:ea typeface="宋体" pitchFamily="2" charset="-122"/>
              </a:defRPr>
            </a:lvl7pPr>
            <a:lvl8pPr marL="3429000" indent="-228600" eaLnBrk="false" fontAlgn="base" hangingPunct="false">
              <a:spcBef>
                <a:spcPct val="1"/>
              </a:spcBef>
              <a:spcAft>
                <a:spcPct val="1"/>
              </a:spcAft>
              <a:defRPr sz="2000" b="true">
                <a:solidFill>
                  <a:schemeClr val="tx1"/>
                </a:solidFill>
                <a:latin typeface="Comic Sans MS" panose="030F0702030302020204" charset="0"/>
                <a:ea typeface="宋体" pitchFamily="2" charset="-122"/>
              </a:defRPr>
            </a:lvl8pPr>
            <a:lvl9pPr marL="3886200" indent="-228600" eaLnBrk="false" fontAlgn="base" hangingPunct="false">
              <a:spcBef>
                <a:spcPct val="1"/>
              </a:spcBef>
              <a:spcAft>
                <a:spcPct val="1"/>
              </a:spcAft>
              <a:defRPr sz="2000" b="true">
                <a:solidFill>
                  <a:schemeClr val="tx1"/>
                </a:solidFill>
                <a:latin typeface="Comic Sans MS" panose="030F0702030302020204" charset="0"/>
                <a:ea typeface="宋体" pitchFamily="2" charset="-122"/>
              </a:defRPr>
            </a:lvl9pPr>
          </a:lstStyle>
          <a:p>
            <a:pPr/>
            <a:fld id="{284F56A8-10C0-1448-9641-07D3110B1824}" type="slidenum">
              <a:rPr lang="zh-CN" altLang="en-US" sz="1200" b="false">
                <a:latin typeface="Times New Roman" panose="02020603050405020304" pitchFamily="18" charset="0"/>
              </a:rPr>
              <a:t>40</a:t>
            </a:fld>
            <a:endParaRPr lang="en-US" altLang="zh-CN" sz="1200" b="false">
              <a:latin typeface="Times New Roman" panose="02020603050405020304" pitchFamily="18" charset="0"/>
            </a:endParaRPr>
          </a:p>
        </p:txBody>
      </p:sp>
      <p:sp>
        <p:nvSpPr>
          <p:cNvPr id="120" name="Rectangle 2"/>
          <p:cNvSpPr>
            <a:spLocks noGrp="true" noRot="true" noChangeAspect="true" noChangeArrowheads="true" noTextEdit="true"/>
          </p:cNvSpPr>
          <p:nvPr>
            <p:ph type="sldImg"/>
          </p:nvPr>
        </p:nvSpPr>
        <p:spPr/>
        <p:txBody>
          <a:bodyPr/>
          <a:p>
            <a:pPr/>
            <a:endParaRPr/>
          </a:p>
        </p:txBody>
      </p:sp>
      <p:sp>
        <p:nvSpPr>
          <p:cNvPr id="121" name="Rectangle 3"/>
          <p:cNvSpPr>
            <a:spLocks noGrp="true" noChangeArrowheads="true"/>
          </p:cNvSpPr>
          <p:nvPr>
            <p:ph type="body" idx="1"/>
          </p:nvPr>
        </p:nvSpPr>
        <p:spPr>
          <a:noFill/>
          <a:extLst>
            <a:ext uri="{909E8E84-426E-40DD-AFC4-6F175D3DCCD1}"/>
            <a:ext uri="{91240B29-F687-4F45-9708-019B960494DF}"/>
          </a:extLst>
        </p:spPr>
        <p:txBody>
          <a:bodyPr/>
          <a:lstStyle/>
          <a:p>
            <a:pPr eaLnBrk="true" hangingPunct="true"/>
            <a:endParaRPr lang="zh-CN" altLang="en-US">
              <a:latin typeface="Times New Roman" panose="02020603050405020304" pitchFamily="18" charset="0"/>
              <a:ea typeface="宋体" pitchFamily="2" charset="-122"/>
            </a:endParaRPr>
          </a:p>
        </p:txBody>
      </p:sp>
    </p:spTree>
  </p:cSld>
</p:notes>
</file>

<file path=ppt/notesSlides/notesSlide32.xml><?xml version="1.0" encoding="utf-8"?>
<p:notes xmlns:a="http://schemas.openxmlformats.org/drawingml/2006/main" xmlns:p="http://schemas.openxmlformats.org/presentationml/2006/main">
  <p:cSld>
    <p:spTree>
      <p:nvGrpSpPr>
        <p:cNvPr id="12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Rectangle 7"/>
          <p:cNvSpPr>
            <a:spLocks noGrp="true" noChangeArrowheads="true"/>
          </p:cNvSpPr>
          <p:nvPr>
            <p:ph type="sldNum" sz="quarter" idx="5"/>
          </p:nvPr>
        </p:nvSpPr>
        <p:spPr>
          <a:noFill/>
          <a:extLst>
            <a:ext uri="{909E8E84-426E-40DD-AFC4-6F175D3DCCD1}"/>
            <a:ext uri="{91240B29-F687-4F45-9708-019B960494DF}"/>
          </a:extLst>
        </p:spPr>
        <p:txBody>
          <a:bodyPr/>
          <a:lstStyle>
            <a:lvl1pPr>
              <a:defRPr sz="2000" b="true">
                <a:solidFill>
                  <a:schemeClr val="tx1"/>
                </a:solidFill>
                <a:latin typeface="Comic Sans MS" panose="030F0702030302020204" charset="0"/>
                <a:ea typeface="宋体" pitchFamily="2" charset="-122"/>
              </a:defRPr>
            </a:lvl1pPr>
            <a:lvl2pPr marL="742950" indent="-285750">
              <a:defRPr sz="2000" b="true">
                <a:solidFill>
                  <a:schemeClr val="tx1"/>
                </a:solidFill>
                <a:latin typeface="Comic Sans MS" panose="030F0702030302020204" charset="0"/>
                <a:ea typeface="宋体" pitchFamily="2" charset="-122"/>
              </a:defRPr>
            </a:lvl2pPr>
            <a:lvl3pPr marL="1143000" indent="-228600">
              <a:defRPr sz="2000" b="true">
                <a:solidFill>
                  <a:schemeClr val="tx1"/>
                </a:solidFill>
                <a:latin typeface="Comic Sans MS" panose="030F0702030302020204" charset="0"/>
                <a:ea typeface="宋体" pitchFamily="2" charset="-122"/>
              </a:defRPr>
            </a:lvl3pPr>
            <a:lvl4pPr marL="1600200" indent="-228600">
              <a:defRPr sz="2000" b="true">
                <a:solidFill>
                  <a:schemeClr val="tx1"/>
                </a:solidFill>
                <a:latin typeface="Comic Sans MS" panose="030F0702030302020204" charset="0"/>
                <a:ea typeface="宋体" pitchFamily="2" charset="-122"/>
              </a:defRPr>
            </a:lvl4pPr>
            <a:lvl5pPr marL="2057400" indent="-228600">
              <a:defRPr sz="2000" b="true">
                <a:solidFill>
                  <a:schemeClr val="tx1"/>
                </a:solidFill>
                <a:latin typeface="Comic Sans MS" panose="030F0702030302020204" charset="0"/>
                <a:ea typeface="宋体" pitchFamily="2" charset="-122"/>
              </a:defRPr>
            </a:lvl5pPr>
            <a:lvl6pPr marL="2514600" indent="-228600" eaLnBrk="false" fontAlgn="base" hangingPunct="false">
              <a:spcBef>
                <a:spcPct val="1"/>
              </a:spcBef>
              <a:spcAft>
                <a:spcPct val="1"/>
              </a:spcAft>
              <a:defRPr sz="2000" b="true">
                <a:solidFill>
                  <a:schemeClr val="tx1"/>
                </a:solidFill>
                <a:latin typeface="Comic Sans MS" panose="030F0702030302020204" charset="0"/>
                <a:ea typeface="宋体" pitchFamily="2" charset="-122"/>
              </a:defRPr>
            </a:lvl6pPr>
            <a:lvl7pPr marL="2971800" indent="-228600" eaLnBrk="false" fontAlgn="base" hangingPunct="false">
              <a:spcBef>
                <a:spcPct val="1"/>
              </a:spcBef>
              <a:spcAft>
                <a:spcPct val="1"/>
              </a:spcAft>
              <a:defRPr sz="2000" b="true">
                <a:solidFill>
                  <a:schemeClr val="tx1"/>
                </a:solidFill>
                <a:latin typeface="Comic Sans MS" panose="030F0702030302020204" charset="0"/>
                <a:ea typeface="宋体" pitchFamily="2" charset="-122"/>
              </a:defRPr>
            </a:lvl7pPr>
            <a:lvl8pPr marL="3429000" indent="-228600" eaLnBrk="false" fontAlgn="base" hangingPunct="false">
              <a:spcBef>
                <a:spcPct val="1"/>
              </a:spcBef>
              <a:spcAft>
                <a:spcPct val="1"/>
              </a:spcAft>
              <a:defRPr sz="2000" b="true">
                <a:solidFill>
                  <a:schemeClr val="tx1"/>
                </a:solidFill>
                <a:latin typeface="Comic Sans MS" panose="030F0702030302020204" charset="0"/>
                <a:ea typeface="宋体" pitchFamily="2" charset="-122"/>
              </a:defRPr>
            </a:lvl8pPr>
            <a:lvl9pPr marL="3886200" indent="-228600" eaLnBrk="false" fontAlgn="base" hangingPunct="false">
              <a:spcBef>
                <a:spcPct val="1"/>
              </a:spcBef>
              <a:spcAft>
                <a:spcPct val="1"/>
              </a:spcAft>
              <a:defRPr sz="2000" b="true">
                <a:solidFill>
                  <a:schemeClr val="tx1"/>
                </a:solidFill>
                <a:latin typeface="Comic Sans MS" panose="030F0702030302020204" charset="0"/>
                <a:ea typeface="宋体" pitchFamily="2" charset="-122"/>
              </a:defRPr>
            </a:lvl9pPr>
          </a:lstStyle>
          <a:p>
            <a:pPr/>
            <a:fld id="{695A24EE-DE39-FD40-BBAB-0B2D3DB58B2A}" type="slidenum">
              <a:rPr lang="zh-CN" altLang="en-US" sz="1200" b="false">
                <a:latin typeface="Times New Roman" panose="02020603050405020304" pitchFamily="18" charset="0"/>
              </a:rPr>
              <a:t>41</a:t>
            </a:fld>
            <a:endParaRPr lang="en-US" altLang="zh-CN" sz="1200" b="false">
              <a:latin typeface="Times New Roman" panose="02020603050405020304" pitchFamily="18" charset="0"/>
            </a:endParaRPr>
          </a:p>
        </p:txBody>
      </p:sp>
      <p:sp>
        <p:nvSpPr>
          <p:cNvPr id="124" name="Rectangle 2"/>
          <p:cNvSpPr>
            <a:spLocks noGrp="true" noRot="true" noChangeAspect="true" noChangeArrowheads="true" noTextEdit="true"/>
          </p:cNvSpPr>
          <p:nvPr>
            <p:ph type="sldImg"/>
          </p:nvPr>
        </p:nvSpPr>
        <p:spPr/>
        <p:txBody>
          <a:bodyPr/>
          <a:p>
            <a:pPr/>
            <a:endParaRPr/>
          </a:p>
        </p:txBody>
      </p:sp>
      <p:sp>
        <p:nvSpPr>
          <p:cNvPr id="125" name="Rectangle 3"/>
          <p:cNvSpPr>
            <a:spLocks noGrp="true" noChangeArrowheads="true"/>
          </p:cNvSpPr>
          <p:nvPr>
            <p:ph type="body" idx="1"/>
          </p:nvPr>
        </p:nvSpPr>
        <p:spPr>
          <a:noFill/>
          <a:extLst>
            <a:ext uri="{909E8E84-426E-40DD-AFC4-6F175D3DCCD1}"/>
            <a:ext uri="{91240B29-F687-4F45-9708-019B960494DF}"/>
          </a:extLst>
        </p:spPr>
        <p:txBody>
          <a:bodyPr/>
          <a:lstStyle/>
          <a:p>
            <a:pPr eaLnBrk="true" hangingPunct="true"/>
            <a:endParaRPr lang="zh-CN" altLang="en-US">
              <a:latin typeface="Times New Roman" panose="02020603050405020304" pitchFamily="18" charset="0"/>
              <a:ea typeface="宋体" pitchFamily="2" charset="-122"/>
            </a:endParaRPr>
          </a:p>
        </p:txBody>
      </p:sp>
    </p:spTree>
  </p:cSld>
</p:notes>
</file>

<file path=ppt/notesSlides/notesSlide33.xml><?xml version="1.0" encoding="utf-8"?>
<p:notes xmlns:a="http://schemas.openxmlformats.org/drawingml/2006/main" xmlns:p="http://schemas.openxmlformats.org/presentationml/2006/main">
  <p:cSld>
    <p:spTree>
      <p:nvGrpSpPr>
        <p:cNvPr id="126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Rectangle 7"/>
          <p:cNvSpPr>
            <a:spLocks noGrp="true" noChangeArrowheads="true"/>
          </p:cNvSpPr>
          <p:nvPr>
            <p:ph type="sldNum" sz="quarter" idx="5"/>
          </p:nvPr>
        </p:nvSpPr>
        <p:spPr>
          <a:noFill/>
          <a:extLst>
            <a:ext uri="{909E8E84-426E-40DD-AFC4-6F175D3DCCD1}"/>
            <a:ext uri="{91240B29-F687-4F45-9708-019B960494DF}"/>
          </a:extLst>
        </p:spPr>
        <p:txBody>
          <a:bodyPr/>
          <a:lstStyle>
            <a:lvl1pPr>
              <a:defRPr sz="2000" b="true">
                <a:solidFill>
                  <a:schemeClr val="tx1"/>
                </a:solidFill>
                <a:latin typeface="Comic Sans MS" panose="030F0702030302020204" charset="0"/>
                <a:ea typeface="宋体" pitchFamily="2" charset="-122"/>
              </a:defRPr>
            </a:lvl1pPr>
            <a:lvl2pPr marL="742950" indent="-285750">
              <a:defRPr sz="2000" b="true">
                <a:solidFill>
                  <a:schemeClr val="tx1"/>
                </a:solidFill>
                <a:latin typeface="Comic Sans MS" panose="030F0702030302020204" charset="0"/>
                <a:ea typeface="宋体" pitchFamily="2" charset="-122"/>
              </a:defRPr>
            </a:lvl2pPr>
            <a:lvl3pPr marL="1143000" indent="-228600">
              <a:defRPr sz="2000" b="true">
                <a:solidFill>
                  <a:schemeClr val="tx1"/>
                </a:solidFill>
                <a:latin typeface="Comic Sans MS" panose="030F0702030302020204" charset="0"/>
                <a:ea typeface="宋体" pitchFamily="2" charset="-122"/>
              </a:defRPr>
            </a:lvl3pPr>
            <a:lvl4pPr marL="1600200" indent="-228600">
              <a:defRPr sz="2000" b="true">
                <a:solidFill>
                  <a:schemeClr val="tx1"/>
                </a:solidFill>
                <a:latin typeface="Comic Sans MS" panose="030F0702030302020204" charset="0"/>
                <a:ea typeface="宋体" pitchFamily="2" charset="-122"/>
              </a:defRPr>
            </a:lvl4pPr>
            <a:lvl5pPr marL="2057400" indent="-228600">
              <a:defRPr sz="2000" b="true">
                <a:solidFill>
                  <a:schemeClr val="tx1"/>
                </a:solidFill>
                <a:latin typeface="Comic Sans MS" panose="030F0702030302020204" charset="0"/>
                <a:ea typeface="宋体" pitchFamily="2" charset="-122"/>
              </a:defRPr>
            </a:lvl5pPr>
            <a:lvl6pPr marL="2514600" indent="-228600" eaLnBrk="false" fontAlgn="base" hangingPunct="false">
              <a:spcBef>
                <a:spcPct val="1"/>
              </a:spcBef>
              <a:spcAft>
                <a:spcPct val="1"/>
              </a:spcAft>
              <a:defRPr sz="2000" b="true">
                <a:solidFill>
                  <a:schemeClr val="tx1"/>
                </a:solidFill>
                <a:latin typeface="Comic Sans MS" panose="030F0702030302020204" charset="0"/>
                <a:ea typeface="宋体" pitchFamily="2" charset="-122"/>
              </a:defRPr>
            </a:lvl6pPr>
            <a:lvl7pPr marL="2971800" indent="-228600" eaLnBrk="false" fontAlgn="base" hangingPunct="false">
              <a:spcBef>
                <a:spcPct val="1"/>
              </a:spcBef>
              <a:spcAft>
                <a:spcPct val="1"/>
              </a:spcAft>
              <a:defRPr sz="2000" b="true">
                <a:solidFill>
                  <a:schemeClr val="tx1"/>
                </a:solidFill>
                <a:latin typeface="Comic Sans MS" panose="030F0702030302020204" charset="0"/>
                <a:ea typeface="宋体" pitchFamily="2" charset="-122"/>
              </a:defRPr>
            </a:lvl7pPr>
            <a:lvl8pPr marL="3429000" indent="-228600" eaLnBrk="false" fontAlgn="base" hangingPunct="false">
              <a:spcBef>
                <a:spcPct val="1"/>
              </a:spcBef>
              <a:spcAft>
                <a:spcPct val="1"/>
              </a:spcAft>
              <a:defRPr sz="2000" b="true">
                <a:solidFill>
                  <a:schemeClr val="tx1"/>
                </a:solidFill>
                <a:latin typeface="Comic Sans MS" panose="030F0702030302020204" charset="0"/>
                <a:ea typeface="宋体" pitchFamily="2" charset="-122"/>
              </a:defRPr>
            </a:lvl8pPr>
            <a:lvl9pPr marL="3886200" indent="-228600" eaLnBrk="false" fontAlgn="base" hangingPunct="false">
              <a:spcBef>
                <a:spcPct val="1"/>
              </a:spcBef>
              <a:spcAft>
                <a:spcPct val="1"/>
              </a:spcAft>
              <a:defRPr sz="2000" b="true">
                <a:solidFill>
                  <a:schemeClr val="tx1"/>
                </a:solidFill>
                <a:latin typeface="Comic Sans MS" panose="030F0702030302020204" charset="0"/>
                <a:ea typeface="宋体" pitchFamily="2" charset="-122"/>
              </a:defRPr>
            </a:lvl9pPr>
          </a:lstStyle>
          <a:p>
            <a:pPr/>
            <a:fld id="{36EC2594-1C4D-FD40-B640-9F2C584B6FA7}" type="slidenum">
              <a:rPr lang="zh-CN" altLang="en-US" sz="1200" b="false">
                <a:latin typeface="Times New Roman" panose="02020603050405020304" pitchFamily="18" charset="0"/>
              </a:rPr>
              <a:t>42</a:t>
            </a:fld>
            <a:endParaRPr lang="en-US" altLang="zh-CN" sz="1200" b="false">
              <a:latin typeface="Times New Roman" panose="02020603050405020304" pitchFamily="18" charset="0"/>
            </a:endParaRPr>
          </a:p>
        </p:txBody>
      </p:sp>
      <p:sp>
        <p:nvSpPr>
          <p:cNvPr id="128" name="Rectangle 2"/>
          <p:cNvSpPr>
            <a:spLocks noGrp="true" noRot="true" noChangeAspect="true" noChangeArrowheads="true" noTextEdit="true"/>
          </p:cNvSpPr>
          <p:nvPr>
            <p:ph type="sldImg"/>
          </p:nvPr>
        </p:nvSpPr>
        <p:spPr/>
        <p:txBody>
          <a:bodyPr/>
          <a:p>
            <a:pPr/>
            <a:endParaRPr/>
          </a:p>
        </p:txBody>
      </p:sp>
      <p:sp>
        <p:nvSpPr>
          <p:cNvPr id="129" name="Rectangle 3"/>
          <p:cNvSpPr>
            <a:spLocks noGrp="true" noChangeArrowheads="true"/>
          </p:cNvSpPr>
          <p:nvPr>
            <p:ph type="body" idx="1"/>
          </p:nvPr>
        </p:nvSpPr>
        <p:spPr>
          <a:noFill/>
          <a:extLst>
            <a:ext uri="{909E8E84-426E-40DD-AFC4-6F175D3DCCD1}"/>
            <a:ext uri="{91240B29-F687-4F45-9708-019B960494DF}"/>
          </a:extLst>
        </p:spPr>
        <p:txBody>
          <a:bodyPr/>
          <a:lstStyle/>
          <a:p>
            <a:pPr/>
            <a:r>
              <a:rPr lang="zh-CN">
                <a:latin typeface="Times New Roman"/>
                <a:ea typeface="宋体"/>
              </a:rPr>
              <a:t>发送</a:t>
            </a:r>
            <a:r>
              <a:rPr lang="en-US">
                <a:latin typeface="Times New Roman"/>
                <a:ea typeface="宋体"/>
              </a:rPr>
              <a:t>sigint</a:t>
            </a:r>
            <a:r>
              <a:rPr lang="zh-CN">
                <a:latin typeface="Times New Roman"/>
                <a:ea typeface="宋体"/>
              </a:rPr>
              <a:t>的话</a:t>
            </a:r>
            <a:r>
              <a:rPr lang="en-US">
                <a:latin typeface="Times New Roman"/>
                <a:ea typeface="宋体"/>
              </a:rPr>
              <a:t>exit(1), </a:t>
            </a:r>
            <a:r>
              <a:rPr lang="zh-CN">
                <a:latin typeface="Times New Roman"/>
                <a:ea typeface="宋体"/>
              </a:rPr>
              <a:t>否则</a:t>
            </a:r>
            <a:r>
              <a:rPr lang="en-US">
                <a:latin typeface="Times New Roman"/>
                <a:ea typeface="宋体"/>
              </a:rPr>
              <a:t>exit(0)</a:t>
            </a:r>
            <a:endParaRPr/>
          </a:p>
        </p:txBody>
      </p:sp>
    </p:spTree>
  </p:cSld>
</p:notes>
</file>

<file path=ppt/notesSlides/notesSlide34.xml><?xml version="1.0" encoding="utf-8"?>
<p:notes xmlns:a="http://schemas.openxmlformats.org/drawingml/2006/main" xmlns:p="http://schemas.openxmlformats.org/presentationml/2006/main">
  <p:cSld>
    <p:spTree>
      <p:nvGrpSpPr>
        <p:cNvPr id="130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Rectangle 7"/>
          <p:cNvSpPr>
            <a:spLocks noGrp="true" noChangeArrowheads="true"/>
          </p:cNvSpPr>
          <p:nvPr>
            <p:ph type="sldNum" sz="quarter" idx="5"/>
          </p:nvPr>
        </p:nvSpPr>
        <p:spPr>
          <a:noFill/>
          <a:extLst>
            <a:ext uri="{909E8E84-426E-40DD-AFC4-6F175D3DCCD1}"/>
            <a:ext uri="{91240B29-F687-4F45-9708-019B960494DF}"/>
          </a:extLst>
        </p:spPr>
        <p:txBody>
          <a:bodyPr/>
          <a:lstStyle>
            <a:lvl1pPr>
              <a:defRPr sz="2000" b="true">
                <a:solidFill>
                  <a:schemeClr val="tx1"/>
                </a:solidFill>
                <a:latin typeface="Comic Sans MS" panose="030F0702030302020204" charset="0"/>
                <a:ea typeface="宋体" pitchFamily="2" charset="-122"/>
              </a:defRPr>
            </a:lvl1pPr>
            <a:lvl2pPr marL="742950" indent="-285750">
              <a:defRPr sz="2000" b="true">
                <a:solidFill>
                  <a:schemeClr val="tx1"/>
                </a:solidFill>
                <a:latin typeface="Comic Sans MS" panose="030F0702030302020204" charset="0"/>
                <a:ea typeface="宋体" pitchFamily="2" charset="-122"/>
              </a:defRPr>
            </a:lvl2pPr>
            <a:lvl3pPr marL="1143000" indent="-228600">
              <a:defRPr sz="2000" b="true">
                <a:solidFill>
                  <a:schemeClr val="tx1"/>
                </a:solidFill>
                <a:latin typeface="Comic Sans MS" panose="030F0702030302020204" charset="0"/>
                <a:ea typeface="宋体" pitchFamily="2" charset="-122"/>
              </a:defRPr>
            </a:lvl3pPr>
            <a:lvl4pPr marL="1600200" indent="-228600">
              <a:defRPr sz="2000" b="true">
                <a:solidFill>
                  <a:schemeClr val="tx1"/>
                </a:solidFill>
                <a:latin typeface="Comic Sans MS" panose="030F0702030302020204" charset="0"/>
                <a:ea typeface="宋体" pitchFamily="2" charset="-122"/>
              </a:defRPr>
            </a:lvl4pPr>
            <a:lvl5pPr marL="2057400" indent="-228600">
              <a:defRPr sz="2000" b="true">
                <a:solidFill>
                  <a:schemeClr val="tx1"/>
                </a:solidFill>
                <a:latin typeface="Comic Sans MS" panose="030F0702030302020204" charset="0"/>
                <a:ea typeface="宋体" pitchFamily="2" charset="-122"/>
              </a:defRPr>
            </a:lvl5pPr>
            <a:lvl6pPr marL="2514600" indent="-228600" eaLnBrk="false" fontAlgn="base" hangingPunct="false">
              <a:spcBef>
                <a:spcPct val="1"/>
              </a:spcBef>
              <a:spcAft>
                <a:spcPct val="1"/>
              </a:spcAft>
              <a:defRPr sz="2000" b="true">
                <a:solidFill>
                  <a:schemeClr val="tx1"/>
                </a:solidFill>
                <a:latin typeface="Comic Sans MS" panose="030F0702030302020204" charset="0"/>
                <a:ea typeface="宋体" pitchFamily="2" charset="-122"/>
              </a:defRPr>
            </a:lvl6pPr>
            <a:lvl7pPr marL="2971800" indent="-228600" eaLnBrk="false" fontAlgn="base" hangingPunct="false">
              <a:spcBef>
                <a:spcPct val="1"/>
              </a:spcBef>
              <a:spcAft>
                <a:spcPct val="1"/>
              </a:spcAft>
              <a:defRPr sz="2000" b="true">
                <a:solidFill>
                  <a:schemeClr val="tx1"/>
                </a:solidFill>
                <a:latin typeface="Comic Sans MS" panose="030F0702030302020204" charset="0"/>
                <a:ea typeface="宋体" pitchFamily="2" charset="-122"/>
              </a:defRPr>
            </a:lvl7pPr>
            <a:lvl8pPr marL="3429000" indent="-228600" eaLnBrk="false" fontAlgn="base" hangingPunct="false">
              <a:spcBef>
                <a:spcPct val="1"/>
              </a:spcBef>
              <a:spcAft>
                <a:spcPct val="1"/>
              </a:spcAft>
              <a:defRPr sz="2000" b="true">
                <a:solidFill>
                  <a:schemeClr val="tx1"/>
                </a:solidFill>
                <a:latin typeface="Comic Sans MS" panose="030F0702030302020204" charset="0"/>
                <a:ea typeface="宋体" pitchFamily="2" charset="-122"/>
              </a:defRPr>
            </a:lvl8pPr>
            <a:lvl9pPr marL="3886200" indent="-228600" eaLnBrk="false" fontAlgn="base" hangingPunct="false">
              <a:spcBef>
                <a:spcPct val="1"/>
              </a:spcBef>
              <a:spcAft>
                <a:spcPct val="1"/>
              </a:spcAft>
              <a:defRPr sz="2000" b="true">
                <a:solidFill>
                  <a:schemeClr val="tx1"/>
                </a:solidFill>
                <a:latin typeface="Comic Sans MS" panose="030F0702030302020204" charset="0"/>
                <a:ea typeface="宋体" pitchFamily="2" charset="-122"/>
              </a:defRPr>
            </a:lvl9pPr>
          </a:lstStyle>
          <a:p>
            <a:pPr/>
            <a:fld id="{BE058963-6366-EC42-9025-20E5A66274DB}" type="slidenum">
              <a:rPr lang="zh-CN" altLang="en-US" sz="1200" b="false">
                <a:latin typeface="Times New Roman" panose="02020603050405020304" pitchFamily="18" charset="0"/>
              </a:rPr>
              <a:t>43</a:t>
            </a:fld>
            <a:endParaRPr lang="en-US" altLang="zh-CN" sz="1200" b="false">
              <a:latin typeface="Times New Roman" panose="02020603050405020304" pitchFamily="18" charset="0"/>
            </a:endParaRPr>
          </a:p>
        </p:txBody>
      </p:sp>
      <p:sp>
        <p:nvSpPr>
          <p:cNvPr id="132" name="Rectangle 2"/>
          <p:cNvSpPr>
            <a:spLocks noGrp="true" noRot="true" noChangeAspect="true" noChangeArrowheads="true" noTextEdit="true"/>
          </p:cNvSpPr>
          <p:nvPr>
            <p:ph type="sldImg"/>
          </p:nvPr>
        </p:nvSpPr>
        <p:spPr/>
        <p:txBody>
          <a:bodyPr/>
          <a:p>
            <a:pPr/>
            <a:endParaRPr/>
          </a:p>
        </p:txBody>
      </p:sp>
      <p:sp>
        <p:nvSpPr>
          <p:cNvPr id="133" name="Rectangle 3"/>
          <p:cNvSpPr>
            <a:spLocks noGrp="true" noChangeArrowheads="true"/>
          </p:cNvSpPr>
          <p:nvPr>
            <p:ph type="body" idx="1"/>
          </p:nvPr>
        </p:nvSpPr>
        <p:spPr>
          <a:noFill/>
          <a:extLst>
            <a:ext uri="{909E8E84-426E-40DD-AFC4-6F175D3DCCD1}"/>
            <a:ext uri="{91240B29-F687-4F45-9708-019B960494DF}"/>
          </a:extLst>
        </p:spPr>
        <p:txBody>
          <a:bodyPr/>
          <a:lstStyle/>
          <a:p>
            <a:pPr eaLnBrk="true" hangingPunct="true"/>
            <a:endParaRPr lang="zh-CN" altLang="en-US">
              <a:latin typeface="Times New Roman" panose="02020603050405020304" pitchFamily="18" charset="0"/>
              <a:ea typeface="宋体" pitchFamily="2" charset="-122"/>
            </a:endParaRPr>
          </a:p>
        </p:txBody>
      </p:sp>
    </p:spTree>
  </p:cSld>
</p:notes>
</file>

<file path=ppt/notesSlides/notesSlide35.xml><?xml version="1.0" encoding="utf-8"?>
<p:notes xmlns:a="http://schemas.openxmlformats.org/drawingml/2006/main" xmlns:p="http://schemas.openxmlformats.org/presentationml/2006/main">
  <p:cSld>
    <p:spTree>
      <p:nvGrpSpPr>
        <p:cNvPr id="134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Rectangle 7"/>
          <p:cNvSpPr>
            <a:spLocks noGrp="true" noChangeArrowheads="true"/>
          </p:cNvSpPr>
          <p:nvPr>
            <p:ph type="sldNum" sz="quarter" idx="5"/>
          </p:nvPr>
        </p:nvSpPr>
        <p:spPr>
          <a:noFill/>
          <a:extLst>
            <a:ext uri="{909E8E84-426E-40DD-AFC4-6F175D3DCCD1}"/>
            <a:ext uri="{91240B29-F687-4F45-9708-019B960494DF}"/>
          </a:extLst>
        </p:spPr>
        <p:txBody>
          <a:bodyPr/>
          <a:lstStyle>
            <a:lvl1pPr>
              <a:defRPr sz="2000" b="true">
                <a:solidFill>
                  <a:schemeClr val="tx1"/>
                </a:solidFill>
                <a:latin typeface="Comic Sans MS" panose="030F0702030302020204" charset="0"/>
                <a:ea typeface="宋体" pitchFamily="2" charset="-122"/>
              </a:defRPr>
            </a:lvl1pPr>
            <a:lvl2pPr marL="742950" indent="-285750">
              <a:defRPr sz="2000" b="true">
                <a:solidFill>
                  <a:schemeClr val="tx1"/>
                </a:solidFill>
                <a:latin typeface="Comic Sans MS" panose="030F0702030302020204" charset="0"/>
                <a:ea typeface="宋体" pitchFamily="2" charset="-122"/>
              </a:defRPr>
            </a:lvl2pPr>
            <a:lvl3pPr marL="1143000" indent="-228600">
              <a:defRPr sz="2000" b="true">
                <a:solidFill>
                  <a:schemeClr val="tx1"/>
                </a:solidFill>
                <a:latin typeface="Comic Sans MS" panose="030F0702030302020204" charset="0"/>
                <a:ea typeface="宋体" pitchFamily="2" charset="-122"/>
              </a:defRPr>
            </a:lvl3pPr>
            <a:lvl4pPr marL="1600200" indent="-228600">
              <a:defRPr sz="2000" b="true">
                <a:solidFill>
                  <a:schemeClr val="tx1"/>
                </a:solidFill>
                <a:latin typeface="Comic Sans MS" panose="030F0702030302020204" charset="0"/>
                <a:ea typeface="宋体" pitchFamily="2" charset="-122"/>
              </a:defRPr>
            </a:lvl4pPr>
            <a:lvl5pPr marL="2057400" indent="-228600">
              <a:defRPr sz="2000" b="true">
                <a:solidFill>
                  <a:schemeClr val="tx1"/>
                </a:solidFill>
                <a:latin typeface="Comic Sans MS" panose="030F0702030302020204" charset="0"/>
                <a:ea typeface="宋体" pitchFamily="2" charset="-122"/>
              </a:defRPr>
            </a:lvl5pPr>
            <a:lvl6pPr marL="2514600" indent="-228600" eaLnBrk="false" fontAlgn="base" hangingPunct="false">
              <a:spcBef>
                <a:spcPct val="1"/>
              </a:spcBef>
              <a:spcAft>
                <a:spcPct val="1"/>
              </a:spcAft>
              <a:defRPr sz="2000" b="true">
                <a:solidFill>
                  <a:schemeClr val="tx1"/>
                </a:solidFill>
                <a:latin typeface="Comic Sans MS" panose="030F0702030302020204" charset="0"/>
                <a:ea typeface="宋体" pitchFamily="2" charset="-122"/>
              </a:defRPr>
            </a:lvl6pPr>
            <a:lvl7pPr marL="2971800" indent="-228600" eaLnBrk="false" fontAlgn="base" hangingPunct="false">
              <a:spcBef>
                <a:spcPct val="1"/>
              </a:spcBef>
              <a:spcAft>
                <a:spcPct val="1"/>
              </a:spcAft>
              <a:defRPr sz="2000" b="true">
                <a:solidFill>
                  <a:schemeClr val="tx1"/>
                </a:solidFill>
                <a:latin typeface="Comic Sans MS" panose="030F0702030302020204" charset="0"/>
                <a:ea typeface="宋体" pitchFamily="2" charset="-122"/>
              </a:defRPr>
            </a:lvl7pPr>
            <a:lvl8pPr marL="3429000" indent="-228600" eaLnBrk="false" fontAlgn="base" hangingPunct="false">
              <a:spcBef>
                <a:spcPct val="1"/>
              </a:spcBef>
              <a:spcAft>
                <a:spcPct val="1"/>
              </a:spcAft>
              <a:defRPr sz="2000" b="true">
                <a:solidFill>
                  <a:schemeClr val="tx1"/>
                </a:solidFill>
                <a:latin typeface="Comic Sans MS" panose="030F0702030302020204" charset="0"/>
                <a:ea typeface="宋体" pitchFamily="2" charset="-122"/>
              </a:defRPr>
            </a:lvl8pPr>
            <a:lvl9pPr marL="3886200" indent="-228600" eaLnBrk="false" fontAlgn="base" hangingPunct="false">
              <a:spcBef>
                <a:spcPct val="1"/>
              </a:spcBef>
              <a:spcAft>
                <a:spcPct val="1"/>
              </a:spcAft>
              <a:defRPr sz="2000" b="true">
                <a:solidFill>
                  <a:schemeClr val="tx1"/>
                </a:solidFill>
                <a:latin typeface="Comic Sans MS" panose="030F0702030302020204" charset="0"/>
                <a:ea typeface="宋体" pitchFamily="2" charset="-122"/>
              </a:defRPr>
            </a:lvl9pPr>
          </a:lstStyle>
          <a:p>
            <a:pPr/>
            <a:fld id="{D4490EB2-768E-D243-993E-F83227F2256D}" type="slidenum">
              <a:rPr lang="zh-CN" altLang="en-US" sz="1200" b="false">
                <a:latin typeface="Times New Roman" panose="02020603050405020304" pitchFamily="18" charset="0"/>
              </a:rPr>
              <a:t>45</a:t>
            </a:fld>
            <a:endParaRPr lang="en-US" altLang="zh-CN" sz="1200" b="false">
              <a:latin typeface="Times New Roman" panose="02020603050405020304" pitchFamily="18" charset="0"/>
            </a:endParaRPr>
          </a:p>
        </p:txBody>
      </p:sp>
      <p:sp>
        <p:nvSpPr>
          <p:cNvPr id="136" name="Rectangle 2"/>
          <p:cNvSpPr>
            <a:spLocks noGrp="true" noRot="true" noChangeAspect="true" noChangeArrowheads="true" noTextEdit="true"/>
          </p:cNvSpPr>
          <p:nvPr>
            <p:ph type="sldImg"/>
          </p:nvPr>
        </p:nvSpPr>
        <p:spPr/>
        <p:txBody>
          <a:bodyPr/>
          <a:p>
            <a:pPr/>
            <a:endParaRPr/>
          </a:p>
        </p:txBody>
      </p:sp>
      <p:sp>
        <p:nvSpPr>
          <p:cNvPr id="137" name="Rectangle 3"/>
          <p:cNvSpPr>
            <a:spLocks noGrp="true" noChangeArrowheads="true"/>
          </p:cNvSpPr>
          <p:nvPr>
            <p:ph type="body" idx="1"/>
          </p:nvPr>
        </p:nvSpPr>
        <p:spPr>
          <a:noFill/>
          <a:extLst>
            <a:ext uri="{909E8E84-426E-40DD-AFC4-6F175D3DCCD1}"/>
            <a:ext uri="{91240B29-F687-4F45-9708-019B960494DF}"/>
          </a:extLst>
        </p:spPr>
        <p:txBody>
          <a:bodyPr/>
          <a:lstStyle/>
          <a:p>
            <a:pPr eaLnBrk="true" hangingPunct="true"/>
            <a:endParaRPr lang="zh-CN" altLang="en-US">
              <a:latin typeface="Times New Roman" panose="02020603050405020304" pitchFamily="18" charset="0"/>
              <a:ea typeface="宋体" pitchFamily="2" charset="-122"/>
            </a:endParaRPr>
          </a:p>
        </p:txBody>
      </p:sp>
    </p:spTree>
  </p:cSld>
</p:notes>
</file>

<file path=ppt/notesSlides/notesSlide36.xml><?xml version="1.0" encoding="utf-8"?>
<p:notes xmlns:a="http://schemas.openxmlformats.org/drawingml/2006/main" xmlns:p="http://schemas.openxmlformats.org/presentationml/2006/main">
  <p:cSld>
    <p:spTree>
      <p:nvGrpSpPr>
        <p:cNvPr id="138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Rectangle 7"/>
          <p:cNvSpPr>
            <a:spLocks noGrp="true" noChangeArrowheads="true"/>
          </p:cNvSpPr>
          <p:nvPr>
            <p:ph type="sldNum" sz="quarter" idx="5"/>
          </p:nvPr>
        </p:nvSpPr>
        <p:spPr>
          <a:noFill/>
          <a:extLst>
            <a:ext uri="{909E8E84-426E-40DD-AFC4-6F175D3DCCD1}"/>
            <a:ext uri="{91240B29-F687-4F45-9708-019B960494DF}"/>
          </a:extLst>
        </p:spPr>
        <p:txBody>
          <a:bodyPr/>
          <a:lstStyle>
            <a:lvl1pPr>
              <a:defRPr sz="2000" b="true">
                <a:solidFill>
                  <a:schemeClr val="tx1"/>
                </a:solidFill>
                <a:latin typeface="Comic Sans MS" panose="030F0702030302020204" charset="0"/>
                <a:ea typeface="宋体" pitchFamily="2" charset="-122"/>
              </a:defRPr>
            </a:lvl1pPr>
            <a:lvl2pPr marL="742950" indent="-285750">
              <a:defRPr sz="2000" b="true">
                <a:solidFill>
                  <a:schemeClr val="tx1"/>
                </a:solidFill>
                <a:latin typeface="Comic Sans MS" panose="030F0702030302020204" charset="0"/>
                <a:ea typeface="宋体" pitchFamily="2" charset="-122"/>
              </a:defRPr>
            </a:lvl2pPr>
            <a:lvl3pPr marL="1143000" indent="-228600">
              <a:defRPr sz="2000" b="true">
                <a:solidFill>
                  <a:schemeClr val="tx1"/>
                </a:solidFill>
                <a:latin typeface="Comic Sans MS" panose="030F0702030302020204" charset="0"/>
                <a:ea typeface="宋体" pitchFamily="2" charset="-122"/>
              </a:defRPr>
            </a:lvl3pPr>
            <a:lvl4pPr marL="1600200" indent="-228600">
              <a:defRPr sz="2000" b="true">
                <a:solidFill>
                  <a:schemeClr val="tx1"/>
                </a:solidFill>
                <a:latin typeface="Comic Sans MS" panose="030F0702030302020204" charset="0"/>
                <a:ea typeface="宋体" pitchFamily="2" charset="-122"/>
              </a:defRPr>
            </a:lvl4pPr>
            <a:lvl5pPr marL="2057400" indent="-228600">
              <a:defRPr sz="2000" b="true">
                <a:solidFill>
                  <a:schemeClr val="tx1"/>
                </a:solidFill>
                <a:latin typeface="Comic Sans MS" panose="030F0702030302020204" charset="0"/>
                <a:ea typeface="宋体" pitchFamily="2" charset="-122"/>
              </a:defRPr>
            </a:lvl5pPr>
            <a:lvl6pPr marL="2514600" indent="-228600" eaLnBrk="false" fontAlgn="base" hangingPunct="false">
              <a:spcBef>
                <a:spcPct val="1"/>
              </a:spcBef>
              <a:spcAft>
                <a:spcPct val="1"/>
              </a:spcAft>
              <a:defRPr sz="2000" b="true">
                <a:solidFill>
                  <a:schemeClr val="tx1"/>
                </a:solidFill>
                <a:latin typeface="Comic Sans MS" panose="030F0702030302020204" charset="0"/>
                <a:ea typeface="宋体" pitchFamily="2" charset="-122"/>
              </a:defRPr>
            </a:lvl6pPr>
            <a:lvl7pPr marL="2971800" indent="-228600" eaLnBrk="false" fontAlgn="base" hangingPunct="false">
              <a:spcBef>
                <a:spcPct val="1"/>
              </a:spcBef>
              <a:spcAft>
                <a:spcPct val="1"/>
              </a:spcAft>
              <a:defRPr sz="2000" b="true">
                <a:solidFill>
                  <a:schemeClr val="tx1"/>
                </a:solidFill>
                <a:latin typeface="Comic Sans MS" panose="030F0702030302020204" charset="0"/>
                <a:ea typeface="宋体" pitchFamily="2" charset="-122"/>
              </a:defRPr>
            </a:lvl7pPr>
            <a:lvl8pPr marL="3429000" indent="-228600" eaLnBrk="false" fontAlgn="base" hangingPunct="false">
              <a:spcBef>
                <a:spcPct val="1"/>
              </a:spcBef>
              <a:spcAft>
                <a:spcPct val="1"/>
              </a:spcAft>
              <a:defRPr sz="2000" b="true">
                <a:solidFill>
                  <a:schemeClr val="tx1"/>
                </a:solidFill>
                <a:latin typeface="Comic Sans MS" panose="030F0702030302020204" charset="0"/>
                <a:ea typeface="宋体" pitchFamily="2" charset="-122"/>
              </a:defRPr>
            </a:lvl8pPr>
            <a:lvl9pPr marL="3886200" indent="-228600" eaLnBrk="false" fontAlgn="base" hangingPunct="false">
              <a:spcBef>
                <a:spcPct val="1"/>
              </a:spcBef>
              <a:spcAft>
                <a:spcPct val="1"/>
              </a:spcAft>
              <a:defRPr sz="2000" b="true">
                <a:solidFill>
                  <a:schemeClr val="tx1"/>
                </a:solidFill>
                <a:latin typeface="Comic Sans MS" panose="030F0702030302020204" charset="0"/>
                <a:ea typeface="宋体" pitchFamily="2" charset="-122"/>
              </a:defRPr>
            </a:lvl9pPr>
          </a:lstStyle>
          <a:p>
            <a:pPr/>
            <a:fld id="{B6BBA4B3-37A1-4A49-BEE5-83AD1832BEEF}" type="slidenum">
              <a:rPr lang="zh-CN" altLang="en-US" sz="1200" b="false">
                <a:latin typeface="Times New Roman" panose="02020603050405020304" pitchFamily="18" charset="0"/>
              </a:rPr>
              <a:t>46</a:t>
            </a:fld>
            <a:endParaRPr lang="en-US" altLang="zh-CN" sz="1200" b="false">
              <a:latin typeface="Times New Roman" panose="02020603050405020304" pitchFamily="18" charset="0"/>
            </a:endParaRPr>
          </a:p>
        </p:txBody>
      </p:sp>
      <p:sp>
        <p:nvSpPr>
          <p:cNvPr id="140" name="Rectangle 2"/>
          <p:cNvSpPr>
            <a:spLocks noGrp="true" noRot="true" noChangeAspect="true" noChangeArrowheads="true" noTextEdit="true"/>
          </p:cNvSpPr>
          <p:nvPr>
            <p:ph type="sldImg"/>
          </p:nvPr>
        </p:nvSpPr>
        <p:spPr/>
        <p:txBody>
          <a:bodyPr/>
          <a:p>
            <a:pPr/>
            <a:endParaRPr/>
          </a:p>
        </p:txBody>
      </p:sp>
      <p:sp>
        <p:nvSpPr>
          <p:cNvPr id="141" name="Rectangle 3"/>
          <p:cNvSpPr>
            <a:spLocks noGrp="true" noChangeArrowheads="true"/>
          </p:cNvSpPr>
          <p:nvPr>
            <p:ph type="body" idx="1"/>
          </p:nvPr>
        </p:nvSpPr>
        <p:spPr>
          <a:noFill/>
          <a:extLst>
            <a:ext uri="{909E8E84-426E-40DD-AFC4-6F175D3DCCD1}"/>
            <a:ext uri="{91240B29-F687-4F45-9708-019B960494DF}"/>
          </a:extLst>
        </p:spPr>
        <p:txBody>
          <a:bodyPr/>
          <a:lstStyle/>
          <a:p>
            <a:pPr eaLnBrk="true" hangingPunct="true"/>
            <a:endParaRPr lang="zh-CN" altLang="en-US">
              <a:latin typeface="Times New Roman" panose="02020603050405020304" pitchFamily="18" charset="0"/>
              <a:ea typeface="宋体" pitchFamily="2" charset="-122"/>
            </a:endParaRPr>
          </a:p>
        </p:txBody>
      </p:sp>
    </p:spTree>
  </p:cSld>
</p:notes>
</file>

<file path=ppt/notesSlides/notesSlide37.xml><?xml version="1.0" encoding="utf-8"?>
<p:notes xmlns:a="http://schemas.openxmlformats.org/drawingml/2006/main" xmlns:p="http://schemas.openxmlformats.org/presentationml/2006/main">
  <p:cSld>
    <p:spTree>
      <p:nvGrpSpPr>
        <p:cNvPr id="14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Rectangle 7"/>
          <p:cNvSpPr>
            <a:spLocks noGrp="true" noChangeArrowheads="true"/>
          </p:cNvSpPr>
          <p:nvPr>
            <p:ph type="sldNum" sz="quarter" idx="5"/>
          </p:nvPr>
        </p:nvSpPr>
        <p:spPr>
          <a:noFill/>
          <a:extLst>
            <a:ext uri="{909E8E84-426E-40DD-AFC4-6F175D3DCCD1}"/>
            <a:ext uri="{91240B29-F687-4F45-9708-019B960494DF}"/>
          </a:extLst>
        </p:spPr>
        <p:txBody>
          <a:bodyPr/>
          <a:lstStyle>
            <a:lvl1pPr>
              <a:defRPr sz="2000" b="true">
                <a:solidFill>
                  <a:schemeClr val="tx1"/>
                </a:solidFill>
                <a:latin typeface="Comic Sans MS" panose="030F0702030302020204" charset="0"/>
                <a:ea typeface="宋体" pitchFamily="2" charset="-122"/>
              </a:defRPr>
            </a:lvl1pPr>
            <a:lvl2pPr marL="742950" indent="-285750">
              <a:defRPr sz="2000" b="true">
                <a:solidFill>
                  <a:schemeClr val="tx1"/>
                </a:solidFill>
                <a:latin typeface="Comic Sans MS" panose="030F0702030302020204" charset="0"/>
                <a:ea typeface="宋体" pitchFamily="2" charset="-122"/>
              </a:defRPr>
            </a:lvl2pPr>
            <a:lvl3pPr marL="1143000" indent="-228600">
              <a:defRPr sz="2000" b="true">
                <a:solidFill>
                  <a:schemeClr val="tx1"/>
                </a:solidFill>
                <a:latin typeface="Comic Sans MS" panose="030F0702030302020204" charset="0"/>
                <a:ea typeface="宋体" pitchFamily="2" charset="-122"/>
              </a:defRPr>
            </a:lvl3pPr>
            <a:lvl4pPr marL="1600200" indent="-228600">
              <a:defRPr sz="2000" b="true">
                <a:solidFill>
                  <a:schemeClr val="tx1"/>
                </a:solidFill>
                <a:latin typeface="Comic Sans MS" panose="030F0702030302020204" charset="0"/>
                <a:ea typeface="宋体" pitchFamily="2" charset="-122"/>
              </a:defRPr>
            </a:lvl4pPr>
            <a:lvl5pPr marL="2057400" indent="-228600">
              <a:defRPr sz="2000" b="true">
                <a:solidFill>
                  <a:schemeClr val="tx1"/>
                </a:solidFill>
                <a:latin typeface="Comic Sans MS" panose="030F0702030302020204" charset="0"/>
                <a:ea typeface="宋体" pitchFamily="2" charset="-122"/>
              </a:defRPr>
            </a:lvl5pPr>
            <a:lvl6pPr marL="2514600" indent="-228600" eaLnBrk="false" fontAlgn="base" hangingPunct="false">
              <a:spcBef>
                <a:spcPct val="1"/>
              </a:spcBef>
              <a:spcAft>
                <a:spcPct val="1"/>
              </a:spcAft>
              <a:defRPr sz="2000" b="true">
                <a:solidFill>
                  <a:schemeClr val="tx1"/>
                </a:solidFill>
                <a:latin typeface="Comic Sans MS" panose="030F0702030302020204" charset="0"/>
                <a:ea typeface="宋体" pitchFamily="2" charset="-122"/>
              </a:defRPr>
            </a:lvl6pPr>
            <a:lvl7pPr marL="2971800" indent="-228600" eaLnBrk="false" fontAlgn="base" hangingPunct="false">
              <a:spcBef>
                <a:spcPct val="1"/>
              </a:spcBef>
              <a:spcAft>
                <a:spcPct val="1"/>
              </a:spcAft>
              <a:defRPr sz="2000" b="true">
                <a:solidFill>
                  <a:schemeClr val="tx1"/>
                </a:solidFill>
                <a:latin typeface="Comic Sans MS" panose="030F0702030302020204" charset="0"/>
                <a:ea typeface="宋体" pitchFamily="2" charset="-122"/>
              </a:defRPr>
            </a:lvl7pPr>
            <a:lvl8pPr marL="3429000" indent="-228600" eaLnBrk="false" fontAlgn="base" hangingPunct="false">
              <a:spcBef>
                <a:spcPct val="1"/>
              </a:spcBef>
              <a:spcAft>
                <a:spcPct val="1"/>
              </a:spcAft>
              <a:defRPr sz="2000" b="true">
                <a:solidFill>
                  <a:schemeClr val="tx1"/>
                </a:solidFill>
                <a:latin typeface="Comic Sans MS" panose="030F0702030302020204" charset="0"/>
                <a:ea typeface="宋体" pitchFamily="2" charset="-122"/>
              </a:defRPr>
            </a:lvl8pPr>
            <a:lvl9pPr marL="3886200" indent="-228600" eaLnBrk="false" fontAlgn="base" hangingPunct="false">
              <a:spcBef>
                <a:spcPct val="1"/>
              </a:spcBef>
              <a:spcAft>
                <a:spcPct val="1"/>
              </a:spcAft>
              <a:defRPr sz="2000" b="true">
                <a:solidFill>
                  <a:schemeClr val="tx1"/>
                </a:solidFill>
                <a:latin typeface="Comic Sans MS" panose="030F0702030302020204" charset="0"/>
                <a:ea typeface="宋体" pitchFamily="2" charset="-122"/>
              </a:defRPr>
            </a:lvl9pPr>
          </a:lstStyle>
          <a:p>
            <a:pPr/>
            <a:fld id="{A7212F89-8074-5D45-B785-48DFC254CB1E}" type="slidenum">
              <a:rPr lang="zh-CN" altLang="en-US" sz="1200" b="false">
                <a:latin typeface="Times New Roman" panose="02020603050405020304" pitchFamily="18" charset="0"/>
              </a:rPr>
              <a:t>47</a:t>
            </a:fld>
            <a:endParaRPr lang="en-US" altLang="zh-CN" sz="1200" b="false">
              <a:latin typeface="Times New Roman" panose="02020603050405020304" pitchFamily="18" charset="0"/>
            </a:endParaRPr>
          </a:p>
        </p:txBody>
      </p:sp>
      <p:sp>
        <p:nvSpPr>
          <p:cNvPr id="144" name="Rectangle 2"/>
          <p:cNvSpPr>
            <a:spLocks noGrp="true" noRot="true" noChangeAspect="true" noChangeArrowheads="true" noTextEdit="true"/>
          </p:cNvSpPr>
          <p:nvPr>
            <p:ph type="sldImg"/>
          </p:nvPr>
        </p:nvSpPr>
        <p:spPr/>
        <p:txBody>
          <a:bodyPr/>
          <a:p>
            <a:pPr/>
            <a:endParaRPr/>
          </a:p>
        </p:txBody>
      </p:sp>
      <p:sp>
        <p:nvSpPr>
          <p:cNvPr id="145" name="Rectangle 3"/>
          <p:cNvSpPr>
            <a:spLocks noGrp="true" noChangeArrowheads="true"/>
          </p:cNvSpPr>
          <p:nvPr>
            <p:ph type="body" idx="1"/>
          </p:nvPr>
        </p:nvSpPr>
        <p:spPr>
          <a:noFill/>
          <a:extLst>
            <a:ext uri="{909E8E84-426E-40DD-AFC4-6F175D3DCCD1}"/>
            <a:ext uri="{91240B29-F687-4F45-9708-019B960494DF}"/>
          </a:extLst>
        </p:spPr>
        <p:txBody>
          <a:bodyPr/>
          <a:lstStyle/>
          <a:p>
            <a:pPr eaLnBrk="true" hangingPunct="true"/>
            <a:endParaRPr lang="zh-CN" altLang="en-US">
              <a:latin typeface="Times New Roman" panose="02020603050405020304" pitchFamily="18" charset="0"/>
              <a:ea typeface="宋体" pitchFamily="2" charset="-122"/>
            </a:endParaRPr>
          </a:p>
        </p:txBody>
      </p:sp>
    </p:spTree>
  </p:cSld>
</p:notes>
</file>

<file path=ppt/notesSlides/notesSlide38.xml><?xml version="1.0" encoding="utf-8"?>
<p:notes xmlns:a="http://schemas.openxmlformats.org/drawingml/2006/main" xmlns:p="http://schemas.openxmlformats.org/presentationml/2006/main">
  <p:cSld>
    <p:spTree>
      <p:nvGrpSpPr>
        <p:cNvPr id="146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幻灯片图像占位符 1"/>
          <p:cNvSpPr>
            <a:spLocks noGrp="true" noRot="true" noChangeAspect="true" noChangeArrowheads="true" noTextEdit="true"/>
          </p:cNvSpPr>
          <p:nvPr>
            <p:ph type="sldImg"/>
          </p:nvPr>
        </p:nvSpPr>
        <p:spPr/>
        <p:txBody>
          <a:bodyPr/>
          <a:p>
            <a:pPr/>
            <a:endParaRPr/>
          </a:p>
        </p:txBody>
      </p:sp>
      <p:sp>
        <p:nvSpPr>
          <p:cNvPr id="148" name="备注占位符 2"/>
          <p:cNvSpPr>
            <a:spLocks noGrp="true"/>
          </p:cNvSpPr>
          <p:nvPr>
            <p:ph type="body" idx="1"/>
          </p:nvPr>
        </p:nvSpPr>
        <p:spPr>
          <a:noFill/>
          <a:extLst>
            <a:ext uri="{909E8E84-426E-40DD-AFC4-6F175D3DCCD1}"/>
            <a:ext uri="{91240B29-F687-4F45-9708-019B960494DF}"/>
          </a:extLst>
        </p:spPr>
        <p:txBody>
          <a:bodyPr/>
          <a:lstStyle/>
          <a:p>
            <a:pPr/>
            <a:r>
              <a:rPr lang="zh-CN" altLang="en-US" dirty="false">
                <a:latin typeface="Times New Roman" panose="02020603050405020304" pitchFamily="18" charset="0"/>
                <a:ea typeface="宋体" pitchFamily="2" charset="-122"/>
              </a:rPr>
              <a:t>要点</a:t>
            </a:r>
            <a:r>
              <a:rPr lang="en-US" altLang="zh-CN" dirty="false">
                <a:latin typeface="Times New Roman" panose="02020603050405020304" pitchFamily="18" charset="0"/>
                <a:ea typeface="宋体" pitchFamily="2" charset="-122"/>
              </a:rPr>
              <a:t>1</a:t>
            </a:r>
            <a:r>
              <a:rPr lang="zh-CN" altLang="en-US" dirty="false">
                <a:latin typeface="Times New Roman" panose="02020603050405020304" pitchFamily="18" charset="0"/>
                <a:ea typeface="宋体" pitchFamily="2" charset="-122"/>
              </a:rPr>
              <a:t>：进程进入阻塞（</a:t>
            </a:r>
            <a:r>
              <a:rPr lang="en-US" altLang="zh-CN" dirty="false">
                <a:latin typeface="Times New Roman" panose="02020603050405020304" pitchFamily="18" charset="0"/>
                <a:ea typeface="宋体" pitchFamily="2" charset="-122"/>
              </a:rPr>
              <a:t>blocked</a:t>
            </a:r>
            <a:r>
              <a:rPr lang="zh-CN" altLang="en-US" dirty="false">
                <a:latin typeface="Times New Roman" panose="02020603050405020304" pitchFamily="18" charset="0"/>
                <a:ea typeface="宋体" pitchFamily="2" charset="-122"/>
              </a:rPr>
              <a:t>）状态，还是可能会被信号唤醒，切换到</a:t>
            </a:r>
            <a:r>
              <a:rPr lang="en-US" altLang="zh-CN" dirty="false">
                <a:latin typeface="Times New Roman" panose="02020603050405020304" pitchFamily="18" charset="0"/>
                <a:ea typeface="宋体" pitchFamily="2" charset="-122"/>
              </a:rPr>
              <a:t>handler</a:t>
            </a:r>
            <a:r>
              <a:rPr lang="zh-CN" altLang="en-US" dirty="false">
                <a:latin typeface="Times New Roman" panose="02020603050405020304" pitchFamily="18" charset="0"/>
                <a:ea typeface="宋体" pitchFamily="2" charset="-122"/>
              </a:rPr>
              <a:t>处理信号的。</a:t>
            </a:r>
            <a:endParaRPr lang="en-US" altLang="zh-CN" dirty="false">
              <a:latin typeface="Times New Roman" panose="02020603050405020304" pitchFamily="18" charset="0"/>
              <a:ea typeface="宋体" pitchFamily="2" charset="-122"/>
            </a:endParaRPr>
          </a:p>
          <a:p>
            <a:pPr/>
            <a:r>
              <a:rPr lang="zh-CN" altLang="en-US" dirty="false">
                <a:latin typeface="Times New Roman" panose="02020603050405020304" pitchFamily="18" charset="0"/>
                <a:ea typeface="宋体" pitchFamily="2" charset="-122"/>
              </a:rPr>
              <a:t>要点</a:t>
            </a:r>
            <a:r>
              <a:rPr lang="en-US" altLang="zh-CN" dirty="false">
                <a:latin typeface="Times New Roman" panose="02020603050405020304" pitchFamily="18" charset="0"/>
                <a:ea typeface="宋体" pitchFamily="2" charset="-122"/>
              </a:rPr>
              <a:t>2</a:t>
            </a:r>
            <a:r>
              <a:rPr lang="zh-CN" altLang="en-US" dirty="false">
                <a:latin typeface="Times New Roman" panose="02020603050405020304" pitchFamily="18" charset="0"/>
                <a:ea typeface="宋体" pitchFamily="2" charset="-122"/>
              </a:rPr>
              <a:t>：同一个信号的</a:t>
            </a:r>
            <a:r>
              <a:rPr lang="en-US" altLang="zh-CN" dirty="false">
                <a:latin typeface="Times New Roman" panose="02020603050405020304" pitchFamily="18" charset="0"/>
                <a:ea typeface="宋体" pitchFamily="2" charset="-122"/>
              </a:rPr>
              <a:t>handler</a:t>
            </a:r>
            <a:r>
              <a:rPr lang="zh-CN" altLang="en-US" dirty="false">
                <a:latin typeface="Times New Roman" panose="02020603050405020304" pitchFamily="18" charset="0"/>
                <a:ea typeface="宋体" pitchFamily="2" charset="-122"/>
              </a:rPr>
              <a:t>再返回前不可再次调用，也就是进入信号处理</a:t>
            </a:r>
            <a:r>
              <a:rPr lang="en-US" altLang="zh-CN" dirty="false">
                <a:latin typeface="Times New Roman" panose="02020603050405020304" pitchFamily="18" charset="0"/>
                <a:ea typeface="宋体" pitchFamily="2" charset="-122"/>
              </a:rPr>
              <a:t>handler</a:t>
            </a:r>
            <a:r>
              <a:rPr lang="zh-CN" altLang="en-US" dirty="false">
                <a:latin typeface="Times New Roman" panose="02020603050405020304" pitchFamily="18" charset="0"/>
                <a:ea typeface="宋体" pitchFamily="2" charset="-122"/>
              </a:rPr>
              <a:t>的条件是之前同类信息信号的</a:t>
            </a:r>
            <a:r>
              <a:rPr lang="en-US" altLang="zh-CN" dirty="false">
                <a:latin typeface="Times New Roman" panose="02020603050405020304" pitchFamily="18" charset="0"/>
                <a:ea typeface="宋体" pitchFamily="2" charset="-122"/>
              </a:rPr>
              <a:t>handler</a:t>
            </a:r>
            <a:r>
              <a:rPr lang="zh-CN" altLang="en-US" dirty="false">
                <a:latin typeface="Times New Roman" panose="02020603050405020304" pitchFamily="18" charset="0"/>
                <a:ea typeface="宋体" pitchFamily="2" charset="-122"/>
              </a:rPr>
              <a:t>必须返回，才能再次进入</a:t>
            </a:r>
            <a:r>
              <a:rPr lang="en-US" altLang="zh-CN" dirty="false">
                <a:latin typeface="Times New Roman" panose="02020603050405020304" pitchFamily="18" charset="0"/>
                <a:ea typeface="宋体" pitchFamily="2" charset="-122"/>
              </a:rPr>
              <a:t>handler</a:t>
            </a:r>
            <a:r>
              <a:rPr lang="zh-CN" altLang="en-US" dirty="false">
                <a:latin typeface="Times New Roman" panose="02020603050405020304" pitchFamily="18" charset="0"/>
                <a:ea typeface="宋体" pitchFamily="2" charset="-122"/>
              </a:rPr>
              <a:t>。比如</a:t>
            </a:r>
            <a:r>
              <a:rPr lang="en-US" altLang="zh-CN" dirty="false">
                <a:latin typeface="Times New Roman" panose="02020603050405020304" pitchFamily="18" charset="0"/>
                <a:ea typeface="宋体" pitchFamily="2" charset="-122"/>
              </a:rPr>
              <a:t>SIGUSR1</a:t>
            </a:r>
            <a:r>
              <a:rPr lang="zh-CN" altLang="en-US" dirty="false">
                <a:latin typeface="Times New Roman" panose="02020603050405020304" pitchFamily="18" charset="0"/>
                <a:ea typeface="宋体" pitchFamily="2" charset="-122"/>
              </a:rPr>
              <a:t>的</a:t>
            </a:r>
            <a:r>
              <a:rPr lang="en-US" altLang="zh-CN" dirty="false">
                <a:latin typeface="Times New Roman" panose="02020603050405020304" pitchFamily="18" charset="0"/>
                <a:ea typeface="宋体" pitchFamily="2" charset="-122"/>
              </a:rPr>
              <a:t>handler</a:t>
            </a:r>
            <a:r>
              <a:rPr lang="zh-CN" altLang="en-US" dirty="false">
                <a:latin typeface="Times New Roman" panose="02020603050405020304" pitchFamily="18" charset="0"/>
                <a:ea typeface="宋体" pitchFamily="2" charset="-122"/>
              </a:rPr>
              <a:t>调用</a:t>
            </a:r>
            <a:r>
              <a:rPr lang="en-US" altLang="zh-CN" dirty="false">
                <a:latin typeface="Times New Roman" panose="02020603050405020304" pitchFamily="18" charset="0"/>
                <a:ea typeface="宋体" pitchFamily="2" charset="-122"/>
              </a:rPr>
              <a:t>SIGUSR2</a:t>
            </a:r>
            <a:r>
              <a:rPr lang="zh-CN" altLang="en-US" dirty="false">
                <a:latin typeface="Times New Roman" panose="02020603050405020304" pitchFamily="18" charset="0"/>
                <a:ea typeface="宋体" pitchFamily="2" charset="-122"/>
              </a:rPr>
              <a:t>的</a:t>
            </a:r>
            <a:r>
              <a:rPr lang="en-US" altLang="zh-CN" dirty="false">
                <a:latin typeface="Times New Roman" panose="02020603050405020304" pitchFamily="18" charset="0"/>
                <a:ea typeface="宋体" pitchFamily="2" charset="-122"/>
              </a:rPr>
              <a:t>handler</a:t>
            </a:r>
            <a:r>
              <a:rPr lang="zh-CN" altLang="en-US" dirty="false">
                <a:latin typeface="Times New Roman" panose="02020603050405020304" pitchFamily="18" charset="0"/>
                <a:ea typeface="宋体" pitchFamily="2" charset="-122"/>
              </a:rPr>
              <a:t>，在后者处理过程中再来</a:t>
            </a:r>
            <a:r>
              <a:rPr lang="en-US" altLang="zh-CN" dirty="false">
                <a:latin typeface="Times New Roman" panose="02020603050405020304" pitchFamily="18" charset="0"/>
                <a:ea typeface="宋体" pitchFamily="2" charset="-122"/>
              </a:rPr>
              <a:t>SIGUSR1,</a:t>
            </a:r>
            <a:r>
              <a:rPr lang="zh-CN" altLang="en-US" dirty="false">
                <a:latin typeface="Times New Roman" panose="02020603050405020304" pitchFamily="18" charset="0"/>
                <a:ea typeface="宋体" pitchFamily="2" charset="-122"/>
              </a:rPr>
              <a:t>是不能进入的，只是记录下来信号到达。必须等第一个</a:t>
            </a:r>
            <a:r>
              <a:rPr lang="en-US" altLang="zh-CN" dirty="false">
                <a:latin typeface="Times New Roman" panose="02020603050405020304" pitchFamily="18" charset="0"/>
                <a:ea typeface="宋体" pitchFamily="2" charset="-122"/>
              </a:rPr>
              <a:t>SIGUSR1</a:t>
            </a:r>
            <a:r>
              <a:rPr lang="zh-CN" altLang="en-US" dirty="false">
                <a:latin typeface="Times New Roman" panose="02020603050405020304" pitchFamily="18" charset="0"/>
                <a:ea typeface="宋体" pitchFamily="2" charset="-122"/>
              </a:rPr>
              <a:t>彻底返回，才会再次进入</a:t>
            </a:r>
            <a:r>
              <a:rPr lang="en-US" altLang="zh-CN" dirty="false">
                <a:latin typeface="Times New Roman" panose="02020603050405020304" pitchFamily="18" charset="0"/>
                <a:ea typeface="宋体" pitchFamily="2" charset="-122"/>
              </a:rPr>
              <a:t>SIGUSR1</a:t>
            </a:r>
            <a:r>
              <a:rPr lang="zh-CN" altLang="en-US" dirty="false">
                <a:latin typeface="Times New Roman" panose="02020603050405020304" pitchFamily="18" charset="0"/>
                <a:ea typeface="宋体" pitchFamily="2" charset="-122"/>
              </a:rPr>
              <a:t>的</a:t>
            </a:r>
            <a:r>
              <a:rPr lang="en-US" altLang="zh-CN" dirty="false">
                <a:latin typeface="Times New Roman" panose="02020603050405020304" pitchFamily="18" charset="0"/>
                <a:ea typeface="宋体" pitchFamily="2" charset="-122"/>
              </a:rPr>
              <a:t>handler</a:t>
            </a:r>
            <a:r>
              <a:rPr lang="zh-CN" altLang="en-US" dirty="false">
                <a:latin typeface="Times New Roman" panose="02020603050405020304" pitchFamily="18" charset="0"/>
                <a:ea typeface="宋体" pitchFamily="2" charset="-122"/>
              </a:rPr>
              <a:t>。</a:t>
            </a:r>
            <a:r>
              <a:rPr lang="en-US" altLang="zh-CN" baseline="0" dirty="false">
                <a:latin typeface="Times New Roman" panose="02020603050405020304" pitchFamily="18" charset="0"/>
                <a:ea typeface="宋体" pitchFamily="2" charset="-122"/>
              </a:rPr>
              <a:t> </a:t>
            </a:r>
            <a:endParaRPr lang="en-US" altLang="zh-CN" dirty="false">
              <a:latin typeface="Times New Roman" panose="02020603050405020304" pitchFamily="18" charset="0"/>
              <a:ea typeface="宋体" pitchFamily="2" charset="-122"/>
            </a:endParaRPr>
          </a:p>
          <a:p>
            <a:pPr/>
            <a:endParaRPr lang="en-US" altLang="zh-CN" dirty="false">
              <a:latin typeface="Times New Roman" panose="02020603050405020304" pitchFamily="18" charset="0"/>
              <a:ea typeface="宋体" pitchFamily="2" charset="-122"/>
            </a:endParaRPr>
          </a:p>
          <a:p>
            <a:pPr/>
            <a:r>
              <a:rPr lang="zh-CN" altLang="en-US" dirty="false">
                <a:latin typeface="Times New Roman" panose="02020603050405020304" pitchFamily="18" charset="0"/>
                <a:ea typeface="宋体" pitchFamily="2" charset="-122"/>
              </a:rPr>
              <a:t>流程：不论先调度父进程，还是先调度子进程，第一个</a:t>
            </a:r>
            <a:r>
              <a:rPr lang="en-US" altLang="zh-CN" dirty="false">
                <a:latin typeface="Times New Roman" panose="02020603050405020304" pitchFamily="18" charset="0"/>
                <a:ea typeface="宋体" pitchFamily="2" charset="-122"/>
              </a:rPr>
              <a:t>SIGUSR2</a:t>
            </a:r>
            <a:r>
              <a:rPr lang="zh-CN" altLang="en-US" dirty="false">
                <a:latin typeface="Times New Roman" panose="02020603050405020304" pitchFamily="18" charset="0"/>
                <a:ea typeface="宋体" pitchFamily="2" charset="-122"/>
              </a:rPr>
              <a:t>信号很快会发出，</a:t>
            </a:r>
            <a:r>
              <a:rPr lang="en-US" altLang="zh-CN" dirty="false">
                <a:latin typeface="Times New Roman" panose="02020603050405020304" pitchFamily="18" charset="0"/>
                <a:ea typeface="宋体" pitchFamily="2" charset="-122"/>
              </a:rPr>
              <a:t>handler</a:t>
            </a:r>
            <a:r>
              <a:rPr lang="zh-CN" altLang="en-US" dirty="false">
                <a:latin typeface="Times New Roman" panose="02020603050405020304" pitchFamily="18" charset="0"/>
                <a:ea typeface="宋体" pitchFamily="2" charset="-122"/>
              </a:rPr>
              <a:t>处理，</a:t>
            </a:r>
            <a:r>
              <a:rPr lang="en-US" altLang="zh-CN" dirty="false">
                <a:latin typeface="Times New Roman" panose="02020603050405020304" pitchFamily="18" charset="0"/>
                <a:ea typeface="宋体" pitchFamily="2" charset="-122"/>
              </a:rPr>
              <a:t>count++</a:t>
            </a:r>
            <a:r>
              <a:rPr lang="zh-CN" altLang="en-US" dirty="false">
                <a:latin typeface="Times New Roman" panose="02020603050405020304" pitchFamily="18" charset="0"/>
                <a:ea typeface="宋体" pitchFamily="2" charset="-122"/>
              </a:rPr>
              <a:t>，然后进入</a:t>
            </a:r>
            <a:r>
              <a:rPr lang="en-US" altLang="zh-CN" dirty="false">
                <a:latin typeface="Times New Roman" panose="02020603050405020304" pitchFamily="18" charset="0"/>
                <a:ea typeface="宋体" pitchFamily="2" charset="-122"/>
              </a:rPr>
              <a:t>sleep(1)</a:t>
            </a:r>
            <a:r>
              <a:rPr lang="zh-CN" altLang="en-US" dirty="false">
                <a:latin typeface="Times New Roman" panose="02020603050405020304" pitchFamily="18" charset="0"/>
                <a:ea typeface="宋体" pitchFamily="2" charset="-122"/>
              </a:rPr>
              <a:t>。</a:t>
            </a:r>
            <a:endParaRPr lang="en-US" altLang="zh-CN" dirty="false">
              <a:latin typeface="Times New Roman" panose="02020603050405020304" pitchFamily="18" charset="0"/>
              <a:ea typeface="宋体" pitchFamily="2" charset="-122"/>
            </a:endParaRPr>
          </a:p>
          <a:p>
            <a:pPr/>
            <a:r>
              <a:rPr lang="zh-CN" altLang="en-US" dirty="false">
                <a:latin typeface="Times New Roman" panose="02020603050405020304" pitchFamily="18" charset="0"/>
                <a:ea typeface="宋体" pitchFamily="2" charset="-122"/>
              </a:rPr>
              <a:t>然后再收到第二个</a:t>
            </a:r>
            <a:r>
              <a:rPr lang="en-US" altLang="zh-CN" dirty="false">
                <a:latin typeface="Times New Roman" panose="02020603050405020304" pitchFamily="18" charset="0"/>
                <a:ea typeface="宋体" pitchFamily="2" charset="-122"/>
              </a:rPr>
              <a:t>SIGUSR2</a:t>
            </a:r>
            <a:r>
              <a:rPr lang="zh-CN" altLang="en-US" dirty="false">
                <a:latin typeface="Times New Roman" panose="02020603050405020304" pitchFamily="18" charset="0"/>
                <a:ea typeface="宋体" pitchFamily="2" charset="-122"/>
              </a:rPr>
              <a:t>信号时，由于对第一个</a:t>
            </a:r>
            <a:r>
              <a:rPr lang="en-US" altLang="zh-CN" dirty="false">
                <a:latin typeface="Times New Roman" panose="02020603050405020304" pitchFamily="18" charset="0"/>
                <a:ea typeface="宋体" pitchFamily="2" charset="-122"/>
              </a:rPr>
              <a:t>SIGUSR2</a:t>
            </a:r>
            <a:r>
              <a:rPr lang="zh-CN" altLang="en-US" dirty="false">
                <a:latin typeface="Times New Roman" panose="02020603050405020304" pitchFamily="18" charset="0"/>
                <a:ea typeface="宋体" pitchFamily="2" charset="-122"/>
              </a:rPr>
              <a:t>信号的</a:t>
            </a:r>
            <a:r>
              <a:rPr lang="en-US" altLang="zh-CN" dirty="false">
                <a:latin typeface="Times New Roman" panose="02020603050405020304" pitchFamily="18" charset="0"/>
                <a:ea typeface="宋体" pitchFamily="2" charset="-122"/>
              </a:rPr>
              <a:t>handler</a:t>
            </a:r>
            <a:r>
              <a:rPr lang="zh-CN" altLang="en-US" dirty="false">
                <a:latin typeface="Times New Roman" panose="02020603050405020304" pitchFamily="18" charset="0"/>
                <a:ea typeface="宋体" pitchFamily="2" charset="-122"/>
              </a:rPr>
              <a:t>还没有返回，所以不能重入，信号记录，但是不会处理。</a:t>
            </a:r>
            <a:endParaRPr lang="en-US" altLang="zh-CN" dirty="false">
              <a:latin typeface="Times New Roman" panose="02020603050405020304" pitchFamily="18" charset="0"/>
              <a:ea typeface="宋体" pitchFamily="2" charset="-122"/>
            </a:endParaRPr>
          </a:p>
          <a:p>
            <a:pPr/>
            <a:r>
              <a:rPr lang="zh-CN" altLang="en-US" dirty="false">
                <a:latin typeface="Times New Roman" panose="02020603050405020304" pitchFamily="18" charset="0"/>
                <a:ea typeface="宋体" pitchFamily="2" charset="-122"/>
              </a:rPr>
              <a:t>然后在</a:t>
            </a:r>
            <a:r>
              <a:rPr lang="en-US" altLang="zh-CN" dirty="false">
                <a:latin typeface="Times New Roman" panose="02020603050405020304" pitchFamily="18" charset="0"/>
                <a:ea typeface="宋体" pitchFamily="2" charset="-122"/>
              </a:rPr>
              <a:t>sleep</a:t>
            </a:r>
            <a:r>
              <a:rPr lang="zh-CN" altLang="en-US" dirty="false">
                <a:latin typeface="Times New Roman" panose="02020603050405020304" pitchFamily="18" charset="0"/>
                <a:ea typeface="宋体" pitchFamily="2" charset="-122"/>
              </a:rPr>
              <a:t>的</a:t>
            </a:r>
            <a:r>
              <a:rPr lang="en-US" altLang="zh-CN" dirty="false">
                <a:latin typeface="Times New Roman" panose="02020603050405020304" pitchFamily="18" charset="0"/>
                <a:ea typeface="宋体" pitchFamily="2" charset="-122"/>
              </a:rPr>
              <a:t>1</a:t>
            </a:r>
            <a:r>
              <a:rPr lang="zh-CN" altLang="en-US" dirty="false">
                <a:latin typeface="Times New Roman" panose="02020603050405020304" pitchFamily="18" charset="0"/>
                <a:ea typeface="宋体" pitchFamily="2" charset="-122"/>
              </a:rPr>
              <a:t>秒之内，后续的</a:t>
            </a:r>
            <a:r>
              <a:rPr lang="en-US" altLang="zh-CN" dirty="false">
                <a:latin typeface="Times New Roman" panose="02020603050405020304" pitchFamily="18" charset="0"/>
                <a:ea typeface="宋体" pitchFamily="2" charset="-122"/>
              </a:rPr>
              <a:t>4</a:t>
            </a:r>
            <a:r>
              <a:rPr lang="zh-CN" altLang="en-US" dirty="false">
                <a:latin typeface="Times New Roman" panose="02020603050405020304" pitchFamily="18" charset="0"/>
                <a:ea typeface="宋体" pitchFamily="2" charset="-122"/>
              </a:rPr>
              <a:t>个信号都会发出，但会叠加在一起，等从</a:t>
            </a:r>
            <a:r>
              <a:rPr lang="en-US" altLang="zh-CN" dirty="false">
                <a:latin typeface="Times New Roman" panose="02020603050405020304" pitchFamily="18" charset="0"/>
                <a:ea typeface="宋体" pitchFamily="2" charset="-122"/>
              </a:rPr>
              <a:t>sleep(1)</a:t>
            </a:r>
            <a:r>
              <a:rPr lang="zh-CN" altLang="en-US" dirty="false">
                <a:latin typeface="Times New Roman" panose="02020603050405020304" pitchFamily="18" charset="0"/>
                <a:ea typeface="宋体" pitchFamily="2" charset="-122"/>
              </a:rPr>
              <a:t>中返回后，处理时被当作一个信号了。</a:t>
            </a:r>
            <a:endParaRPr lang="en-US" altLang="zh-CN" dirty="false">
              <a:latin typeface="Times New Roman" panose="02020603050405020304" pitchFamily="18" charset="0"/>
              <a:ea typeface="宋体" pitchFamily="2" charset="-122"/>
            </a:endParaRPr>
          </a:p>
        </p:txBody>
      </p:sp>
      <p:sp>
        <p:nvSpPr>
          <p:cNvPr id="149" name="幻灯片编号占位符 3"/>
          <p:cNvSpPr>
            <a:spLocks noGrp="true"/>
          </p:cNvSpPr>
          <p:nvPr>
            <p:ph type="sldNum" sz="quarter" idx="5"/>
          </p:nvPr>
        </p:nvSpPr>
        <p:spPr>
          <a:noFill/>
          <a:extLst>
            <a:ext uri="{909E8E84-426E-40DD-AFC4-6F175D3DCCD1}"/>
            <a:ext uri="{91240B29-F687-4F45-9708-019B960494DF}"/>
          </a:extLst>
        </p:spPr>
        <p:txBody>
          <a:bodyPr/>
          <a:lstStyle>
            <a:lvl1pPr>
              <a:defRPr sz="2000" b="true">
                <a:solidFill>
                  <a:schemeClr val="tx1"/>
                </a:solidFill>
                <a:latin typeface="Comic Sans MS" panose="030F0702030302020204" charset="0"/>
                <a:ea typeface="宋体" pitchFamily="2" charset="-122"/>
              </a:defRPr>
            </a:lvl1pPr>
            <a:lvl2pPr marL="742950" indent="-285750">
              <a:defRPr sz="2000" b="true">
                <a:solidFill>
                  <a:schemeClr val="tx1"/>
                </a:solidFill>
                <a:latin typeface="Comic Sans MS" panose="030F0702030302020204" charset="0"/>
                <a:ea typeface="宋体" pitchFamily="2" charset="-122"/>
              </a:defRPr>
            </a:lvl2pPr>
            <a:lvl3pPr marL="1143000" indent="-228600">
              <a:defRPr sz="2000" b="true">
                <a:solidFill>
                  <a:schemeClr val="tx1"/>
                </a:solidFill>
                <a:latin typeface="Comic Sans MS" panose="030F0702030302020204" charset="0"/>
                <a:ea typeface="宋体" pitchFamily="2" charset="-122"/>
              </a:defRPr>
            </a:lvl3pPr>
            <a:lvl4pPr marL="1600200" indent="-228600">
              <a:defRPr sz="2000" b="true">
                <a:solidFill>
                  <a:schemeClr val="tx1"/>
                </a:solidFill>
                <a:latin typeface="Comic Sans MS" panose="030F0702030302020204" charset="0"/>
                <a:ea typeface="宋体" pitchFamily="2" charset="-122"/>
              </a:defRPr>
            </a:lvl4pPr>
            <a:lvl5pPr marL="2057400" indent="-228600">
              <a:defRPr sz="2000" b="true">
                <a:solidFill>
                  <a:schemeClr val="tx1"/>
                </a:solidFill>
                <a:latin typeface="Comic Sans MS" panose="030F0702030302020204" charset="0"/>
                <a:ea typeface="宋体" pitchFamily="2" charset="-122"/>
              </a:defRPr>
            </a:lvl5pPr>
            <a:lvl6pPr marL="2514600" indent="-228600" eaLnBrk="false" fontAlgn="base" hangingPunct="false">
              <a:spcBef>
                <a:spcPct val="1"/>
              </a:spcBef>
              <a:spcAft>
                <a:spcPct val="1"/>
              </a:spcAft>
              <a:defRPr sz="2000" b="true">
                <a:solidFill>
                  <a:schemeClr val="tx1"/>
                </a:solidFill>
                <a:latin typeface="Comic Sans MS" panose="030F0702030302020204" charset="0"/>
                <a:ea typeface="宋体" pitchFamily="2" charset="-122"/>
              </a:defRPr>
            </a:lvl6pPr>
            <a:lvl7pPr marL="2971800" indent="-228600" eaLnBrk="false" fontAlgn="base" hangingPunct="false">
              <a:spcBef>
                <a:spcPct val="1"/>
              </a:spcBef>
              <a:spcAft>
                <a:spcPct val="1"/>
              </a:spcAft>
              <a:defRPr sz="2000" b="true">
                <a:solidFill>
                  <a:schemeClr val="tx1"/>
                </a:solidFill>
                <a:latin typeface="Comic Sans MS" panose="030F0702030302020204" charset="0"/>
                <a:ea typeface="宋体" pitchFamily="2" charset="-122"/>
              </a:defRPr>
            </a:lvl7pPr>
            <a:lvl8pPr marL="3429000" indent="-228600" eaLnBrk="false" fontAlgn="base" hangingPunct="false">
              <a:spcBef>
                <a:spcPct val="1"/>
              </a:spcBef>
              <a:spcAft>
                <a:spcPct val="1"/>
              </a:spcAft>
              <a:defRPr sz="2000" b="true">
                <a:solidFill>
                  <a:schemeClr val="tx1"/>
                </a:solidFill>
                <a:latin typeface="Comic Sans MS" panose="030F0702030302020204" charset="0"/>
                <a:ea typeface="宋体" pitchFamily="2" charset="-122"/>
              </a:defRPr>
            </a:lvl8pPr>
            <a:lvl9pPr marL="3886200" indent="-228600" eaLnBrk="false" fontAlgn="base" hangingPunct="false">
              <a:spcBef>
                <a:spcPct val="1"/>
              </a:spcBef>
              <a:spcAft>
                <a:spcPct val="1"/>
              </a:spcAft>
              <a:defRPr sz="2000" b="true">
                <a:solidFill>
                  <a:schemeClr val="tx1"/>
                </a:solidFill>
                <a:latin typeface="Comic Sans MS" panose="030F0702030302020204" charset="0"/>
                <a:ea typeface="宋体" pitchFamily="2" charset="-122"/>
              </a:defRPr>
            </a:lvl9pPr>
          </a:lstStyle>
          <a:p>
            <a:pPr/>
            <a:fld id="{88B49F66-9595-3A47-B108-1913002987C5}" type="slidenum">
              <a:rPr lang="zh-CN" altLang="en-US" sz="1200" b="false">
                <a:latin typeface="Times New Roman" panose="02020603050405020304" pitchFamily="18" charset="0"/>
              </a:rPr>
              <a:t>48</a:t>
            </a:fld>
            <a:endParaRPr lang="en-US" altLang="zh-CN" sz="1200" b="false">
              <a:latin typeface="Times New Roman" panose="02020603050405020304" pitchFamily="18" charset="0"/>
            </a:endParaRPr>
          </a:p>
        </p:txBody>
      </p:sp>
    </p:spTree>
  </p:cSld>
</p:notes>
</file>

<file path=ppt/notesSlides/notesSlide39.xml><?xml version="1.0" encoding="utf-8"?>
<p:notes xmlns:a="http://schemas.openxmlformats.org/drawingml/2006/main" xmlns:p="http://schemas.openxmlformats.org/presentationml/2006/main">
  <p:cSld>
    <p:spTree>
      <p:nvGrpSpPr>
        <p:cNvPr id="150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Rectangle 7"/>
          <p:cNvSpPr>
            <a:spLocks noGrp="true" noChangeArrowheads="true"/>
          </p:cNvSpPr>
          <p:nvPr>
            <p:ph type="sldNum" sz="quarter" idx="5"/>
          </p:nvPr>
        </p:nvSpPr>
        <p:spPr>
          <a:noFill/>
          <a:extLst>
            <a:ext uri="{909E8E84-426E-40DD-AFC4-6F175D3DCCD1}"/>
            <a:ext uri="{91240B29-F687-4F45-9708-019B960494DF}"/>
          </a:extLst>
        </p:spPr>
        <p:txBody>
          <a:bodyPr/>
          <a:lstStyle>
            <a:lvl1pPr>
              <a:defRPr sz="2000" b="true">
                <a:solidFill>
                  <a:schemeClr val="tx1"/>
                </a:solidFill>
                <a:latin typeface="Comic Sans MS" panose="030F0702030302020204" charset="0"/>
                <a:ea typeface="宋体" pitchFamily="2" charset="-122"/>
              </a:defRPr>
            </a:lvl1pPr>
            <a:lvl2pPr marL="742950" indent="-285750">
              <a:defRPr sz="2000" b="true">
                <a:solidFill>
                  <a:schemeClr val="tx1"/>
                </a:solidFill>
                <a:latin typeface="Comic Sans MS" panose="030F0702030302020204" charset="0"/>
                <a:ea typeface="宋体" pitchFamily="2" charset="-122"/>
              </a:defRPr>
            </a:lvl2pPr>
            <a:lvl3pPr marL="1143000" indent="-228600">
              <a:defRPr sz="2000" b="true">
                <a:solidFill>
                  <a:schemeClr val="tx1"/>
                </a:solidFill>
                <a:latin typeface="Comic Sans MS" panose="030F0702030302020204" charset="0"/>
                <a:ea typeface="宋体" pitchFamily="2" charset="-122"/>
              </a:defRPr>
            </a:lvl3pPr>
            <a:lvl4pPr marL="1600200" indent="-228600">
              <a:defRPr sz="2000" b="true">
                <a:solidFill>
                  <a:schemeClr val="tx1"/>
                </a:solidFill>
                <a:latin typeface="Comic Sans MS" panose="030F0702030302020204" charset="0"/>
                <a:ea typeface="宋体" pitchFamily="2" charset="-122"/>
              </a:defRPr>
            </a:lvl4pPr>
            <a:lvl5pPr marL="2057400" indent="-228600">
              <a:defRPr sz="2000" b="true">
                <a:solidFill>
                  <a:schemeClr val="tx1"/>
                </a:solidFill>
                <a:latin typeface="Comic Sans MS" panose="030F0702030302020204" charset="0"/>
                <a:ea typeface="宋体" pitchFamily="2" charset="-122"/>
              </a:defRPr>
            </a:lvl5pPr>
            <a:lvl6pPr marL="2514600" indent="-228600" eaLnBrk="false" fontAlgn="base" hangingPunct="false">
              <a:spcBef>
                <a:spcPct val="1"/>
              </a:spcBef>
              <a:spcAft>
                <a:spcPct val="1"/>
              </a:spcAft>
              <a:defRPr sz="2000" b="true">
                <a:solidFill>
                  <a:schemeClr val="tx1"/>
                </a:solidFill>
                <a:latin typeface="Comic Sans MS" panose="030F0702030302020204" charset="0"/>
                <a:ea typeface="宋体" pitchFamily="2" charset="-122"/>
              </a:defRPr>
            </a:lvl6pPr>
            <a:lvl7pPr marL="2971800" indent="-228600" eaLnBrk="false" fontAlgn="base" hangingPunct="false">
              <a:spcBef>
                <a:spcPct val="1"/>
              </a:spcBef>
              <a:spcAft>
                <a:spcPct val="1"/>
              </a:spcAft>
              <a:defRPr sz="2000" b="true">
                <a:solidFill>
                  <a:schemeClr val="tx1"/>
                </a:solidFill>
                <a:latin typeface="Comic Sans MS" panose="030F0702030302020204" charset="0"/>
                <a:ea typeface="宋体" pitchFamily="2" charset="-122"/>
              </a:defRPr>
            </a:lvl7pPr>
            <a:lvl8pPr marL="3429000" indent="-228600" eaLnBrk="false" fontAlgn="base" hangingPunct="false">
              <a:spcBef>
                <a:spcPct val="1"/>
              </a:spcBef>
              <a:spcAft>
                <a:spcPct val="1"/>
              </a:spcAft>
              <a:defRPr sz="2000" b="true">
                <a:solidFill>
                  <a:schemeClr val="tx1"/>
                </a:solidFill>
                <a:latin typeface="Comic Sans MS" panose="030F0702030302020204" charset="0"/>
                <a:ea typeface="宋体" pitchFamily="2" charset="-122"/>
              </a:defRPr>
            </a:lvl8pPr>
            <a:lvl9pPr marL="3886200" indent="-228600" eaLnBrk="false" fontAlgn="base" hangingPunct="false">
              <a:spcBef>
                <a:spcPct val="1"/>
              </a:spcBef>
              <a:spcAft>
                <a:spcPct val="1"/>
              </a:spcAft>
              <a:defRPr sz="2000" b="true">
                <a:solidFill>
                  <a:schemeClr val="tx1"/>
                </a:solidFill>
                <a:latin typeface="Comic Sans MS" panose="030F0702030302020204" charset="0"/>
                <a:ea typeface="宋体" pitchFamily="2" charset="-122"/>
              </a:defRPr>
            </a:lvl9pPr>
          </a:lstStyle>
          <a:p>
            <a:pPr/>
            <a:fld id="{A2646B77-1003-0343-81E5-16D360A48B6E}" type="slidenum">
              <a:rPr lang="zh-CN" altLang="en-US" sz="1200" b="false">
                <a:latin typeface="Times New Roman" panose="02020603050405020304" pitchFamily="18" charset="0"/>
              </a:rPr>
              <a:t>5</a:t>
            </a:fld>
            <a:endParaRPr lang="en-US" altLang="zh-CN" sz="1200" b="false">
              <a:latin typeface="Times New Roman" panose="02020603050405020304" pitchFamily="18" charset="0"/>
            </a:endParaRPr>
          </a:p>
        </p:txBody>
      </p:sp>
      <p:sp>
        <p:nvSpPr>
          <p:cNvPr id="152" name="Rectangle 2"/>
          <p:cNvSpPr>
            <a:spLocks noGrp="true" noRot="true" noChangeAspect="true" noChangeArrowheads="true" noTextEdit="true"/>
          </p:cNvSpPr>
          <p:nvPr>
            <p:ph type="sldImg"/>
          </p:nvPr>
        </p:nvSpPr>
        <p:spPr/>
        <p:txBody>
          <a:bodyPr/>
          <a:p>
            <a:pPr/>
            <a:endParaRPr/>
          </a:p>
        </p:txBody>
      </p:sp>
      <p:sp>
        <p:nvSpPr>
          <p:cNvPr id="153" name="Rectangle 3"/>
          <p:cNvSpPr>
            <a:spLocks noGrp="true" noChangeArrowheads="true"/>
          </p:cNvSpPr>
          <p:nvPr>
            <p:ph type="body" idx="1"/>
          </p:nvPr>
        </p:nvSpPr>
        <p:spPr>
          <a:noFill/>
          <a:extLst>
            <a:ext uri="{909E8E84-426E-40DD-AFC4-6F175D3DCCD1}"/>
            <a:ext uri="{91240B29-F687-4F45-9708-019B960494DF}"/>
          </a:extLst>
        </p:spPr>
        <p:txBody>
          <a:bodyPr/>
          <a:lstStyle/>
          <a:p>
            <a:pPr eaLnBrk="true" hangingPunct="true"/>
            <a:endParaRPr lang="zh-CN" altLang="en-US">
              <a:latin typeface="Times New Roman" panose="02020603050405020304" pitchFamily="18" charset="0"/>
              <a:ea typeface="宋体" pitchFamily="2" charset="-122"/>
            </a:endParaRPr>
          </a:p>
        </p:txBody>
      </p:sp>
    </p:spTree>
  </p:cSld>
</p:notes>
</file>

<file path=ppt/notesSlides/notesSlide40.xml><?xml version="1.0" encoding="utf-8"?>
<p:notes xmlns:a="http://schemas.openxmlformats.org/drawingml/2006/main" xmlns:p="http://schemas.openxmlformats.org/presentationml/2006/main">
  <p:cSld>
    <p:spTree>
      <p:nvGrpSpPr>
        <p:cNvPr id="154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Rectangle 7"/>
          <p:cNvSpPr>
            <a:spLocks noGrp="true" noChangeArrowheads="true"/>
          </p:cNvSpPr>
          <p:nvPr>
            <p:ph type="sldNum" sz="quarter" idx="5"/>
          </p:nvPr>
        </p:nvSpPr>
        <p:spPr>
          <a:noFill/>
          <a:extLst>
            <a:ext uri="{909E8E84-426E-40DD-AFC4-6F175D3DCCD1}"/>
            <a:ext uri="{91240B29-F687-4F45-9708-019B960494DF}"/>
          </a:extLst>
        </p:spPr>
        <p:txBody>
          <a:bodyPr/>
          <a:lstStyle>
            <a:lvl1pPr>
              <a:defRPr sz="2000" b="true">
                <a:solidFill>
                  <a:schemeClr val="tx1"/>
                </a:solidFill>
                <a:latin typeface="Comic Sans MS" panose="030F0702030302020204" charset="0"/>
                <a:ea typeface="宋体" pitchFamily="2" charset="-122"/>
              </a:defRPr>
            </a:lvl1pPr>
            <a:lvl2pPr marL="742950" indent="-285750">
              <a:defRPr sz="2000" b="true">
                <a:solidFill>
                  <a:schemeClr val="tx1"/>
                </a:solidFill>
                <a:latin typeface="Comic Sans MS" panose="030F0702030302020204" charset="0"/>
                <a:ea typeface="宋体" pitchFamily="2" charset="-122"/>
              </a:defRPr>
            </a:lvl2pPr>
            <a:lvl3pPr marL="1143000" indent="-228600">
              <a:defRPr sz="2000" b="true">
                <a:solidFill>
                  <a:schemeClr val="tx1"/>
                </a:solidFill>
                <a:latin typeface="Comic Sans MS" panose="030F0702030302020204" charset="0"/>
                <a:ea typeface="宋体" pitchFamily="2" charset="-122"/>
              </a:defRPr>
            </a:lvl3pPr>
            <a:lvl4pPr marL="1600200" indent="-228600">
              <a:defRPr sz="2000" b="true">
                <a:solidFill>
                  <a:schemeClr val="tx1"/>
                </a:solidFill>
                <a:latin typeface="Comic Sans MS" panose="030F0702030302020204" charset="0"/>
                <a:ea typeface="宋体" pitchFamily="2" charset="-122"/>
              </a:defRPr>
            </a:lvl4pPr>
            <a:lvl5pPr marL="2057400" indent="-228600">
              <a:defRPr sz="2000" b="true">
                <a:solidFill>
                  <a:schemeClr val="tx1"/>
                </a:solidFill>
                <a:latin typeface="Comic Sans MS" panose="030F0702030302020204" charset="0"/>
                <a:ea typeface="宋体" pitchFamily="2" charset="-122"/>
              </a:defRPr>
            </a:lvl5pPr>
            <a:lvl6pPr marL="2514600" indent="-228600" eaLnBrk="false" fontAlgn="base" hangingPunct="false">
              <a:spcBef>
                <a:spcPct val="1"/>
              </a:spcBef>
              <a:spcAft>
                <a:spcPct val="1"/>
              </a:spcAft>
              <a:defRPr sz="2000" b="true">
                <a:solidFill>
                  <a:schemeClr val="tx1"/>
                </a:solidFill>
                <a:latin typeface="Comic Sans MS" panose="030F0702030302020204" charset="0"/>
                <a:ea typeface="宋体" pitchFamily="2" charset="-122"/>
              </a:defRPr>
            </a:lvl6pPr>
            <a:lvl7pPr marL="2971800" indent="-228600" eaLnBrk="false" fontAlgn="base" hangingPunct="false">
              <a:spcBef>
                <a:spcPct val="1"/>
              </a:spcBef>
              <a:spcAft>
                <a:spcPct val="1"/>
              </a:spcAft>
              <a:defRPr sz="2000" b="true">
                <a:solidFill>
                  <a:schemeClr val="tx1"/>
                </a:solidFill>
                <a:latin typeface="Comic Sans MS" panose="030F0702030302020204" charset="0"/>
                <a:ea typeface="宋体" pitchFamily="2" charset="-122"/>
              </a:defRPr>
            </a:lvl7pPr>
            <a:lvl8pPr marL="3429000" indent="-228600" eaLnBrk="false" fontAlgn="base" hangingPunct="false">
              <a:spcBef>
                <a:spcPct val="1"/>
              </a:spcBef>
              <a:spcAft>
                <a:spcPct val="1"/>
              </a:spcAft>
              <a:defRPr sz="2000" b="true">
                <a:solidFill>
                  <a:schemeClr val="tx1"/>
                </a:solidFill>
                <a:latin typeface="Comic Sans MS" panose="030F0702030302020204" charset="0"/>
                <a:ea typeface="宋体" pitchFamily="2" charset="-122"/>
              </a:defRPr>
            </a:lvl8pPr>
            <a:lvl9pPr marL="3886200" indent="-228600" eaLnBrk="false" fontAlgn="base" hangingPunct="false">
              <a:spcBef>
                <a:spcPct val="1"/>
              </a:spcBef>
              <a:spcAft>
                <a:spcPct val="1"/>
              </a:spcAft>
              <a:defRPr sz="2000" b="true">
                <a:solidFill>
                  <a:schemeClr val="tx1"/>
                </a:solidFill>
                <a:latin typeface="Comic Sans MS" panose="030F0702030302020204" charset="0"/>
                <a:ea typeface="宋体" pitchFamily="2" charset="-122"/>
              </a:defRPr>
            </a:lvl9pPr>
          </a:lstStyle>
          <a:p>
            <a:pPr/>
            <a:fld id="{A320AC0C-72B6-9048-9119-2885C1BA74D6}" type="slidenum">
              <a:rPr lang="zh-CN" altLang="en-US" sz="1200" b="false">
                <a:latin typeface="Times New Roman" panose="02020603050405020304" pitchFamily="18" charset="0"/>
              </a:rPr>
              <a:t>51</a:t>
            </a:fld>
            <a:endParaRPr lang="en-US" altLang="zh-CN" sz="1200" b="false">
              <a:latin typeface="Times New Roman" panose="02020603050405020304" pitchFamily="18" charset="0"/>
            </a:endParaRPr>
          </a:p>
        </p:txBody>
      </p:sp>
      <p:sp>
        <p:nvSpPr>
          <p:cNvPr id="156" name="Rectangle 2"/>
          <p:cNvSpPr>
            <a:spLocks noGrp="true" noRot="true" noChangeAspect="true" noChangeArrowheads="true" noTextEdit="true"/>
          </p:cNvSpPr>
          <p:nvPr>
            <p:ph type="sldImg"/>
          </p:nvPr>
        </p:nvSpPr>
        <p:spPr/>
        <p:txBody>
          <a:bodyPr/>
          <a:p>
            <a:pPr/>
            <a:endParaRPr/>
          </a:p>
        </p:txBody>
      </p:sp>
      <p:sp>
        <p:nvSpPr>
          <p:cNvPr id="157" name="Rectangle 3"/>
          <p:cNvSpPr>
            <a:spLocks noGrp="true" noChangeArrowheads="true"/>
          </p:cNvSpPr>
          <p:nvPr>
            <p:ph type="body" idx="1"/>
          </p:nvPr>
        </p:nvSpPr>
        <p:spPr>
          <a:noFill/>
          <a:extLst>
            <a:ext uri="{909E8E84-426E-40DD-AFC4-6F175D3DCCD1}"/>
            <a:ext uri="{91240B29-F687-4F45-9708-019B960494DF}"/>
          </a:extLst>
        </p:spPr>
        <p:txBody>
          <a:bodyPr/>
          <a:lstStyle/>
          <a:p>
            <a:pPr eaLnBrk="true" hangingPunct="true"/>
            <a:endParaRPr lang="zh-CN" altLang="en-US">
              <a:latin typeface="Times New Roman" panose="02020603050405020304" pitchFamily="18" charset="0"/>
              <a:ea typeface="宋体" pitchFamily="2" charset="-122"/>
            </a:endParaRPr>
          </a:p>
        </p:txBody>
      </p:sp>
    </p:spTree>
  </p:cSld>
</p:notes>
</file>

<file path=ppt/notesSlides/notesSlide41.xml><?xml version="1.0" encoding="utf-8"?>
<p:notes xmlns:a="http://schemas.openxmlformats.org/drawingml/2006/main" xmlns:p="http://schemas.openxmlformats.org/presentationml/2006/main">
  <p:cSld>
    <p:spTree>
      <p:nvGrpSpPr>
        <p:cNvPr id="158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Rectangle 7"/>
          <p:cNvSpPr>
            <a:spLocks noGrp="true" noChangeArrowheads="true"/>
          </p:cNvSpPr>
          <p:nvPr>
            <p:ph type="sldNum" sz="quarter" idx="5"/>
          </p:nvPr>
        </p:nvSpPr>
        <p:spPr>
          <a:noFill/>
          <a:extLst>
            <a:ext uri="{909E8E84-426E-40DD-AFC4-6F175D3DCCD1}"/>
            <a:ext uri="{91240B29-F687-4F45-9708-019B960494DF}"/>
          </a:extLst>
        </p:spPr>
        <p:txBody>
          <a:bodyPr/>
          <a:lstStyle>
            <a:lvl1pPr>
              <a:defRPr sz="2000" b="true">
                <a:solidFill>
                  <a:schemeClr val="tx1"/>
                </a:solidFill>
                <a:latin typeface="Comic Sans MS" panose="030F0702030302020204" charset="0"/>
                <a:ea typeface="宋体" pitchFamily="2" charset="-122"/>
              </a:defRPr>
            </a:lvl1pPr>
            <a:lvl2pPr marL="742950" indent="-285750">
              <a:defRPr sz="2000" b="true">
                <a:solidFill>
                  <a:schemeClr val="tx1"/>
                </a:solidFill>
                <a:latin typeface="Comic Sans MS" panose="030F0702030302020204" charset="0"/>
                <a:ea typeface="宋体" pitchFamily="2" charset="-122"/>
              </a:defRPr>
            </a:lvl2pPr>
            <a:lvl3pPr marL="1143000" indent="-228600">
              <a:defRPr sz="2000" b="true">
                <a:solidFill>
                  <a:schemeClr val="tx1"/>
                </a:solidFill>
                <a:latin typeface="Comic Sans MS" panose="030F0702030302020204" charset="0"/>
                <a:ea typeface="宋体" pitchFamily="2" charset="-122"/>
              </a:defRPr>
            </a:lvl3pPr>
            <a:lvl4pPr marL="1600200" indent="-228600">
              <a:defRPr sz="2000" b="true">
                <a:solidFill>
                  <a:schemeClr val="tx1"/>
                </a:solidFill>
                <a:latin typeface="Comic Sans MS" panose="030F0702030302020204" charset="0"/>
                <a:ea typeface="宋体" pitchFamily="2" charset="-122"/>
              </a:defRPr>
            </a:lvl4pPr>
            <a:lvl5pPr marL="2057400" indent="-228600">
              <a:defRPr sz="2000" b="true">
                <a:solidFill>
                  <a:schemeClr val="tx1"/>
                </a:solidFill>
                <a:latin typeface="Comic Sans MS" panose="030F0702030302020204" charset="0"/>
                <a:ea typeface="宋体" pitchFamily="2" charset="-122"/>
              </a:defRPr>
            </a:lvl5pPr>
            <a:lvl6pPr marL="2514600" indent="-228600" eaLnBrk="false" fontAlgn="base" hangingPunct="false">
              <a:spcBef>
                <a:spcPct val="1"/>
              </a:spcBef>
              <a:spcAft>
                <a:spcPct val="1"/>
              </a:spcAft>
              <a:defRPr sz="2000" b="true">
                <a:solidFill>
                  <a:schemeClr val="tx1"/>
                </a:solidFill>
                <a:latin typeface="Comic Sans MS" panose="030F0702030302020204" charset="0"/>
                <a:ea typeface="宋体" pitchFamily="2" charset="-122"/>
              </a:defRPr>
            </a:lvl6pPr>
            <a:lvl7pPr marL="2971800" indent="-228600" eaLnBrk="false" fontAlgn="base" hangingPunct="false">
              <a:spcBef>
                <a:spcPct val="1"/>
              </a:spcBef>
              <a:spcAft>
                <a:spcPct val="1"/>
              </a:spcAft>
              <a:defRPr sz="2000" b="true">
                <a:solidFill>
                  <a:schemeClr val="tx1"/>
                </a:solidFill>
                <a:latin typeface="Comic Sans MS" panose="030F0702030302020204" charset="0"/>
                <a:ea typeface="宋体" pitchFamily="2" charset="-122"/>
              </a:defRPr>
            </a:lvl7pPr>
            <a:lvl8pPr marL="3429000" indent="-228600" eaLnBrk="false" fontAlgn="base" hangingPunct="false">
              <a:spcBef>
                <a:spcPct val="1"/>
              </a:spcBef>
              <a:spcAft>
                <a:spcPct val="1"/>
              </a:spcAft>
              <a:defRPr sz="2000" b="true">
                <a:solidFill>
                  <a:schemeClr val="tx1"/>
                </a:solidFill>
                <a:latin typeface="Comic Sans MS" panose="030F0702030302020204" charset="0"/>
                <a:ea typeface="宋体" pitchFamily="2" charset="-122"/>
              </a:defRPr>
            </a:lvl8pPr>
            <a:lvl9pPr marL="3886200" indent="-228600" eaLnBrk="false" fontAlgn="base" hangingPunct="false">
              <a:spcBef>
                <a:spcPct val="1"/>
              </a:spcBef>
              <a:spcAft>
                <a:spcPct val="1"/>
              </a:spcAft>
              <a:defRPr sz="2000" b="true">
                <a:solidFill>
                  <a:schemeClr val="tx1"/>
                </a:solidFill>
                <a:latin typeface="Comic Sans MS" panose="030F0702030302020204" charset="0"/>
                <a:ea typeface="宋体" pitchFamily="2" charset="-122"/>
              </a:defRPr>
            </a:lvl9pPr>
          </a:lstStyle>
          <a:p>
            <a:pPr/>
            <a:fld id="{E2BED691-C778-1B48-ABA8-E72F19CC5B9E}" type="slidenum">
              <a:rPr lang="zh-CN" altLang="en-US" sz="1200" b="false">
                <a:latin typeface="Times New Roman" panose="02020603050405020304" pitchFamily="18" charset="0"/>
              </a:rPr>
              <a:t>52</a:t>
            </a:fld>
            <a:endParaRPr lang="en-US" altLang="zh-CN" sz="1200" b="false">
              <a:latin typeface="Times New Roman" panose="02020603050405020304" pitchFamily="18" charset="0"/>
            </a:endParaRPr>
          </a:p>
        </p:txBody>
      </p:sp>
      <p:sp>
        <p:nvSpPr>
          <p:cNvPr id="160" name="Rectangle 2"/>
          <p:cNvSpPr>
            <a:spLocks noGrp="true" noRot="true" noChangeAspect="true" noChangeArrowheads="true" noTextEdit="true"/>
          </p:cNvSpPr>
          <p:nvPr>
            <p:ph type="sldImg"/>
          </p:nvPr>
        </p:nvSpPr>
        <p:spPr/>
        <p:txBody>
          <a:bodyPr/>
          <a:p>
            <a:pPr/>
            <a:endParaRPr/>
          </a:p>
        </p:txBody>
      </p:sp>
      <p:sp>
        <p:nvSpPr>
          <p:cNvPr id="161" name="Rectangle 3"/>
          <p:cNvSpPr>
            <a:spLocks noGrp="true" noChangeArrowheads="true"/>
          </p:cNvSpPr>
          <p:nvPr>
            <p:ph type="body" idx="1"/>
          </p:nvPr>
        </p:nvSpPr>
        <p:spPr>
          <a:noFill/>
          <a:extLst>
            <a:ext uri="{909E8E84-426E-40DD-AFC4-6F175D3DCCD1}"/>
            <a:ext uri="{91240B29-F687-4F45-9708-019B960494DF}"/>
          </a:extLst>
        </p:spPr>
        <p:txBody>
          <a:bodyPr/>
          <a:lstStyle/>
          <a:p>
            <a:pPr eaLnBrk="true" hangingPunct="true"/>
            <a:endParaRPr lang="zh-CN" altLang="en-US">
              <a:latin typeface="Times New Roman" panose="02020603050405020304" pitchFamily="18" charset="0"/>
              <a:ea typeface="宋体" pitchFamily="2" charset="-122"/>
            </a:endParaRPr>
          </a:p>
        </p:txBody>
      </p:sp>
    </p:spTree>
  </p:cSld>
</p:notes>
</file>

<file path=ppt/notesSlides/notesSlide42.xml><?xml version="1.0" encoding="utf-8"?>
<p:notes xmlns:a="http://schemas.openxmlformats.org/drawingml/2006/main" xmlns:p="http://schemas.openxmlformats.org/presentationml/2006/main">
  <p:cSld>
    <p:spTree>
      <p:nvGrpSpPr>
        <p:cNvPr id="16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" name="Rectangle 7"/>
          <p:cNvSpPr>
            <a:spLocks noGrp="true" noChangeArrowheads="true"/>
          </p:cNvSpPr>
          <p:nvPr>
            <p:ph type="sldNum" sz="quarter" idx="5"/>
          </p:nvPr>
        </p:nvSpPr>
        <p:spPr>
          <a:noFill/>
          <a:extLst>
            <a:ext uri="{909E8E84-426E-40DD-AFC4-6F175D3DCCD1}"/>
            <a:ext uri="{91240B29-F687-4F45-9708-019B960494DF}"/>
          </a:extLst>
        </p:spPr>
        <p:txBody>
          <a:bodyPr/>
          <a:lstStyle>
            <a:lvl1pPr>
              <a:defRPr sz="2000" b="true">
                <a:solidFill>
                  <a:schemeClr val="tx1"/>
                </a:solidFill>
                <a:latin typeface="Comic Sans MS" panose="030F0702030302020204" charset="0"/>
                <a:ea typeface="宋体" pitchFamily="2" charset="-122"/>
              </a:defRPr>
            </a:lvl1pPr>
            <a:lvl2pPr marL="742950" indent="-285750">
              <a:defRPr sz="2000" b="true">
                <a:solidFill>
                  <a:schemeClr val="tx1"/>
                </a:solidFill>
                <a:latin typeface="Comic Sans MS" panose="030F0702030302020204" charset="0"/>
                <a:ea typeface="宋体" pitchFamily="2" charset="-122"/>
              </a:defRPr>
            </a:lvl2pPr>
            <a:lvl3pPr marL="1143000" indent="-228600">
              <a:defRPr sz="2000" b="true">
                <a:solidFill>
                  <a:schemeClr val="tx1"/>
                </a:solidFill>
                <a:latin typeface="Comic Sans MS" panose="030F0702030302020204" charset="0"/>
                <a:ea typeface="宋体" pitchFamily="2" charset="-122"/>
              </a:defRPr>
            </a:lvl3pPr>
            <a:lvl4pPr marL="1600200" indent="-228600">
              <a:defRPr sz="2000" b="true">
                <a:solidFill>
                  <a:schemeClr val="tx1"/>
                </a:solidFill>
                <a:latin typeface="Comic Sans MS" panose="030F0702030302020204" charset="0"/>
                <a:ea typeface="宋体" pitchFamily="2" charset="-122"/>
              </a:defRPr>
            </a:lvl4pPr>
            <a:lvl5pPr marL="2057400" indent="-228600">
              <a:defRPr sz="2000" b="true">
                <a:solidFill>
                  <a:schemeClr val="tx1"/>
                </a:solidFill>
                <a:latin typeface="Comic Sans MS" panose="030F0702030302020204" charset="0"/>
                <a:ea typeface="宋体" pitchFamily="2" charset="-122"/>
              </a:defRPr>
            </a:lvl5pPr>
            <a:lvl6pPr marL="2514600" indent="-228600" eaLnBrk="false" fontAlgn="base" hangingPunct="false">
              <a:spcBef>
                <a:spcPct val="1"/>
              </a:spcBef>
              <a:spcAft>
                <a:spcPct val="1"/>
              </a:spcAft>
              <a:defRPr sz="2000" b="true">
                <a:solidFill>
                  <a:schemeClr val="tx1"/>
                </a:solidFill>
                <a:latin typeface="Comic Sans MS" panose="030F0702030302020204" charset="0"/>
                <a:ea typeface="宋体" pitchFamily="2" charset="-122"/>
              </a:defRPr>
            </a:lvl6pPr>
            <a:lvl7pPr marL="2971800" indent="-228600" eaLnBrk="false" fontAlgn="base" hangingPunct="false">
              <a:spcBef>
                <a:spcPct val="1"/>
              </a:spcBef>
              <a:spcAft>
                <a:spcPct val="1"/>
              </a:spcAft>
              <a:defRPr sz="2000" b="true">
                <a:solidFill>
                  <a:schemeClr val="tx1"/>
                </a:solidFill>
                <a:latin typeface="Comic Sans MS" panose="030F0702030302020204" charset="0"/>
                <a:ea typeface="宋体" pitchFamily="2" charset="-122"/>
              </a:defRPr>
            </a:lvl7pPr>
            <a:lvl8pPr marL="3429000" indent="-228600" eaLnBrk="false" fontAlgn="base" hangingPunct="false">
              <a:spcBef>
                <a:spcPct val="1"/>
              </a:spcBef>
              <a:spcAft>
                <a:spcPct val="1"/>
              </a:spcAft>
              <a:defRPr sz="2000" b="true">
                <a:solidFill>
                  <a:schemeClr val="tx1"/>
                </a:solidFill>
                <a:latin typeface="Comic Sans MS" panose="030F0702030302020204" charset="0"/>
                <a:ea typeface="宋体" pitchFamily="2" charset="-122"/>
              </a:defRPr>
            </a:lvl8pPr>
            <a:lvl9pPr marL="3886200" indent="-228600" eaLnBrk="false" fontAlgn="base" hangingPunct="false">
              <a:spcBef>
                <a:spcPct val="1"/>
              </a:spcBef>
              <a:spcAft>
                <a:spcPct val="1"/>
              </a:spcAft>
              <a:defRPr sz="2000" b="true">
                <a:solidFill>
                  <a:schemeClr val="tx1"/>
                </a:solidFill>
                <a:latin typeface="Comic Sans MS" panose="030F0702030302020204" charset="0"/>
                <a:ea typeface="宋体" pitchFamily="2" charset="-122"/>
              </a:defRPr>
            </a:lvl9pPr>
          </a:lstStyle>
          <a:p>
            <a:pPr/>
            <a:fld id="{B188FD69-A4B6-1646-A45C-F5E9CCD6348C}" type="slidenum">
              <a:rPr lang="zh-CN" altLang="en-US" sz="1200" b="false">
                <a:latin typeface="Times New Roman" panose="02020603050405020304" pitchFamily="18" charset="0"/>
              </a:rPr>
              <a:t>53</a:t>
            </a:fld>
            <a:endParaRPr lang="en-US" altLang="zh-CN" sz="1200" b="false">
              <a:latin typeface="Times New Roman" panose="02020603050405020304" pitchFamily="18" charset="0"/>
            </a:endParaRPr>
          </a:p>
        </p:txBody>
      </p:sp>
      <p:sp>
        <p:nvSpPr>
          <p:cNvPr id="164" name="Rectangle 2"/>
          <p:cNvSpPr>
            <a:spLocks noGrp="true" noRot="true" noChangeAspect="true" noChangeArrowheads="true" noTextEdit="true"/>
          </p:cNvSpPr>
          <p:nvPr>
            <p:ph type="sldImg"/>
          </p:nvPr>
        </p:nvSpPr>
        <p:spPr/>
        <p:txBody>
          <a:bodyPr/>
          <a:p>
            <a:pPr/>
            <a:endParaRPr/>
          </a:p>
        </p:txBody>
      </p:sp>
      <p:sp>
        <p:nvSpPr>
          <p:cNvPr id="165" name="Rectangle 3"/>
          <p:cNvSpPr>
            <a:spLocks noGrp="true" noChangeArrowheads="true"/>
          </p:cNvSpPr>
          <p:nvPr>
            <p:ph type="body" idx="1"/>
          </p:nvPr>
        </p:nvSpPr>
        <p:spPr>
          <a:noFill/>
          <a:extLst>
            <a:ext uri="{909E8E84-426E-40DD-AFC4-6F175D3DCCD1}"/>
            <a:ext uri="{91240B29-F687-4F45-9708-019B960494DF}"/>
          </a:extLst>
        </p:spPr>
        <p:txBody>
          <a:bodyPr/>
          <a:lstStyle/>
          <a:p>
            <a:pPr eaLnBrk="true" hangingPunct="true"/>
            <a:endParaRPr lang="zh-CN" altLang="en-US">
              <a:latin typeface="Times New Roman" panose="02020603050405020304" pitchFamily="18" charset="0"/>
              <a:ea typeface="宋体" pitchFamily="2" charset="-122"/>
            </a:endParaRPr>
          </a:p>
        </p:txBody>
      </p:sp>
    </p:spTree>
  </p:cSld>
</p:notes>
</file>

<file path=ppt/notesSlides/notesSlide43.xml><?xml version="1.0" encoding="utf-8"?>
<p:notes xmlns:a="http://schemas.openxmlformats.org/drawingml/2006/main" xmlns:p="http://schemas.openxmlformats.org/presentationml/2006/main">
  <p:cSld>
    <p:spTree>
      <p:nvGrpSpPr>
        <p:cNvPr id="166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" name="Rectangle 7"/>
          <p:cNvSpPr>
            <a:spLocks noGrp="true" noChangeArrowheads="true"/>
          </p:cNvSpPr>
          <p:nvPr>
            <p:ph type="sldNum" sz="quarter" idx="5"/>
          </p:nvPr>
        </p:nvSpPr>
        <p:spPr>
          <a:noFill/>
          <a:extLst>
            <a:ext uri="{909E8E84-426E-40DD-AFC4-6F175D3DCCD1}"/>
            <a:ext uri="{91240B29-F687-4F45-9708-019B960494DF}"/>
          </a:extLst>
        </p:spPr>
        <p:txBody>
          <a:bodyPr/>
          <a:lstStyle>
            <a:lvl1pPr>
              <a:defRPr sz="2000" b="true">
                <a:solidFill>
                  <a:schemeClr val="tx1"/>
                </a:solidFill>
                <a:latin typeface="Comic Sans MS" panose="030F0702030302020204" charset="0"/>
                <a:ea typeface="宋体" pitchFamily="2" charset="-122"/>
              </a:defRPr>
            </a:lvl1pPr>
            <a:lvl2pPr marL="742950" indent="-285750">
              <a:defRPr sz="2000" b="true">
                <a:solidFill>
                  <a:schemeClr val="tx1"/>
                </a:solidFill>
                <a:latin typeface="Comic Sans MS" panose="030F0702030302020204" charset="0"/>
                <a:ea typeface="宋体" pitchFamily="2" charset="-122"/>
              </a:defRPr>
            </a:lvl2pPr>
            <a:lvl3pPr marL="1143000" indent="-228600">
              <a:defRPr sz="2000" b="true">
                <a:solidFill>
                  <a:schemeClr val="tx1"/>
                </a:solidFill>
                <a:latin typeface="Comic Sans MS" panose="030F0702030302020204" charset="0"/>
                <a:ea typeface="宋体" pitchFamily="2" charset="-122"/>
              </a:defRPr>
            </a:lvl3pPr>
            <a:lvl4pPr marL="1600200" indent="-228600">
              <a:defRPr sz="2000" b="true">
                <a:solidFill>
                  <a:schemeClr val="tx1"/>
                </a:solidFill>
                <a:latin typeface="Comic Sans MS" panose="030F0702030302020204" charset="0"/>
                <a:ea typeface="宋体" pitchFamily="2" charset="-122"/>
              </a:defRPr>
            </a:lvl4pPr>
            <a:lvl5pPr marL="2057400" indent="-228600">
              <a:defRPr sz="2000" b="true">
                <a:solidFill>
                  <a:schemeClr val="tx1"/>
                </a:solidFill>
                <a:latin typeface="Comic Sans MS" panose="030F0702030302020204" charset="0"/>
                <a:ea typeface="宋体" pitchFamily="2" charset="-122"/>
              </a:defRPr>
            </a:lvl5pPr>
            <a:lvl6pPr marL="2514600" indent="-228600" eaLnBrk="false" fontAlgn="base" hangingPunct="false">
              <a:spcBef>
                <a:spcPct val="1"/>
              </a:spcBef>
              <a:spcAft>
                <a:spcPct val="1"/>
              </a:spcAft>
              <a:defRPr sz="2000" b="true">
                <a:solidFill>
                  <a:schemeClr val="tx1"/>
                </a:solidFill>
                <a:latin typeface="Comic Sans MS" panose="030F0702030302020204" charset="0"/>
                <a:ea typeface="宋体" pitchFamily="2" charset="-122"/>
              </a:defRPr>
            </a:lvl6pPr>
            <a:lvl7pPr marL="2971800" indent="-228600" eaLnBrk="false" fontAlgn="base" hangingPunct="false">
              <a:spcBef>
                <a:spcPct val="1"/>
              </a:spcBef>
              <a:spcAft>
                <a:spcPct val="1"/>
              </a:spcAft>
              <a:defRPr sz="2000" b="true">
                <a:solidFill>
                  <a:schemeClr val="tx1"/>
                </a:solidFill>
                <a:latin typeface="Comic Sans MS" panose="030F0702030302020204" charset="0"/>
                <a:ea typeface="宋体" pitchFamily="2" charset="-122"/>
              </a:defRPr>
            </a:lvl7pPr>
            <a:lvl8pPr marL="3429000" indent="-228600" eaLnBrk="false" fontAlgn="base" hangingPunct="false">
              <a:spcBef>
                <a:spcPct val="1"/>
              </a:spcBef>
              <a:spcAft>
                <a:spcPct val="1"/>
              </a:spcAft>
              <a:defRPr sz="2000" b="true">
                <a:solidFill>
                  <a:schemeClr val="tx1"/>
                </a:solidFill>
                <a:latin typeface="Comic Sans MS" panose="030F0702030302020204" charset="0"/>
                <a:ea typeface="宋体" pitchFamily="2" charset="-122"/>
              </a:defRPr>
            </a:lvl8pPr>
            <a:lvl9pPr marL="3886200" indent="-228600" eaLnBrk="false" fontAlgn="base" hangingPunct="false">
              <a:spcBef>
                <a:spcPct val="1"/>
              </a:spcBef>
              <a:spcAft>
                <a:spcPct val="1"/>
              </a:spcAft>
              <a:defRPr sz="2000" b="true">
                <a:solidFill>
                  <a:schemeClr val="tx1"/>
                </a:solidFill>
                <a:latin typeface="Comic Sans MS" panose="030F0702030302020204" charset="0"/>
                <a:ea typeface="宋体" pitchFamily="2" charset="-122"/>
              </a:defRPr>
            </a:lvl9pPr>
          </a:lstStyle>
          <a:p>
            <a:pPr/>
            <a:fld id="{3A0B7D92-868D-FD46-8533-6950AF1D7DA2}" type="slidenum">
              <a:rPr lang="zh-CN" altLang="en-US" sz="1200" b="false">
                <a:latin typeface="Times New Roman" panose="02020603050405020304" pitchFamily="18" charset="0"/>
              </a:rPr>
              <a:t>54</a:t>
            </a:fld>
            <a:endParaRPr lang="en-US" altLang="zh-CN" sz="1200" b="false">
              <a:latin typeface="Times New Roman" panose="02020603050405020304" pitchFamily="18" charset="0"/>
            </a:endParaRPr>
          </a:p>
        </p:txBody>
      </p:sp>
      <p:sp>
        <p:nvSpPr>
          <p:cNvPr id="168" name="Rectangle 2"/>
          <p:cNvSpPr>
            <a:spLocks noGrp="true" noRot="true" noChangeAspect="true" noChangeArrowheads="true" noTextEdit="true"/>
          </p:cNvSpPr>
          <p:nvPr>
            <p:ph type="sldImg"/>
          </p:nvPr>
        </p:nvSpPr>
        <p:spPr/>
        <p:txBody>
          <a:bodyPr/>
          <a:p>
            <a:pPr/>
            <a:endParaRPr/>
          </a:p>
        </p:txBody>
      </p:sp>
      <p:sp>
        <p:nvSpPr>
          <p:cNvPr id="169" name="Rectangle 3"/>
          <p:cNvSpPr>
            <a:spLocks noGrp="true" noChangeArrowheads="true"/>
          </p:cNvSpPr>
          <p:nvPr>
            <p:ph type="body" idx="1"/>
          </p:nvPr>
        </p:nvSpPr>
        <p:spPr>
          <a:noFill/>
          <a:extLst>
            <a:ext uri="{909E8E84-426E-40DD-AFC4-6F175D3DCCD1}"/>
            <a:ext uri="{91240B29-F687-4F45-9708-019B960494DF}"/>
          </a:extLst>
        </p:spPr>
        <p:txBody>
          <a:bodyPr/>
          <a:lstStyle/>
          <a:p>
            <a:pPr eaLnBrk="true" hangingPunct="true"/>
            <a:endParaRPr lang="zh-CN" altLang="en-US">
              <a:latin typeface="Times New Roman" panose="02020603050405020304" pitchFamily="18" charset="0"/>
              <a:ea typeface="宋体" pitchFamily="2" charset="-122"/>
            </a:endParaRPr>
          </a:p>
        </p:txBody>
      </p:sp>
    </p:spTree>
  </p:cSld>
</p:notes>
</file>

<file path=ppt/notesSlides/notesSlide44.xml><?xml version="1.0" encoding="utf-8"?>
<p:notes xmlns:a="http://schemas.openxmlformats.org/drawingml/2006/main" xmlns:p="http://schemas.openxmlformats.org/presentationml/2006/main">
  <p:cSld>
    <p:spTree>
      <p:nvGrpSpPr>
        <p:cNvPr id="170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Rectangle 7"/>
          <p:cNvSpPr>
            <a:spLocks noGrp="true" noChangeArrowheads="true"/>
          </p:cNvSpPr>
          <p:nvPr>
            <p:ph type="sldNum" sz="quarter" idx="5"/>
          </p:nvPr>
        </p:nvSpPr>
        <p:spPr>
          <a:noFill/>
          <a:extLst>
            <a:ext uri="{909E8E84-426E-40DD-AFC4-6F175D3DCCD1}"/>
            <a:ext uri="{91240B29-F687-4F45-9708-019B960494DF}"/>
          </a:extLst>
        </p:spPr>
        <p:txBody>
          <a:bodyPr/>
          <a:lstStyle>
            <a:lvl1pPr>
              <a:defRPr sz="2000" b="true">
                <a:solidFill>
                  <a:schemeClr val="tx1"/>
                </a:solidFill>
                <a:latin typeface="Comic Sans MS" panose="030F0702030302020204" charset="0"/>
                <a:ea typeface="宋体" pitchFamily="2" charset="-122"/>
              </a:defRPr>
            </a:lvl1pPr>
            <a:lvl2pPr marL="742950" indent="-285750">
              <a:defRPr sz="2000" b="true">
                <a:solidFill>
                  <a:schemeClr val="tx1"/>
                </a:solidFill>
                <a:latin typeface="Comic Sans MS" panose="030F0702030302020204" charset="0"/>
                <a:ea typeface="宋体" pitchFamily="2" charset="-122"/>
              </a:defRPr>
            </a:lvl2pPr>
            <a:lvl3pPr marL="1143000" indent="-228600">
              <a:defRPr sz="2000" b="true">
                <a:solidFill>
                  <a:schemeClr val="tx1"/>
                </a:solidFill>
                <a:latin typeface="Comic Sans MS" panose="030F0702030302020204" charset="0"/>
                <a:ea typeface="宋体" pitchFamily="2" charset="-122"/>
              </a:defRPr>
            </a:lvl3pPr>
            <a:lvl4pPr marL="1600200" indent="-228600">
              <a:defRPr sz="2000" b="true">
                <a:solidFill>
                  <a:schemeClr val="tx1"/>
                </a:solidFill>
                <a:latin typeface="Comic Sans MS" panose="030F0702030302020204" charset="0"/>
                <a:ea typeface="宋体" pitchFamily="2" charset="-122"/>
              </a:defRPr>
            </a:lvl4pPr>
            <a:lvl5pPr marL="2057400" indent="-228600">
              <a:defRPr sz="2000" b="true">
                <a:solidFill>
                  <a:schemeClr val="tx1"/>
                </a:solidFill>
                <a:latin typeface="Comic Sans MS" panose="030F0702030302020204" charset="0"/>
                <a:ea typeface="宋体" pitchFamily="2" charset="-122"/>
              </a:defRPr>
            </a:lvl5pPr>
            <a:lvl6pPr marL="2514600" indent="-228600" eaLnBrk="false" fontAlgn="base" hangingPunct="false">
              <a:spcBef>
                <a:spcPct val="1"/>
              </a:spcBef>
              <a:spcAft>
                <a:spcPct val="1"/>
              </a:spcAft>
              <a:defRPr sz="2000" b="true">
                <a:solidFill>
                  <a:schemeClr val="tx1"/>
                </a:solidFill>
                <a:latin typeface="Comic Sans MS" panose="030F0702030302020204" charset="0"/>
                <a:ea typeface="宋体" pitchFamily="2" charset="-122"/>
              </a:defRPr>
            </a:lvl6pPr>
            <a:lvl7pPr marL="2971800" indent="-228600" eaLnBrk="false" fontAlgn="base" hangingPunct="false">
              <a:spcBef>
                <a:spcPct val="1"/>
              </a:spcBef>
              <a:spcAft>
                <a:spcPct val="1"/>
              </a:spcAft>
              <a:defRPr sz="2000" b="true">
                <a:solidFill>
                  <a:schemeClr val="tx1"/>
                </a:solidFill>
                <a:latin typeface="Comic Sans MS" panose="030F0702030302020204" charset="0"/>
                <a:ea typeface="宋体" pitchFamily="2" charset="-122"/>
              </a:defRPr>
            </a:lvl7pPr>
            <a:lvl8pPr marL="3429000" indent="-228600" eaLnBrk="false" fontAlgn="base" hangingPunct="false">
              <a:spcBef>
                <a:spcPct val="1"/>
              </a:spcBef>
              <a:spcAft>
                <a:spcPct val="1"/>
              </a:spcAft>
              <a:defRPr sz="2000" b="true">
                <a:solidFill>
                  <a:schemeClr val="tx1"/>
                </a:solidFill>
                <a:latin typeface="Comic Sans MS" panose="030F0702030302020204" charset="0"/>
                <a:ea typeface="宋体" pitchFamily="2" charset="-122"/>
              </a:defRPr>
            </a:lvl8pPr>
            <a:lvl9pPr marL="3886200" indent="-228600" eaLnBrk="false" fontAlgn="base" hangingPunct="false">
              <a:spcBef>
                <a:spcPct val="1"/>
              </a:spcBef>
              <a:spcAft>
                <a:spcPct val="1"/>
              </a:spcAft>
              <a:defRPr sz="2000" b="true">
                <a:solidFill>
                  <a:schemeClr val="tx1"/>
                </a:solidFill>
                <a:latin typeface="Comic Sans MS" panose="030F0702030302020204" charset="0"/>
                <a:ea typeface="宋体" pitchFamily="2" charset="-122"/>
              </a:defRPr>
            </a:lvl9pPr>
          </a:lstStyle>
          <a:p>
            <a:pPr/>
            <a:fld id="{3E493559-CD70-B545-9FA7-AD6C88310B7E}" type="slidenum">
              <a:rPr lang="zh-CN" altLang="en-US" sz="1200" b="false">
                <a:latin typeface="Times New Roman" panose="02020603050405020304" pitchFamily="18" charset="0"/>
              </a:rPr>
              <a:t>55</a:t>
            </a:fld>
            <a:endParaRPr lang="en-US" altLang="zh-CN" sz="1200" b="false">
              <a:latin typeface="Times New Roman" panose="02020603050405020304" pitchFamily="18" charset="0"/>
            </a:endParaRPr>
          </a:p>
        </p:txBody>
      </p:sp>
      <p:sp>
        <p:nvSpPr>
          <p:cNvPr id="172" name="Rectangle 2"/>
          <p:cNvSpPr>
            <a:spLocks noGrp="true" noRot="true" noChangeAspect="true" noChangeArrowheads="true" noTextEdit="true"/>
          </p:cNvSpPr>
          <p:nvPr>
            <p:ph type="sldImg"/>
          </p:nvPr>
        </p:nvSpPr>
        <p:spPr/>
        <p:txBody>
          <a:bodyPr/>
          <a:p>
            <a:pPr/>
            <a:endParaRPr/>
          </a:p>
        </p:txBody>
      </p:sp>
      <p:sp>
        <p:nvSpPr>
          <p:cNvPr id="173" name="Rectangle 3"/>
          <p:cNvSpPr>
            <a:spLocks noGrp="true" noChangeArrowheads="true"/>
          </p:cNvSpPr>
          <p:nvPr>
            <p:ph type="body" idx="1"/>
          </p:nvPr>
        </p:nvSpPr>
        <p:spPr>
          <a:noFill/>
          <a:extLst>
            <a:ext uri="{909E8E84-426E-40DD-AFC4-6F175D3DCCD1}"/>
            <a:ext uri="{91240B29-F687-4F45-9708-019B960494DF}"/>
          </a:extLst>
        </p:spPr>
        <p:txBody>
          <a:bodyPr/>
          <a:lstStyle/>
          <a:p>
            <a:pPr/>
            <a:r>
              <a:rPr lang="en-US">
                <a:latin typeface="Times New Roman"/>
                <a:ea typeface="宋体"/>
              </a:rPr>
              <a:t>children</a:t>
            </a:r>
            <a:r>
              <a:rPr lang="zh-CN">
                <a:latin typeface="Times New Roman"/>
                <a:ea typeface="宋体"/>
              </a:rPr>
              <a:t>发送</a:t>
            </a:r>
            <a:r>
              <a:rPr lang="en-US">
                <a:latin typeface="Times New Roman"/>
                <a:ea typeface="宋体"/>
              </a:rPr>
              <a:t>3</a:t>
            </a:r>
            <a:r>
              <a:rPr lang="zh-CN">
                <a:latin typeface="Times New Roman"/>
                <a:ea typeface="宋体"/>
              </a:rPr>
              <a:t>次</a:t>
            </a:r>
            <a:r>
              <a:rPr lang="en-US">
                <a:latin typeface="Times New Roman"/>
                <a:ea typeface="宋体"/>
              </a:rPr>
              <a:t>signal</a:t>
            </a:r>
            <a:r>
              <a:rPr lang="zh-CN">
                <a:latin typeface="Times New Roman"/>
                <a:ea typeface="宋体"/>
              </a:rPr>
              <a:t>，</a:t>
            </a:r>
            <a:r>
              <a:rPr lang="en-US">
                <a:latin typeface="Times New Roman"/>
                <a:ea typeface="宋体"/>
              </a:rPr>
              <a:t>handler</a:t>
            </a:r>
            <a:r>
              <a:rPr lang="zh-CN">
                <a:latin typeface="Times New Roman"/>
                <a:ea typeface="宋体"/>
              </a:rPr>
              <a:t>只执行</a:t>
            </a:r>
            <a:r>
              <a:rPr lang="en-US">
                <a:latin typeface="Times New Roman"/>
                <a:ea typeface="宋体"/>
              </a:rPr>
              <a:t>2</a:t>
            </a:r>
            <a:r>
              <a:rPr lang="zh-CN">
                <a:latin typeface="Times New Roman"/>
                <a:ea typeface="宋体"/>
              </a:rPr>
              <a:t>次，只能</a:t>
            </a:r>
            <a:r>
              <a:rPr lang="en-US">
                <a:latin typeface="Times New Roman"/>
                <a:ea typeface="宋体"/>
              </a:rPr>
              <a:t>reap2</a:t>
            </a:r>
            <a:r>
              <a:rPr lang="zh-CN">
                <a:latin typeface="Times New Roman"/>
                <a:ea typeface="宋体"/>
              </a:rPr>
              <a:t>个子进程</a:t>
            </a:r>
            <a:endParaRPr/>
          </a:p>
        </p:txBody>
      </p:sp>
    </p:spTree>
  </p:cSld>
</p:notes>
</file>

<file path=ppt/notesSlides/notesSlide45.xml><?xml version="1.0" encoding="utf-8"?>
<p:notes xmlns:a="http://schemas.openxmlformats.org/drawingml/2006/main" xmlns:p="http://schemas.openxmlformats.org/presentationml/2006/main">
  <p:cSld>
    <p:spTree>
      <p:nvGrpSpPr>
        <p:cNvPr id="174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" name="Rectangle 7"/>
          <p:cNvSpPr>
            <a:spLocks noGrp="true" noChangeArrowheads="true"/>
          </p:cNvSpPr>
          <p:nvPr>
            <p:ph type="sldNum" sz="quarter" idx="5"/>
          </p:nvPr>
        </p:nvSpPr>
        <p:spPr>
          <a:noFill/>
          <a:extLst>
            <a:ext uri="{909E8E84-426E-40DD-AFC4-6F175D3DCCD1}"/>
            <a:ext uri="{91240B29-F687-4F45-9708-019B960494DF}"/>
          </a:extLst>
        </p:spPr>
        <p:txBody>
          <a:bodyPr/>
          <a:lstStyle>
            <a:lvl1pPr>
              <a:defRPr sz="2000" b="true">
                <a:solidFill>
                  <a:schemeClr val="tx1"/>
                </a:solidFill>
                <a:latin typeface="Comic Sans MS" panose="030F0702030302020204" charset="0"/>
                <a:ea typeface="宋体" pitchFamily="2" charset="-122"/>
              </a:defRPr>
            </a:lvl1pPr>
            <a:lvl2pPr marL="742950" indent="-285750">
              <a:defRPr sz="2000" b="true">
                <a:solidFill>
                  <a:schemeClr val="tx1"/>
                </a:solidFill>
                <a:latin typeface="Comic Sans MS" panose="030F0702030302020204" charset="0"/>
                <a:ea typeface="宋体" pitchFamily="2" charset="-122"/>
              </a:defRPr>
            </a:lvl2pPr>
            <a:lvl3pPr marL="1143000" indent="-228600">
              <a:defRPr sz="2000" b="true">
                <a:solidFill>
                  <a:schemeClr val="tx1"/>
                </a:solidFill>
                <a:latin typeface="Comic Sans MS" panose="030F0702030302020204" charset="0"/>
                <a:ea typeface="宋体" pitchFamily="2" charset="-122"/>
              </a:defRPr>
            </a:lvl3pPr>
            <a:lvl4pPr marL="1600200" indent="-228600">
              <a:defRPr sz="2000" b="true">
                <a:solidFill>
                  <a:schemeClr val="tx1"/>
                </a:solidFill>
                <a:latin typeface="Comic Sans MS" panose="030F0702030302020204" charset="0"/>
                <a:ea typeface="宋体" pitchFamily="2" charset="-122"/>
              </a:defRPr>
            </a:lvl4pPr>
            <a:lvl5pPr marL="2057400" indent="-228600">
              <a:defRPr sz="2000" b="true">
                <a:solidFill>
                  <a:schemeClr val="tx1"/>
                </a:solidFill>
                <a:latin typeface="Comic Sans MS" panose="030F0702030302020204" charset="0"/>
                <a:ea typeface="宋体" pitchFamily="2" charset="-122"/>
              </a:defRPr>
            </a:lvl5pPr>
            <a:lvl6pPr marL="2514600" indent="-228600" eaLnBrk="false" fontAlgn="base" hangingPunct="false">
              <a:spcBef>
                <a:spcPct val="1"/>
              </a:spcBef>
              <a:spcAft>
                <a:spcPct val="1"/>
              </a:spcAft>
              <a:defRPr sz="2000" b="true">
                <a:solidFill>
                  <a:schemeClr val="tx1"/>
                </a:solidFill>
                <a:latin typeface="Comic Sans MS" panose="030F0702030302020204" charset="0"/>
                <a:ea typeface="宋体" pitchFamily="2" charset="-122"/>
              </a:defRPr>
            </a:lvl6pPr>
            <a:lvl7pPr marL="2971800" indent="-228600" eaLnBrk="false" fontAlgn="base" hangingPunct="false">
              <a:spcBef>
                <a:spcPct val="1"/>
              </a:spcBef>
              <a:spcAft>
                <a:spcPct val="1"/>
              </a:spcAft>
              <a:defRPr sz="2000" b="true">
                <a:solidFill>
                  <a:schemeClr val="tx1"/>
                </a:solidFill>
                <a:latin typeface="Comic Sans MS" panose="030F0702030302020204" charset="0"/>
                <a:ea typeface="宋体" pitchFamily="2" charset="-122"/>
              </a:defRPr>
            </a:lvl7pPr>
            <a:lvl8pPr marL="3429000" indent="-228600" eaLnBrk="false" fontAlgn="base" hangingPunct="false">
              <a:spcBef>
                <a:spcPct val="1"/>
              </a:spcBef>
              <a:spcAft>
                <a:spcPct val="1"/>
              </a:spcAft>
              <a:defRPr sz="2000" b="true">
                <a:solidFill>
                  <a:schemeClr val="tx1"/>
                </a:solidFill>
                <a:latin typeface="Comic Sans MS" panose="030F0702030302020204" charset="0"/>
                <a:ea typeface="宋体" pitchFamily="2" charset="-122"/>
              </a:defRPr>
            </a:lvl8pPr>
            <a:lvl9pPr marL="3886200" indent="-228600" eaLnBrk="false" fontAlgn="base" hangingPunct="false">
              <a:spcBef>
                <a:spcPct val="1"/>
              </a:spcBef>
              <a:spcAft>
                <a:spcPct val="1"/>
              </a:spcAft>
              <a:defRPr sz="2000" b="true">
                <a:solidFill>
                  <a:schemeClr val="tx1"/>
                </a:solidFill>
                <a:latin typeface="Comic Sans MS" panose="030F0702030302020204" charset="0"/>
                <a:ea typeface="宋体" pitchFamily="2" charset="-122"/>
              </a:defRPr>
            </a:lvl9pPr>
          </a:lstStyle>
          <a:p>
            <a:pPr/>
            <a:fld id="{4E9B27E9-64FD-7844-9813-1CF67DD85249}" type="slidenum">
              <a:rPr lang="zh-CN" altLang="en-US" sz="1200" b="false">
                <a:latin typeface="Times New Roman" panose="02020603050405020304" pitchFamily="18" charset="0"/>
              </a:rPr>
              <a:t>56</a:t>
            </a:fld>
            <a:endParaRPr lang="en-US" altLang="zh-CN" sz="1200" b="false">
              <a:latin typeface="Times New Roman" panose="02020603050405020304" pitchFamily="18" charset="0"/>
            </a:endParaRPr>
          </a:p>
        </p:txBody>
      </p:sp>
      <p:sp>
        <p:nvSpPr>
          <p:cNvPr id="176" name="Rectangle 2"/>
          <p:cNvSpPr>
            <a:spLocks noGrp="true" noRot="true" noChangeAspect="true" noChangeArrowheads="true" noTextEdit="true"/>
          </p:cNvSpPr>
          <p:nvPr>
            <p:ph type="sldImg"/>
          </p:nvPr>
        </p:nvSpPr>
        <p:spPr/>
        <p:txBody>
          <a:bodyPr/>
          <a:p>
            <a:pPr/>
            <a:endParaRPr/>
          </a:p>
        </p:txBody>
      </p:sp>
      <p:sp>
        <p:nvSpPr>
          <p:cNvPr id="177" name="Rectangle 3"/>
          <p:cNvSpPr>
            <a:spLocks noGrp="true" noChangeArrowheads="true"/>
          </p:cNvSpPr>
          <p:nvPr>
            <p:ph type="body" idx="1"/>
          </p:nvPr>
        </p:nvSpPr>
        <p:spPr>
          <a:noFill/>
          <a:extLst>
            <a:ext uri="{909E8E84-426E-40DD-AFC4-6F175D3DCCD1}"/>
            <a:ext uri="{91240B29-F687-4F45-9708-019B960494DF}"/>
          </a:extLst>
        </p:spPr>
        <p:txBody>
          <a:bodyPr/>
          <a:lstStyle/>
          <a:p>
            <a:pPr eaLnBrk="true" hangingPunct="true"/>
            <a:endParaRPr lang="zh-CN" altLang="en-US">
              <a:latin typeface="Times New Roman" panose="02020603050405020304" pitchFamily="18" charset="0"/>
              <a:ea typeface="宋体" pitchFamily="2" charset="-122"/>
            </a:endParaRPr>
          </a:p>
        </p:txBody>
      </p:sp>
    </p:spTree>
  </p:cSld>
</p:notes>
</file>

<file path=ppt/notesSlides/notesSlide46.xml><?xml version="1.0" encoding="utf-8"?>
<p:notes xmlns:a="http://schemas.openxmlformats.org/drawingml/2006/main" xmlns:p="http://schemas.openxmlformats.org/presentationml/2006/main">
  <p:cSld>
    <p:spTree>
      <p:nvGrpSpPr>
        <p:cNvPr id="178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" name="Rectangle 7"/>
          <p:cNvSpPr>
            <a:spLocks noGrp="true" noChangeArrowheads="true"/>
          </p:cNvSpPr>
          <p:nvPr>
            <p:ph type="sldNum" sz="quarter" idx="5"/>
          </p:nvPr>
        </p:nvSpPr>
        <p:spPr>
          <a:noFill/>
          <a:extLst>
            <a:ext uri="{909E8E84-426E-40DD-AFC4-6F175D3DCCD1}"/>
            <a:ext uri="{91240B29-F687-4F45-9708-019B960494DF}"/>
          </a:extLst>
        </p:spPr>
        <p:txBody>
          <a:bodyPr/>
          <a:lstStyle>
            <a:lvl1pPr>
              <a:defRPr sz="2000" b="true">
                <a:solidFill>
                  <a:schemeClr val="tx1"/>
                </a:solidFill>
                <a:latin typeface="Comic Sans MS" panose="030F0702030302020204" charset="0"/>
                <a:ea typeface="宋体" pitchFamily="2" charset="-122"/>
              </a:defRPr>
            </a:lvl1pPr>
            <a:lvl2pPr marL="742950" indent="-285750">
              <a:defRPr sz="2000" b="true">
                <a:solidFill>
                  <a:schemeClr val="tx1"/>
                </a:solidFill>
                <a:latin typeface="Comic Sans MS" panose="030F0702030302020204" charset="0"/>
                <a:ea typeface="宋体" pitchFamily="2" charset="-122"/>
              </a:defRPr>
            </a:lvl2pPr>
            <a:lvl3pPr marL="1143000" indent="-228600">
              <a:defRPr sz="2000" b="true">
                <a:solidFill>
                  <a:schemeClr val="tx1"/>
                </a:solidFill>
                <a:latin typeface="Comic Sans MS" panose="030F0702030302020204" charset="0"/>
                <a:ea typeface="宋体" pitchFamily="2" charset="-122"/>
              </a:defRPr>
            </a:lvl3pPr>
            <a:lvl4pPr marL="1600200" indent="-228600">
              <a:defRPr sz="2000" b="true">
                <a:solidFill>
                  <a:schemeClr val="tx1"/>
                </a:solidFill>
                <a:latin typeface="Comic Sans MS" panose="030F0702030302020204" charset="0"/>
                <a:ea typeface="宋体" pitchFamily="2" charset="-122"/>
              </a:defRPr>
            </a:lvl4pPr>
            <a:lvl5pPr marL="2057400" indent="-228600">
              <a:defRPr sz="2000" b="true">
                <a:solidFill>
                  <a:schemeClr val="tx1"/>
                </a:solidFill>
                <a:latin typeface="Comic Sans MS" panose="030F0702030302020204" charset="0"/>
                <a:ea typeface="宋体" pitchFamily="2" charset="-122"/>
              </a:defRPr>
            </a:lvl5pPr>
            <a:lvl6pPr marL="2514600" indent="-228600" eaLnBrk="false" fontAlgn="base" hangingPunct="false">
              <a:spcBef>
                <a:spcPct val="1"/>
              </a:spcBef>
              <a:spcAft>
                <a:spcPct val="1"/>
              </a:spcAft>
              <a:defRPr sz="2000" b="true">
                <a:solidFill>
                  <a:schemeClr val="tx1"/>
                </a:solidFill>
                <a:latin typeface="Comic Sans MS" panose="030F0702030302020204" charset="0"/>
                <a:ea typeface="宋体" pitchFamily="2" charset="-122"/>
              </a:defRPr>
            </a:lvl6pPr>
            <a:lvl7pPr marL="2971800" indent="-228600" eaLnBrk="false" fontAlgn="base" hangingPunct="false">
              <a:spcBef>
                <a:spcPct val="1"/>
              </a:spcBef>
              <a:spcAft>
                <a:spcPct val="1"/>
              </a:spcAft>
              <a:defRPr sz="2000" b="true">
                <a:solidFill>
                  <a:schemeClr val="tx1"/>
                </a:solidFill>
                <a:latin typeface="Comic Sans MS" panose="030F0702030302020204" charset="0"/>
                <a:ea typeface="宋体" pitchFamily="2" charset="-122"/>
              </a:defRPr>
            </a:lvl7pPr>
            <a:lvl8pPr marL="3429000" indent="-228600" eaLnBrk="false" fontAlgn="base" hangingPunct="false">
              <a:spcBef>
                <a:spcPct val="1"/>
              </a:spcBef>
              <a:spcAft>
                <a:spcPct val="1"/>
              </a:spcAft>
              <a:defRPr sz="2000" b="true">
                <a:solidFill>
                  <a:schemeClr val="tx1"/>
                </a:solidFill>
                <a:latin typeface="Comic Sans MS" panose="030F0702030302020204" charset="0"/>
                <a:ea typeface="宋体" pitchFamily="2" charset="-122"/>
              </a:defRPr>
            </a:lvl8pPr>
            <a:lvl9pPr marL="3886200" indent="-228600" eaLnBrk="false" fontAlgn="base" hangingPunct="false">
              <a:spcBef>
                <a:spcPct val="1"/>
              </a:spcBef>
              <a:spcAft>
                <a:spcPct val="1"/>
              </a:spcAft>
              <a:defRPr sz="2000" b="true">
                <a:solidFill>
                  <a:schemeClr val="tx1"/>
                </a:solidFill>
                <a:latin typeface="Comic Sans MS" panose="030F0702030302020204" charset="0"/>
                <a:ea typeface="宋体" pitchFamily="2" charset="-122"/>
              </a:defRPr>
            </a:lvl9pPr>
          </a:lstStyle>
          <a:p>
            <a:pPr/>
            <a:fld id="{E8EBFA1F-3BCC-B148-89CE-D41700CFE3D2}" type="slidenum">
              <a:rPr lang="zh-CN" altLang="en-US" sz="1200" b="false">
                <a:latin typeface="Times New Roman" panose="02020603050405020304" pitchFamily="18" charset="0"/>
              </a:rPr>
              <a:t>57</a:t>
            </a:fld>
            <a:endParaRPr lang="en-US" altLang="zh-CN" sz="1200" b="false">
              <a:latin typeface="Times New Roman" panose="02020603050405020304" pitchFamily="18" charset="0"/>
            </a:endParaRPr>
          </a:p>
        </p:txBody>
      </p:sp>
      <p:sp>
        <p:nvSpPr>
          <p:cNvPr id="180" name="Rectangle 2"/>
          <p:cNvSpPr>
            <a:spLocks noGrp="true" noRot="true" noChangeAspect="true" noChangeArrowheads="true" noTextEdit="true"/>
          </p:cNvSpPr>
          <p:nvPr>
            <p:ph type="sldImg"/>
          </p:nvPr>
        </p:nvSpPr>
        <p:spPr/>
        <p:txBody>
          <a:bodyPr/>
          <a:p>
            <a:pPr/>
            <a:endParaRPr/>
          </a:p>
        </p:txBody>
      </p:sp>
      <p:sp>
        <p:nvSpPr>
          <p:cNvPr id="181" name="Rectangle 3"/>
          <p:cNvSpPr>
            <a:spLocks noGrp="true" noChangeArrowheads="true"/>
          </p:cNvSpPr>
          <p:nvPr>
            <p:ph type="body" idx="1"/>
          </p:nvPr>
        </p:nvSpPr>
        <p:spPr>
          <a:noFill/>
          <a:extLst>
            <a:ext uri="{909E8E84-426E-40DD-AFC4-6F175D3DCCD1}"/>
            <a:ext uri="{91240B29-F687-4F45-9708-019B960494DF}"/>
          </a:extLst>
        </p:spPr>
        <p:txBody>
          <a:bodyPr/>
          <a:lstStyle/>
          <a:p>
            <a:pPr eaLnBrk="true" hangingPunct="true"/>
            <a:r>
              <a:rPr lang="en-US" altLang="zh-CN" dirty="false">
                <a:latin typeface="Times New Roman" panose="02020603050405020304" pitchFamily="18" charset="0"/>
                <a:ea typeface="宋体" pitchFamily="2" charset="-122"/>
              </a:rPr>
              <a:t>Reap 18906</a:t>
            </a:r>
            <a:r>
              <a:rPr lang="zh-CN" altLang="en-US" dirty="false">
                <a:latin typeface="Times New Roman" panose="02020603050405020304" pitchFamily="18" charset="0"/>
                <a:ea typeface="宋体" pitchFamily="2" charset="-122"/>
              </a:rPr>
              <a:t>后</a:t>
            </a:r>
            <a:r>
              <a:rPr lang="en-US" altLang="zh-CN" dirty="false">
                <a:latin typeface="Times New Roman" panose="02020603050405020304" pitchFamily="18" charset="0"/>
                <a:ea typeface="宋体" pitchFamily="2" charset="-122"/>
              </a:rPr>
              <a:t>sleep(2);</a:t>
            </a:r>
            <a:endParaRPr/>
          </a:p>
          <a:p>
            <a:pPr eaLnBrk="true" hangingPunct="true"/>
            <a:r>
              <a:rPr lang="zh-CN" altLang="en-US" dirty="false">
                <a:latin typeface="Times New Roman" panose="02020603050405020304" pitchFamily="18" charset="0"/>
                <a:ea typeface="宋体" pitchFamily="2" charset="-122"/>
              </a:rPr>
              <a:t>然后再次调用</a:t>
            </a:r>
            <a:r>
              <a:rPr lang="en-US" altLang="zh-CN" dirty="false">
                <a:latin typeface="Times New Roman" panose="02020603050405020304" pitchFamily="18" charset="0"/>
                <a:ea typeface="宋体" pitchFamily="2" charset="-122"/>
              </a:rPr>
              <a:t>handler</a:t>
            </a:r>
            <a:r>
              <a:rPr lang="zh-CN" altLang="en-US" dirty="false">
                <a:latin typeface="Times New Roman" panose="02020603050405020304" pitchFamily="18" charset="0"/>
                <a:ea typeface="宋体" pitchFamily="2" charset="-122"/>
              </a:rPr>
              <a:t>时应该</a:t>
            </a:r>
            <a:r>
              <a:rPr lang="en-US" altLang="zh-CN" dirty="false">
                <a:latin typeface="Times New Roman" panose="02020603050405020304" pitchFamily="18" charset="0"/>
                <a:ea typeface="宋体" pitchFamily="2" charset="-122"/>
              </a:rPr>
              <a:t>while</a:t>
            </a:r>
            <a:r>
              <a:rPr lang="zh-CN" altLang="en-US" dirty="false">
                <a:latin typeface="Times New Roman" panose="02020603050405020304" pitchFamily="18" charset="0"/>
                <a:ea typeface="宋体" pitchFamily="2" charset="-122"/>
              </a:rPr>
              <a:t>循环回收</a:t>
            </a:r>
            <a:r>
              <a:rPr lang="en-US" altLang="zh-CN" dirty="false">
                <a:latin typeface="Times New Roman" panose="02020603050405020304" pitchFamily="18" charset="0"/>
                <a:ea typeface="宋体" pitchFamily="2" charset="-122"/>
              </a:rPr>
              <a:t>18908</a:t>
            </a:r>
            <a:r>
              <a:rPr lang="zh-CN" altLang="en-US" dirty="false">
                <a:latin typeface="Times New Roman" panose="02020603050405020304" pitchFamily="18" charset="0"/>
                <a:ea typeface="宋体" pitchFamily="2" charset="-122"/>
              </a:rPr>
              <a:t>和</a:t>
            </a:r>
            <a:r>
              <a:rPr lang="en-US" altLang="zh-CN" dirty="false">
                <a:latin typeface="Times New Roman" panose="02020603050405020304" pitchFamily="18" charset="0"/>
                <a:ea typeface="宋体" pitchFamily="2" charset="-122"/>
              </a:rPr>
              <a:t>18907</a:t>
            </a:r>
            <a:r>
              <a:rPr lang="zh-CN" altLang="en-US" dirty="false">
                <a:latin typeface="Times New Roman" panose="02020603050405020304" pitchFamily="18" charset="0"/>
                <a:ea typeface="宋体" pitchFamily="2" charset="-122"/>
              </a:rPr>
              <a:t>。</a:t>
            </a:r>
            <a:endParaRPr/>
          </a:p>
        </p:txBody>
      </p:sp>
    </p:spTree>
  </p:cSld>
</p:notes>
</file>

<file path=ppt/notesSlides/notesSlide47.xml><?xml version="1.0" encoding="utf-8"?>
<p:notes xmlns:a="http://schemas.openxmlformats.org/drawingml/2006/main" xmlns:p="http://schemas.openxmlformats.org/presentationml/2006/main">
  <p:cSld>
    <p:spTree>
      <p:nvGrpSpPr>
        <p:cNvPr id="18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3" name="Rectangle 7"/>
          <p:cNvSpPr>
            <a:spLocks noGrp="true" noChangeArrowheads="true"/>
          </p:cNvSpPr>
          <p:nvPr>
            <p:ph type="sldNum" sz="quarter" idx="5"/>
          </p:nvPr>
        </p:nvSpPr>
        <p:spPr>
          <a:noFill/>
          <a:extLst>
            <a:ext uri="{909E8E84-426E-40DD-AFC4-6F175D3DCCD1}"/>
            <a:ext uri="{91240B29-F687-4F45-9708-019B960494DF}"/>
          </a:extLst>
        </p:spPr>
        <p:txBody>
          <a:bodyPr/>
          <a:lstStyle>
            <a:lvl1pPr>
              <a:defRPr sz="2000" b="true">
                <a:solidFill>
                  <a:schemeClr val="tx1"/>
                </a:solidFill>
                <a:latin typeface="Comic Sans MS" panose="030F0702030302020204" charset="0"/>
                <a:ea typeface="宋体" pitchFamily="2" charset="-122"/>
              </a:defRPr>
            </a:lvl1pPr>
            <a:lvl2pPr marL="742950" indent="-285750">
              <a:defRPr sz="2000" b="true">
                <a:solidFill>
                  <a:schemeClr val="tx1"/>
                </a:solidFill>
                <a:latin typeface="Comic Sans MS" panose="030F0702030302020204" charset="0"/>
                <a:ea typeface="宋体" pitchFamily="2" charset="-122"/>
              </a:defRPr>
            </a:lvl2pPr>
            <a:lvl3pPr marL="1143000" indent="-228600">
              <a:defRPr sz="2000" b="true">
                <a:solidFill>
                  <a:schemeClr val="tx1"/>
                </a:solidFill>
                <a:latin typeface="Comic Sans MS" panose="030F0702030302020204" charset="0"/>
                <a:ea typeface="宋体" pitchFamily="2" charset="-122"/>
              </a:defRPr>
            </a:lvl3pPr>
            <a:lvl4pPr marL="1600200" indent="-228600">
              <a:defRPr sz="2000" b="true">
                <a:solidFill>
                  <a:schemeClr val="tx1"/>
                </a:solidFill>
                <a:latin typeface="Comic Sans MS" panose="030F0702030302020204" charset="0"/>
                <a:ea typeface="宋体" pitchFamily="2" charset="-122"/>
              </a:defRPr>
            </a:lvl4pPr>
            <a:lvl5pPr marL="2057400" indent="-228600">
              <a:defRPr sz="2000" b="true">
                <a:solidFill>
                  <a:schemeClr val="tx1"/>
                </a:solidFill>
                <a:latin typeface="Comic Sans MS" panose="030F0702030302020204" charset="0"/>
                <a:ea typeface="宋体" pitchFamily="2" charset="-122"/>
              </a:defRPr>
            </a:lvl5pPr>
            <a:lvl6pPr marL="2514600" indent="-228600" eaLnBrk="false" fontAlgn="base" hangingPunct="false">
              <a:spcBef>
                <a:spcPct val="1"/>
              </a:spcBef>
              <a:spcAft>
                <a:spcPct val="1"/>
              </a:spcAft>
              <a:defRPr sz="2000" b="true">
                <a:solidFill>
                  <a:schemeClr val="tx1"/>
                </a:solidFill>
                <a:latin typeface="Comic Sans MS" panose="030F0702030302020204" charset="0"/>
                <a:ea typeface="宋体" pitchFamily="2" charset="-122"/>
              </a:defRPr>
            </a:lvl6pPr>
            <a:lvl7pPr marL="2971800" indent="-228600" eaLnBrk="false" fontAlgn="base" hangingPunct="false">
              <a:spcBef>
                <a:spcPct val="1"/>
              </a:spcBef>
              <a:spcAft>
                <a:spcPct val="1"/>
              </a:spcAft>
              <a:defRPr sz="2000" b="true">
                <a:solidFill>
                  <a:schemeClr val="tx1"/>
                </a:solidFill>
                <a:latin typeface="Comic Sans MS" panose="030F0702030302020204" charset="0"/>
                <a:ea typeface="宋体" pitchFamily="2" charset="-122"/>
              </a:defRPr>
            </a:lvl7pPr>
            <a:lvl8pPr marL="3429000" indent="-228600" eaLnBrk="false" fontAlgn="base" hangingPunct="false">
              <a:spcBef>
                <a:spcPct val="1"/>
              </a:spcBef>
              <a:spcAft>
                <a:spcPct val="1"/>
              </a:spcAft>
              <a:defRPr sz="2000" b="true">
                <a:solidFill>
                  <a:schemeClr val="tx1"/>
                </a:solidFill>
                <a:latin typeface="Comic Sans MS" panose="030F0702030302020204" charset="0"/>
                <a:ea typeface="宋体" pitchFamily="2" charset="-122"/>
              </a:defRPr>
            </a:lvl8pPr>
            <a:lvl9pPr marL="3886200" indent="-228600" eaLnBrk="false" fontAlgn="base" hangingPunct="false">
              <a:spcBef>
                <a:spcPct val="1"/>
              </a:spcBef>
              <a:spcAft>
                <a:spcPct val="1"/>
              </a:spcAft>
              <a:defRPr sz="2000" b="true">
                <a:solidFill>
                  <a:schemeClr val="tx1"/>
                </a:solidFill>
                <a:latin typeface="Comic Sans MS" panose="030F0702030302020204" charset="0"/>
                <a:ea typeface="宋体" pitchFamily="2" charset="-122"/>
              </a:defRPr>
            </a:lvl9pPr>
          </a:lstStyle>
          <a:p>
            <a:pPr/>
            <a:fld id="{E2BED691-C778-1B48-ABA8-E72F19CC5B9E}" type="slidenum">
              <a:rPr lang="zh-CN" altLang="en-US" sz="1200" b="false">
                <a:latin typeface="Times New Roman" panose="02020603050405020304" pitchFamily="18" charset="0"/>
              </a:rPr>
              <a:t>52</a:t>
            </a:fld>
            <a:endParaRPr lang="en-US" altLang="zh-CN" sz="1200" b="false">
              <a:latin typeface="Times New Roman" panose="02020603050405020304" pitchFamily="18" charset="0"/>
            </a:endParaRPr>
          </a:p>
        </p:txBody>
      </p:sp>
      <p:sp>
        <p:nvSpPr>
          <p:cNvPr id="184" name="Rectangle 2"/>
          <p:cNvSpPr>
            <a:spLocks noGrp="true" noRot="true" noChangeAspect="true" noChangeArrowheads="true" noTextEdit="true"/>
          </p:cNvSpPr>
          <p:nvPr>
            <p:ph type="sldImg"/>
          </p:nvPr>
        </p:nvSpPr>
        <p:spPr/>
        <p:txBody>
          <a:bodyPr/>
          <a:p>
            <a:pPr/>
            <a:endParaRPr/>
          </a:p>
        </p:txBody>
      </p:sp>
      <p:sp>
        <p:nvSpPr>
          <p:cNvPr id="185" name="Rectangle 3"/>
          <p:cNvSpPr>
            <a:spLocks noGrp="true" noChangeArrowheads="true"/>
          </p:cNvSpPr>
          <p:nvPr>
            <p:ph type="body" idx="1"/>
          </p:nvPr>
        </p:nvSpPr>
        <p:spPr>
          <a:noFill/>
          <a:extLst>
            <a:ext uri="{909E8E84-426E-40DD-AFC4-6F175D3DCCD1}"/>
            <a:ext uri="{91240B29-F687-4F45-9708-019B960494DF}"/>
          </a:extLst>
        </p:spPr>
        <p:txBody>
          <a:bodyPr/>
          <a:lstStyle/>
          <a:p>
            <a:pPr eaLnBrk="true" hangingPunct="true"/>
            <a:endParaRPr lang="zh-CN" altLang="en-US">
              <a:latin typeface="Times New Roman" panose="02020603050405020304" pitchFamily="18" charset="0"/>
              <a:ea typeface="宋体" pitchFamily="2" charset="-122"/>
            </a:endParaRPr>
          </a:p>
        </p:txBody>
      </p:sp>
    </p:spTree>
  </p:cSld>
</p:notes>
</file>

<file path=ppt/notesSlides/notesSlide48.xml><?xml version="1.0" encoding="utf-8"?>
<p:notes xmlns:a="http://schemas.openxmlformats.org/drawingml/2006/main" xmlns:p="http://schemas.openxmlformats.org/presentationml/2006/main">
  <p:cSld>
    <p:spTree>
      <p:nvGrpSpPr>
        <p:cNvPr id="186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7" name="Rectangle 7"/>
          <p:cNvSpPr>
            <a:spLocks noGrp="true" noChangeArrowheads="true"/>
          </p:cNvSpPr>
          <p:nvPr>
            <p:ph type="sldNum" sz="quarter" idx="5"/>
          </p:nvPr>
        </p:nvSpPr>
        <p:spPr>
          <a:noFill/>
          <a:extLst>
            <a:ext uri="{909E8E84-426E-40DD-AFC4-6F175D3DCCD1}"/>
            <a:ext uri="{91240B29-F687-4F45-9708-019B960494DF}"/>
          </a:extLst>
        </p:spPr>
        <p:txBody>
          <a:bodyPr/>
          <a:lstStyle>
            <a:lvl1pPr>
              <a:defRPr sz="2000" b="true">
                <a:solidFill>
                  <a:schemeClr val="tx1"/>
                </a:solidFill>
                <a:latin typeface="Comic Sans MS" panose="030F0702030302020204" charset="0"/>
                <a:ea typeface="宋体" pitchFamily="2" charset="-122"/>
              </a:defRPr>
            </a:lvl1pPr>
            <a:lvl2pPr marL="742950" indent="-285750">
              <a:defRPr sz="2000" b="true">
                <a:solidFill>
                  <a:schemeClr val="tx1"/>
                </a:solidFill>
                <a:latin typeface="Comic Sans MS" panose="030F0702030302020204" charset="0"/>
                <a:ea typeface="宋体" pitchFamily="2" charset="-122"/>
              </a:defRPr>
            </a:lvl2pPr>
            <a:lvl3pPr marL="1143000" indent="-228600">
              <a:defRPr sz="2000" b="true">
                <a:solidFill>
                  <a:schemeClr val="tx1"/>
                </a:solidFill>
                <a:latin typeface="Comic Sans MS" panose="030F0702030302020204" charset="0"/>
                <a:ea typeface="宋体" pitchFamily="2" charset="-122"/>
              </a:defRPr>
            </a:lvl3pPr>
            <a:lvl4pPr marL="1600200" indent="-228600">
              <a:defRPr sz="2000" b="true">
                <a:solidFill>
                  <a:schemeClr val="tx1"/>
                </a:solidFill>
                <a:latin typeface="Comic Sans MS" panose="030F0702030302020204" charset="0"/>
                <a:ea typeface="宋体" pitchFamily="2" charset="-122"/>
              </a:defRPr>
            </a:lvl4pPr>
            <a:lvl5pPr marL="2057400" indent="-228600">
              <a:defRPr sz="2000" b="true">
                <a:solidFill>
                  <a:schemeClr val="tx1"/>
                </a:solidFill>
                <a:latin typeface="Comic Sans MS" panose="030F0702030302020204" charset="0"/>
                <a:ea typeface="宋体" pitchFamily="2" charset="-122"/>
              </a:defRPr>
            </a:lvl5pPr>
            <a:lvl6pPr marL="2514600" indent="-228600" eaLnBrk="false" fontAlgn="base" hangingPunct="false">
              <a:spcBef>
                <a:spcPct val="1"/>
              </a:spcBef>
              <a:spcAft>
                <a:spcPct val="1"/>
              </a:spcAft>
              <a:defRPr sz="2000" b="true">
                <a:solidFill>
                  <a:schemeClr val="tx1"/>
                </a:solidFill>
                <a:latin typeface="Comic Sans MS" panose="030F0702030302020204" charset="0"/>
                <a:ea typeface="宋体" pitchFamily="2" charset="-122"/>
              </a:defRPr>
            </a:lvl6pPr>
            <a:lvl7pPr marL="2971800" indent="-228600" eaLnBrk="false" fontAlgn="base" hangingPunct="false">
              <a:spcBef>
                <a:spcPct val="1"/>
              </a:spcBef>
              <a:spcAft>
                <a:spcPct val="1"/>
              </a:spcAft>
              <a:defRPr sz="2000" b="true">
                <a:solidFill>
                  <a:schemeClr val="tx1"/>
                </a:solidFill>
                <a:latin typeface="Comic Sans MS" panose="030F0702030302020204" charset="0"/>
                <a:ea typeface="宋体" pitchFamily="2" charset="-122"/>
              </a:defRPr>
            </a:lvl7pPr>
            <a:lvl8pPr marL="3429000" indent="-228600" eaLnBrk="false" fontAlgn="base" hangingPunct="false">
              <a:spcBef>
                <a:spcPct val="1"/>
              </a:spcBef>
              <a:spcAft>
                <a:spcPct val="1"/>
              </a:spcAft>
              <a:defRPr sz="2000" b="true">
                <a:solidFill>
                  <a:schemeClr val="tx1"/>
                </a:solidFill>
                <a:latin typeface="Comic Sans MS" panose="030F0702030302020204" charset="0"/>
                <a:ea typeface="宋体" pitchFamily="2" charset="-122"/>
              </a:defRPr>
            </a:lvl8pPr>
            <a:lvl9pPr marL="3886200" indent="-228600" eaLnBrk="false" fontAlgn="base" hangingPunct="false">
              <a:spcBef>
                <a:spcPct val="1"/>
              </a:spcBef>
              <a:spcAft>
                <a:spcPct val="1"/>
              </a:spcAft>
              <a:defRPr sz="2000" b="true">
                <a:solidFill>
                  <a:schemeClr val="tx1"/>
                </a:solidFill>
                <a:latin typeface="Comic Sans MS" panose="030F0702030302020204" charset="0"/>
                <a:ea typeface="宋体" pitchFamily="2" charset="-122"/>
              </a:defRPr>
            </a:lvl9pPr>
          </a:lstStyle>
          <a:p>
            <a:pPr/>
            <a:fld id="{E2BED691-C778-1B48-ABA8-E72F19CC5B9E}" type="slidenum">
              <a:rPr lang="zh-CN" altLang="en-US" sz="1200" b="false">
                <a:latin typeface="Times New Roman" panose="02020603050405020304" pitchFamily="18" charset="0"/>
              </a:rPr>
              <a:t>52</a:t>
            </a:fld>
            <a:endParaRPr lang="en-US" altLang="zh-CN" sz="1200" b="false">
              <a:latin typeface="Times New Roman" panose="02020603050405020304" pitchFamily="18" charset="0"/>
            </a:endParaRPr>
          </a:p>
        </p:txBody>
      </p:sp>
      <p:sp>
        <p:nvSpPr>
          <p:cNvPr id="188" name="Rectangle 2"/>
          <p:cNvSpPr>
            <a:spLocks noGrp="true" noRot="true" noChangeAspect="true" noChangeArrowheads="true" noTextEdit="true"/>
          </p:cNvSpPr>
          <p:nvPr>
            <p:ph type="sldImg"/>
          </p:nvPr>
        </p:nvSpPr>
        <p:spPr/>
        <p:txBody>
          <a:bodyPr/>
          <a:p>
            <a:pPr/>
            <a:endParaRPr/>
          </a:p>
        </p:txBody>
      </p:sp>
      <p:sp>
        <p:nvSpPr>
          <p:cNvPr id="189" name="Rectangle 3"/>
          <p:cNvSpPr>
            <a:spLocks noGrp="true" noChangeArrowheads="true"/>
          </p:cNvSpPr>
          <p:nvPr>
            <p:ph type="body" idx="1"/>
          </p:nvPr>
        </p:nvSpPr>
        <p:spPr>
          <a:noFill/>
          <a:extLst>
            <a:ext uri="{909E8E84-426E-40DD-AFC4-6F175D3DCCD1}"/>
            <a:ext uri="{91240B29-F687-4F45-9708-019B960494DF}"/>
          </a:extLst>
        </p:spPr>
        <p:txBody>
          <a:bodyPr/>
          <a:lstStyle/>
          <a:p>
            <a:pPr eaLnBrk="true" hangingPunct="true"/>
            <a:endParaRPr lang="zh-CN" altLang="en-US">
              <a:latin typeface="Times New Roman" panose="02020603050405020304" pitchFamily="18" charset="0"/>
              <a:ea typeface="宋体" pitchFamily="2" charset="-122"/>
            </a:endParaRPr>
          </a:p>
        </p:txBody>
      </p:sp>
    </p:spTree>
  </p:cSld>
</p:notes>
</file>

<file path=ppt/notesSlides/notesSlide49.xml><?xml version="1.0" encoding="utf-8"?>
<p:notes xmlns:a="http://schemas.openxmlformats.org/drawingml/2006/main" xmlns:p="http://schemas.openxmlformats.org/presentationml/2006/main">
  <p:cSld>
    <p:spTree>
      <p:nvGrpSpPr>
        <p:cNvPr id="190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1" name="Rectangle 7"/>
          <p:cNvSpPr>
            <a:spLocks noGrp="true" noChangeArrowheads="true"/>
          </p:cNvSpPr>
          <p:nvPr>
            <p:ph type="sldNum" sz="quarter" idx="5"/>
          </p:nvPr>
        </p:nvSpPr>
        <p:spPr>
          <a:noFill/>
          <a:extLst>
            <a:ext uri="{909E8E84-426E-40DD-AFC4-6F175D3DCCD1}"/>
            <a:ext uri="{91240B29-F687-4F45-9708-019B960494DF}"/>
          </a:extLst>
        </p:spPr>
        <p:txBody>
          <a:bodyPr/>
          <a:lstStyle>
            <a:lvl1pPr>
              <a:defRPr sz="2000" b="true">
                <a:solidFill>
                  <a:schemeClr val="tx1"/>
                </a:solidFill>
                <a:latin typeface="Comic Sans MS" panose="030F0702030302020204" charset="0"/>
                <a:ea typeface="宋体" pitchFamily="2" charset="-122"/>
              </a:defRPr>
            </a:lvl1pPr>
            <a:lvl2pPr marL="742950" indent="-285750">
              <a:defRPr sz="2000" b="true">
                <a:solidFill>
                  <a:schemeClr val="tx1"/>
                </a:solidFill>
                <a:latin typeface="Comic Sans MS" panose="030F0702030302020204" charset="0"/>
                <a:ea typeface="宋体" pitchFamily="2" charset="-122"/>
              </a:defRPr>
            </a:lvl2pPr>
            <a:lvl3pPr marL="1143000" indent="-228600">
              <a:defRPr sz="2000" b="true">
                <a:solidFill>
                  <a:schemeClr val="tx1"/>
                </a:solidFill>
                <a:latin typeface="Comic Sans MS" panose="030F0702030302020204" charset="0"/>
                <a:ea typeface="宋体" pitchFamily="2" charset="-122"/>
              </a:defRPr>
            </a:lvl3pPr>
            <a:lvl4pPr marL="1600200" indent="-228600">
              <a:defRPr sz="2000" b="true">
                <a:solidFill>
                  <a:schemeClr val="tx1"/>
                </a:solidFill>
                <a:latin typeface="Comic Sans MS" panose="030F0702030302020204" charset="0"/>
                <a:ea typeface="宋体" pitchFamily="2" charset="-122"/>
              </a:defRPr>
            </a:lvl4pPr>
            <a:lvl5pPr marL="2057400" indent="-228600">
              <a:defRPr sz="2000" b="true">
                <a:solidFill>
                  <a:schemeClr val="tx1"/>
                </a:solidFill>
                <a:latin typeface="Comic Sans MS" panose="030F0702030302020204" charset="0"/>
                <a:ea typeface="宋体" pitchFamily="2" charset="-122"/>
              </a:defRPr>
            </a:lvl5pPr>
            <a:lvl6pPr marL="2514600" indent="-228600" eaLnBrk="false" fontAlgn="base" hangingPunct="false">
              <a:spcBef>
                <a:spcPct val="1"/>
              </a:spcBef>
              <a:spcAft>
                <a:spcPct val="1"/>
              </a:spcAft>
              <a:defRPr sz="2000" b="true">
                <a:solidFill>
                  <a:schemeClr val="tx1"/>
                </a:solidFill>
                <a:latin typeface="Comic Sans MS" panose="030F0702030302020204" charset="0"/>
                <a:ea typeface="宋体" pitchFamily="2" charset="-122"/>
              </a:defRPr>
            </a:lvl6pPr>
            <a:lvl7pPr marL="2971800" indent="-228600" eaLnBrk="false" fontAlgn="base" hangingPunct="false">
              <a:spcBef>
                <a:spcPct val="1"/>
              </a:spcBef>
              <a:spcAft>
                <a:spcPct val="1"/>
              </a:spcAft>
              <a:defRPr sz="2000" b="true">
                <a:solidFill>
                  <a:schemeClr val="tx1"/>
                </a:solidFill>
                <a:latin typeface="Comic Sans MS" panose="030F0702030302020204" charset="0"/>
                <a:ea typeface="宋体" pitchFamily="2" charset="-122"/>
              </a:defRPr>
            </a:lvl7pPr>
            <a:lvl8pPr marL="3429000" indent="-228600" eaLnBrk="false" fontAlgn="base" hangingPunct="false">
              <a:spcBef>
                <a:spcPct val="1"/>
              </a:spcBef>
              <a:spcAft>
                <a:spcPct val="1"/>
              </a:spcAft>
              <a:defRPr sz="2000" b="true">
                <a:solidFill>
                  <a:schemeClr val="tx1"/>
                </a:solidFill>
                <a:latin typeface="Comic Sans MS" panose="030F0702030302020204" charset="0"/>
                <a:ea typeface="宋体" pitchFamily="2" charset="-122"/>
              </a:defRPr>
            </a:lvl8pPr>
            <a:lvl9pPr marL="3886200" indent="-228600" eaLnBrk="false" fontAlgn="base" hangingPunct="false">
              <a:spcBef>
                <a:spcPct val="1"/>
              </a:spcBef>
              <a:spcAft>
                <a:spcPct val="1"/>
              </a:spcAft>
              <a:defRPr sz="2000" b="true">
                <a:solidFill>
                  <a:schemeClr val="tx1"/>
                </a:solidFill>
                <a:latin typeface="Comic Sans MS" panose="030F0702030302020204" charset="0"/>
                <a:ea typeface="宋体" pitchFamily="2" charset="-122"/>
              </a:defRPr>
            </a:lvl9pPr>
          </a:lstStyle>
          <a:p>
            <a:pPr/>
            <a:fld id="{7205F8AE-362D-0C43-A89E-FD46A1914258}" type="slidenum">
              <a:rPr lang="zh-CN" altLang="en-US" sz="1200" b="false">
                <a:latin typeface="Times New Roman" panose="02020603050405020304" pitchFamily="18" charset="0"/>
              </a:rPr>
              <a:t>6</a:t>
            </a:fld>
            <a:endParaRPr lang="en-US" altLang="zh-CN" sz="1200" b="false">
              <a:latin typeface="Times New Roman" panose="02020603050405020304" pitchFamily="18" charset="0"/>
            </a:endParaRPr>
          </a:p>
        </p:txBody>
      </p:sp>
      <p:sp>
        <p:nvSpPr>
          <p:cNvPr id="192" name="Rectangle 2"/>
          <p:cNvSpPr>
            <a:spLocks noGrp="true" noRot="true" noChangeAspect="true" noChangeArrowheads="true" noTextEdit="true"/>
          </p:cNvSpPr>
          <p:nvPr>
            <p:ph type="sldImg"/>
          </p:nvPr>
        </p:nvSpPr>
        <p:spPr/>
        <p:txBody>
          <a:bodyPr/>
          <a:p>
            <a:pPr/>
            <a:endParaRPr/>
          </a:p>
        </p:txBody>
      </p:sp>
      <p:sp>
        <p:nvSpPr>
          <p:cNvPr id="193" name="Rectangle 3"/>
          <p:cNvSpPr>
            <a:spLocks noGrp="true" noChangeArrowheads="true"/>
          </p:cNvSpPr>
          <p:nvPr>
            <p:ph type="body" idx="1"/>
          </p:nvPr>
        </p:nvSpPr>
        <p:spPr>
          <a:noFill/>
          <a:extLst>
            <a:ext uri="{909E8E84-426E-40DD-AFC4-6F175D3DCCD1}"/>
            <a:ext uri="{91240B29-F687-4F45-9708-019B960494DF}"/>
          </a:extLst>
        </p:spPr>
        <p:txBody>
          <a:bodyPr/>
          <a:lstStyle/>
          <a:p>
            <a:pPr eaLnBrk="true" hangingPunct="true"/>
            <a:endParaRPr lang="zh-CN" altLang="en-US">
              <a:latin typeface="Times New Roman" panose="02020603050405020304" pitchFamily="18" charset="0"/>
              <a:ea typeface="宋体" pitchFamily="2" charset="-122"/>
            </a:endParaRPr>
          </a:p>
        </p:txBody>
      </p:sp>
    </p:spTree>
  </p:cSld>
</p:notes>
</file>

<file path=ppt/notesSlides/notesSlide50.xml><?xml version="1.0" encoding="utf-8"?>
<p:notes xmlns:a="http://schemas.openxmlformats.org/drawingml/2006/main" xmlns:p="http://schemas.openxmlformats.org/presentationml/2006/main">
  <p:cSld>
    <p:spTree>
      <p:nvGrpSpPr>
        <p:cNvPr id="194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5" name="Rectangle 7"/>
          <p:cNvSpPr>
            <a:spLocks noGrp="true" noChangeArrowheads="true"/>
          </p:cNvSpPr>
          <p:nvPr>
            <p:ph type="sldNum" sz="quarter" idx="5"/>
          </p:nvPr>
        </p:nvSpPr>
        <p:spPr>
          <a:noFill/>
          <a:extLst>
            <a:ext uri="{909E8E84-426E-40DD-AFC4-6F175D3DCCD1}"/>
            <a:ext uri="{91240B29-F687-4F45-9708-019B960494DF}"/>
          </a:extLst>
        </p:spPr>
        <p:txBody>
          <a:bodyPr/>
          <a:lstStyle>
            <a:lvl1pPr>
              <a:defRPr sz="2000" b="true">
                <a:solidFill>
                  <a:schemeClr val="tx1"/>
                </a:solidFill>
                <a:latin typeface="Comic Sans MS" panose="030F0702030302020204" charset="0"/>
                <a:ea typeface="宋体" pitchFamily="2" charset="-122"/>
              </a:defRPr>
            </a:lvl1pPr>
            <a:lvl2pPr marL="742950" indent="-285750">
              <a:defRPr sz="2000" b="true">
                <a:solidFill>
                  <a:schemeClr val="tx1"/>
                </a:solidFill>
                <a:latin typeface="Comic Sans MS" panose="030F0702030302020204" charset="0"/>
                <a:ea typeface="宋体" pitchFamily="2" charset="-122"/>
              </a:defRPr>
            </a:lvl2pPr>
            <a:lvl3pPr marL="1143000" indent="-228600">
              <a:defRPr sz="2000" b="true">
                <a:solidFill>
                  <a:schemeClr val="tx1"/>
                </a:solidFill>
                <a:latin typeface="Comic Sans MS" panose="030F0702030302020204" charset="0"/>
                <a:ea typeface="宋体" pitchFamily="2" charset="-122"/>
              </a:defRPr>
            </a:lvl3pPr>
            <a:lvl4pPr marL="1600200" indent="-228600">
              <a:defRPr sz="2000" b="true">
                <a:solidFill>
                  <a:schemeClr val="tx1"/>
                </a:solidFill>
                <a:latin typeface="Comic Sans MS" panose="030F0702030302020204" charset="0"/>
                <a:ea typeface="宋体" pitchFamily="2" charset="-122"/>
              </a:defRPr>
            </a:lvl4pPr>
            <a:lvl5pPr marL="2057400" indent="-228600">
              <a:defRPr sz="2000" b="true">
                <a:solidFill>
                  <a:schemeClr val="tx1"/>
                </a:solidFill>
                <a:latin typeface="Comic Sans MS" panose="030F0702030302020204" charset="0"/>
                <a:ea typeface="宋体" pitchFamily="2" charset="-122"/>
              </a:defRPr>
            </a:lvl5pPr>
            <a:lvl6pPr marL="2514600" indent="-228600" eaLnBrk="false" fontAlgn="base" hangingPunct="false">
              <a:spcBef>
                <a:spcPct val="1"/>
              </a:spcBef>
              <a:spcAft>
                <a:spcPct val="1"/>
              </a:spcAft>
              <a:defRPr sz="2000" b="true">
                <a:solidFill>
                  <a:schemeClr val="tx1"/>
                </a:solidFill>
                <a:latin typeface="Comic Sans MS" panose="030F0702030302020204" charset="0"/>
                <a:ea typeface="宋体" pitchFamily="2" charset="-122"/>
              </a:defRPr>
            </a:lvl6pPr>
            <a:lvl7pPr marL="2971800" indent="-228600" eaLnBrk="false" fontAlgn="base" hangingPunct="false">
              <a:spcBef>
                <a:spcPct val="1"/>
              </a:spcBef>
              <a:spcAft>
                <a:spcPct val="1"/>
              </a:spcAft>
              <a:defRPr sz="2000" b="true">
                <a:solidFill>
                  <a:schemeClr val="tx1"/>
                </a:solidFill>
                <a:latin typeface="Comic Sans MS" panose="030F0702030302020204" charset="0"/>
                <a:ea typeface="宋体" pitchFamily="2" charset="-122"/>
              </a:defRPr>
            </a:lvl7pPr>
            <a:lvl8pPr marL="3429000" indent="-228600" eaLnBrk="false" fontAlgn="base" hangingPunct="false">
              <a:spcBef>
                <a:spcPct val="1"/>
              </a:spcBef>
              <a:spcAft>
                <a:spcPct val="1"/>
              </a:spcAft>
              <a:defRPr sz="2000" b="true">
                <a:solidFill>
                  <a:schemeClr val="tx1"/>
                </a:solidFill>
                <a:latin typeface="Comic Sans MS" panose="030F0702030302020204" charset="0"/>
                <a:ea typeface="宋体" pitchFamily="2" charset="-122"/>
              </a:defRPr>
            </a:lvl8pPr>
            <a:lvl9pPr marL="3886200" indent="-228600" eaLnBrk="false" fontAlgn="base" hangingPunct="false">
              <a:spcBef>
                <a:spcPct val="1"/>
              </a:spcBef>
              <a:spcAft>
                <a:spcPct val="1"/>
              </a:spcAft>
              <a:defRPr sz="2000" b="true">
                <a:solidFill>
                  <a:schemeClr val="tx1"/>
                </a:solidFill>
                <a:latin typeface="Comic Sans MS" panose="030F0702030302020204" charset="0"/>
                <a:ea typeface="宋体" pitchFamily="2" charset="-122"/>
              </a:defRPr>
            </a:lvl9pPr>
          </a:lstStyle>
          <a:p>
            <a:pPr/>
            <a:fld id="{3A0B7D92-868D-FD46-8533-6950AF1D7DA2}" type="slidenum">
              <a:rPr lang="zh-CN" altLang="en-US" sz="1200" b="false">
                <a:latin typeface="Times New Roman" panose="02020603050405020304" pitchFamily="18" charset="0"/>
              </a:rPr>
              <a:t>54</a:t>
            </a:fld>
            <a:endParaRPr lang="en-US" altLang="zh-CN" sz="1200" b="false">
              <a:latin typeface="Times New Roman" panose="02020603050405020304" pitchFamily="18" charset="0"/>
            </a:endParaRPr>
          </a:p>
        </p:txBody>
      </p:sp>
      <p:sp>
        <p:nvSpPr>
          <p:cNvPr id="196" name="Rectangle 2"/>
          <p:cNvSpPr>
            <a:spLocks noGrp="true" noRot="true" noChangeAspect="true" noChangeArrowheads="true" noTextEdit="true"/>
          </p:cNvSpPr>
          <p:nvPr>
            <p:ph type="sldImg"/>
          </p:nvPr>
        </p:nvSpPr>
        <p:spPr/>
        <p:txBody>
          <a:bodyPr/>
          <a:p>
            <a:pPr/>
            <a:endParaRPr/>
          </a:p>
        </p:txBody>
      </p:sp>
      <p:sp>
        <p:nvSpPr>
          <p:cNvPr id="197" name="Rectangle 3"/>
          <p:cNvSpPr>
            <a:spLocks noGrp="true" noChangeArrowheads="true"/>
          </p:cNvSpPr>
          <p:nvPr>
            <p:ph type="body" idx="1"/>
          </p:nvPr>
        </p:nvSpPr>
        <p:spPr>
          <a:noFill/>
          <a:extLst>
            <a:ext uri="{909E8E84-426E-40DD-AFC4-6F175D3DCCD1}"/>
            <a:ext uri="{91240B29-F687-4F45-9708-019B960494DF}"/>
          </a:extLst>
        </p:spPr>
        <p:txBody>
          <a:bodyPr/>
          <a:lstStyle/>
          <a:p>
            <a:pPr eaLnBrk="true" hangingPunct="true"/>
            <a:endParaRPr lang="zh-CN" altLang="en-US">
              <a:latin typeface="Times New Roman" panose="02020603050405020304" pitchFamily="18" charset="0"/>
              <a:ea typeface="宋体" pitchFamily="2" charset="-122"/>
            </a:endParaRPr>
          </a:p>
        </p:txBody>
      </p:sp>
    </p:spTree>
  </p:cSld>
</p:notes>
</file>

<file path=ppt/notesSlides/notesSlide51.xml><?xml version="1.0" encoding="utf-8"?>
<p:notes xmlns:a="http://schemas.openxmlformats.org/drawingml/2006/main" xmlns:p="http://schemas.openxmlformats.org/presentationml/2006/main">
  <p:cSld>
    <p:spTree>
      <p:nvGrpSpPr>
        <p:cNvPr id="198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9" name="Rectangle 7"/>
          <p:cNvSpPr>
            <a:spLocks noGrp="true" noChangeArrowheads="true"/>
          </p:cNvSpPr>
          <p:nvPr>
            <p:ph type="sldNum" sz="quarter" idx="5"/>
          </p:nvPr>
        </p:nvSpPr>
        <p:spPr>
          <a:noFill/>
          <a:extLst>
            <a:ext uri="{909E8E84-426E-40DD-AFC4-6F175D3DCCD1}"/>
            <a:ext uri="{91240B29-F687-4F45-9708-019B960494DF}"/>
          </a:extLst>
        </p:spPr>
        <p:txBody>
          <a:bodyPr/>
          <a:lstStyle>
            <a:lvl1pPr>
              <a:defRPr sz="2000" b="true">
                <a:solidFill>
                  <a:schemeClr val="tx1"/>
                </a:solidFill>
                <a:latin typeface="Comic Sans MS" panose="030F0702030302020204" charset="0"/>
                <a:ea typeface="宋体" pitchFamily="2" charset="-122"/>
              </a:defRPr>
            </a:lvl1pPr>
            <a:lvl2pPr marL="742950" indent="-285750">
              <a:defRPr sz="2000" b="true">
                <a:solidFill>
                  <a:schemeClr val="tx1"/>
                </a:solidFill>
                <a:latin typeface="Comic Sans MS" panose="030F0702030302020204" charset="0"/>
                <a:ea typeface="宋体" pitchFamily="2" charset="-122"/>
              </a:defRPr>
            </a:lvl2pPr>
            <a:lvl3pPr marL="1143000" indent="-228600">
              <a:defRPr sz="2000" b="true">
                <a:solidFill>
                  <a:schemeClr val="tx1"/>
                </a:solidFill>
                <a:latin typeface="Comic Sans MS" panose="030F0702030302020204" charset="0"/>
                <a:ea typeface="宋体" pitchFamily="2" charset="-122"/>
              </a:defRPr>
            </a:lvl3pPr>
            <a:lvl4pPr marL="1600200" indent="-228600">
              <a:defRPr sz="2000" b="true">
                <a:solidFill>
                  <a:schemeClr val="tx1"/>
                </a:solidFill>
                <a:latin typeface="Comic Sans MS" panose="030F0702030302020204" charset="0"/>
                <a:ea typeface="宋体" pitchFamily="2" charset="-122"/>
              </a:defRPr>
            </a:lvl4pPr>
            <a:lvl5pPr marL="2057400" indent="-228600">
              <a:defRPr sz="2000" b="true">
                <a:solidFill>
                  <a:schemeClr val="tx1"/>
                </a:solidFill>
                <a:latin typeface="Comic Sans MS" panose="030F0702030302020204" charset="0"/>
                <a:ea typeface="宋体" pitchFamily="2" charset="-122"/>
              </a:defRPr>
            </a:lvl5pPr>
            <a:lvl6pPr marL="2514600" indent="-228600" eaLnBrk="false" fontAlgn="base" hangingPunct="false">
              <a:spcBef>
                <a:spcPct val="1"/>
              </a:spcBef>
              <a:spcAft>
                <a:spcPct val="1"/>
              </a:spcAft>
              <a:defRPr sz="2000" b="true">
                <a:solidFill>
                  <a:schemeClr val="tx1"/>
                </a:solidFill>
                <a:latin typeface="Comic Sans MS" panose="030F0702030302020204" charset="0"/>
                <a:ea typeface="宋体" pitchFamily="2" charset="-122"/>
              </a:defRPr>
            </a:lvl6pPr>
            <a:lvl7pPr marL="2971800" indent="-228600" eaLnBrk="false" fontAlgn="base" hangingPunct="false">
              <a:spcBef>
                <a:spcPct val="1"/>
              </a:spcBef>
              <a:spcAft>
                <a:spcPct val="1"/>
              </a:spcAft>
              <a:defRPr sz="2000" b="true">
                <a:solidFill>
                  <a:schemeClr val="tx1"/>
                </a:solidFill>
                <a:latin typeface="Comic Sans MS" panose="030F0702030302020204" charset="0"/>
                <a:ea typeface="宋体" pitchFamily="2" charset="-122"/>
              </a:defRPr>
            </a:lvl7pPr>
            <a:lvl8pPr marL="3429000" indent="-228600" eaLnBrk="false" fontAlgn="base" hangingPunct="false">
              <a:spcBef>
                <a:spcPct val="1"/>
              </a:spcBef>
              <a:spcAft>
                <a:spcPct val="1"/>
              </a:spcAft>
              <a:defRPr sz="2000" b="true">
                <a:solidFill>
                  <a:schemeClr val="tx1"/>
                </a:solidFill>
                <a:latin typeface="Comic Sans MS" panose="030F0702030302020204" charset="0"/>
                <a:ea typeface="宋体" pitchFamily="2" charset="-122"/>
              </a:defRPr>
            </a:lvl8pPr>
            <a:lvl9pPr marL="3886200" indent="-228600" eaLnBrk="false" fontAlgn="base" hangingPunct="false">
              <a:spcBef>
                <a:spcPct val="1"/>
              </a:spcBef>
              <a:spcAft>
                <a:spcPct val="1"/>
              </a:spcAft>
              <a:defRPr sz="2000" b="true">
                <a:solidFill>
                  <a:schemeClr val="tx1"/>
                </a:solidFill>
                <a:latin typeface="Comic Sans MS" panose="030F0702030302020204" charset="0"/>
                <a:ea typeface="宋体" pitchFamily="2" charset="-122"/>
              </a:defRPr>
            </a:lvl9pPr>
          </a:lstStyle>
          <a:p>
            <a:pPr/>
            <a:fld id="{3A0B7D92-868D-FD46-8533-6950AF1D7DA2}" type="slidenum">
              <a:rPr lang="zh-CN" altLang="en-US" sz="1200" b="false">
                <a:latin typeface="Times New Roman" panose="02020603050405020304" pitchFamily="18" charset="0"/>
              </a:rPr>
              <a:t>54</a:t>
            </a:fld>
            <a:endParaRPr lang="en-US" altLang="zh-CN" sz="1200" b="false">
              <a:latin typeface="Times New Roman" panose="02020603050405020304" pitchFamily="18" charset="0"/>
            </a:endParaRPr>
          </a:p>
        </p:txBody>
      </p:sp>
      <p:sp>
        <p:nvSpPr>
          <p:cNvPr id="200" name="Rectangle 2"/>
          <p:cNvSpPr>
            <a:spLocks noGrp="true" noRot="true" noChangeAspect="true" noChangeArrowheads="true" noTextEdit="true"/>
          </p:cNvSpPr>
          <p:nvPr>
            <p:ph type="sldImg"/>
          </p:nvPr>
        </p:nvSpPr>
        <p:spPr/>
        <p:txBody>
          <a:bodyPr/>
          <a:p>
            <a:pPr/>
            <a:endParaRPr/>
          </a:p>
        </p:txBody>
      </p:sp>
      <p:sp>
        <p:nvSpPr>
          <p:cNvPr id="201" name="Rectangle 3"/>
          <p:cNvSpPr>
            <a:spLocks noGrp="true" noChangeArrowheads="true"/>
          </p:cNvSpPr>
          <p:nvPr>
            <p:ph type="body" idx="1"/>
          </p:nvPr>
        </p:nvSpPr>
        <p:spPr>
          <a:noFill/>
          <a:extLst>
            <a:ext uri="{909E8E84-426E-40DD-AFC4-6F175D3DCCD1}"/>
            <a:ext uri="{91240B29-F687-4F45-9708-019B960494DF}"/>
          </a:extLst>
        </p:spPr>
        <p:txBody>
          <a:bodyPr/>
          <a:lstStyle/>
          <a:p>
            <a:pPr eaLnBrk="true" hangingPunct="true"/>
            <a:endParaRPr lang="zh-CN" altLang="en-US">
              <a:latin typeface="Times New Roman" panose="02020603050405020304" pitchFamily="18" charset="0"/>
              <a:ea typeface="宋体" pitchFamily="2" charset="-122"/>
            </a:endParaRPr>
          </a:p>
        </p:txBody>
      </p:sp>
    </p:spTree>
  </p:cSld>
</p:notes>
</file>

<file path=ppt/notesSlides/notesSlide52.xml><?xml version="1.0" encoding="utf-8"?>
<p:notes xmlns:a="http://schemas.openxmlformats.org/drawingml/2006/main" xmlns:p="http://schemas.openxmlformats.org/presentationml/2006/main">
  <p:cSld>
    <p:spTree>
      <p:nvGrpSpPr>
        <p:cNvPr id="20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3" name="Rectangle 7"/>
          <p:cNvSpPr>
            <a:spLocks noGrp="true" noChangeArrowheads="true"/>
          </p:cNvSpPr>
          <p:nvPr>
            <p:ph type="sldNum" sz="quarter" idx="5"/>
          </p:nvPr>
        </p:nvSpPr>
        <p:spPr>
          <a:noFill/>
          <a:extLst>
            <a:ext uri="{909E8E84-426E-40DD-AFC4-6F175D3DCCD1}"/>
            <a:ext uri="{91240B29-F687-4F45-9708-019B960494DF}"/>
          </a:extLst>
        </p:spPr>
        <p:txBody>
          <a:bodyPr/>
          <a:lstStyle>
            <a:lvl1pPr>
              <a:defRPr sz="2000" b="true">
                <a:solidFill>
                  <a:schemeClr val="tx1"/>
                </a:solidFill>
                <a:latin typeface="Comic Sans MS" panose="030F0702030302020204" charset="0"/>
                <a:ea typeface="宋体" pitchFamily="2" charset="-122"/>
              </a:defRPr>
            </a:lvl1pPr>
            <a:lvl2pPr marL="742950" indent="-285750">
              <a:defRPr sz="2000" b="true">
                <a:solidFill>
                  <a:schemeClr val="tx1"/>
                </a:solidFill>
                <a:latin typeface="Comic Sans MS" panose="030F0702030302020204" charset="0"/>
                <a:ea typeface="宋体" pitchFamily="2" charset="-122"/>
              </a:defRPr>
            </a:lvl2pPr>
            <a:lvl3pPr marL="1143000" indent="-228600">
              <a:defRPr sz="2000" b="true">
                <a:solidFill>
                  <a:schemeClr val="tx1"/>
                </a:solidFill>
                <a:latin typeface="Comic Sans MS" panose="030F0702030302020204" charset="0"/>
                <a:ea typeface="宋体" pitchFamily="2" charset="-122"/>
              </a:defRPr>
            </a:lvl3pPr>
            <a:lvl4pPr marL="1600200" indent="-228600">
              <a:defRPr sz="2000" b="true">
                <a:solidFill>
                  <a:schemeClr val="tx1"/>
                </a:solidFill>
                <a:latin typeface="Comic Sans MS" panose="030F0702030302020204" charset="0"/>
                <a:ea typeface="宋体" pitchFamily="2" charset="-122"/>
              </a:defRPr>
            </a:lvl4pPr>
            <a:lvl5pPr marL="2057400" indent="-228600">
              <a:defRPr sz="2000" b="true">
                <a:solidFill>
                  <a:schemeClr val="tx1"/>
                </a:solidFill>
                <a:latin typeface="Comic Sans MS" panose="030F0702030302020204" charset="0"/>
                <a:ea typeface="宋体" pitchFamily="2" charset="-122"/>
              </a:defRPr>
            </a:lvl5pPr>
            <a:lvl6pPr marL="2514600" indent="-228600" eaLnBrk="false" fontAlgn="base" hangingPunct="false">
              <a:spcBef>
                <a:spcPct val="1"/>
              </a:spcBef>
              <a:spcAft>
                <a:spcPct val="1"/>
              </a:spcAft>
              <a:defRPr sz="2000" b="true">
                <a:solidFill>
                  <a:schemeClr val="tx1"/>
                </a:solidFill>
                <a:latin typeface="Comic Sans MS" panose="030F0702030302020204" charset="0"/>
                <a:ea typeface="宋体" pitchFamily="2" charset="-122"/>
              </a:defRPr>
            </a:lvl6pPr>
            <a:lvl7pPr marL="2971800" indent="-228600" eaLnBrk="false" fontAlgn="base" hangingPunct="false">
              <a:spcBef>
                <a:spcPct val="1"/>
              </a:spcBef>
              <a:spcAft>
                <a:spcPct val="1"/>
              </a:spcAft>
              <a:defRPr sz="2000" b="true">
                <a:solidFill>
                  <a:schemeClr val="tx1"/>
                </a:solidFill>
                <a:latin typeface="Comic Sans MS" panose="030F0702030302020204" charset="0"/>
                <a:ea typeface="宋体" pitchFamily="2" charset="-122"/>
              </a:defRPr>
            </a:lvl7pPr>
            <a:lvl8pPr marL="3429000" indent="-228600" eaLnBrk="false" fontAlgn="base" hangingPunct="false">
              <a:spcBef>
                <a:spcPct val="1"/>
              </a:spcBef>
              <a:spcAft>
                <a:spcPct val="1"/>
              </a:spcAft>
              <a:defRPr sz="2000" b="true">
                <a:solidFill>
                  <a:schemeClr val="tx1"/>
                </a:solidFill>
                <a:latin typeface="Comic Sans MS" panose="030F0702030302020204" charset="0"/>
                <a:ea typeface="宋体" pitchFamily="2" charset="-122"/>
              </a:defRPr>
            </a:lvl8pPr>
            <a:lvl9pPr marL="3886200" indent="-228600" eaLnBrk="false" fontAlgn="base" hangingPunct="false">
              <a:spcBef>
                <a:spcPct val="1"/>
              </a:spcBef>
              <a:spcAft>
                <a:spcPct val="1"/>
              </a:spcAft>
              <a:defRPr sz="2000" b="true">
                <a:solidFill>
                  <a:schemeClr val="tx1"/>
                </a:solidFill>
                <a:latin typeface="Comic Sans MS" panose="030F0702030302020204" charset="0"/>
                <a:ea typeface="宋体" pitchFamily="2" charset="-122"/>
              </a:defRPr>
            </a:lvl9pPr>
          </a:lstStyle>
          <a:p>
            <a:pPr/>
            <a:fld id="{E2BED691-C778-1B48-ABA8-E72F19CC5B9E}" type="slidenum">
              <a:rPr lang="zh-CN" altLang="en-US" sz="1200" b="false">
                <a:latin typeface="Times New Roman" panose="02020603050405020304" pitchFamily="18" charset="0"/>
              </a:rPr>
              <a:t>52</a:t>
            </a:fld>
            <a:endParaRPr lang="en-US" altLang="zh-CN" sz="1200" b="false">
              <a:latin typeface="Times New Roman" panose="02020603050405020304" pitchFamily="18" charset="0"/>
            </a:endParaRPr>
          </a:p>
        </p:txBody>
      </p:sp>
      <p:sp>
        <p:nvSpPr>
          <p:cNvPr id="204" name="Rectangle 2"/>
          <p:cNvSpPr>
            <a:spLocks noGrp="true" noRot="true" noChangeAspect="true" noChangeArrowheads="true" noTextEdit="true"/>
          </p:cNvSpPr>
          <p:nvPr>
            <p:ph type="sldImg"/>
          </p:nvPr>
        </p:nvSpPr>
        <p:spPr/>
        <p:txBody>
          <a:bodyPr/>
          <a:p>
            <a:pPr/>
            <a:endParaRPr/>
          </a:p>
        </p:txBody>
      </p:sp>
      <p:sp>
        <p:nvSpPr>
          <p:cNvPr id="205" name="Rectangle 3"/>
          <p:cNvSpPr>
            <a:spLocks noGrp="true" noChangeArrowheads="true"/>
          </p:cNvSpPr>
          <p:nvPr>
            <p:ph type="body" idx="1"/>
          </p:nvPr>
        </p:nvSpPr>
        <p:spPr>
          <a:noFill/>
          <a:extLst>
            <a:ext uri="{909E8E84-426E-40DD-AFC4-6F175D3DCCD1}"/>
            <a:ext uri="{91240B29-F687-4F45-9708-019B960494DF}"/>
          </a:extLst>
        </p:spPr>
        <p:txBody>
          <a:bodyPr/>
          <a:lstStyle/>
          <a:p>
            <a:pPr eaLnBrk="true" hangingPunct="true"/>
            <a:endParaRPr lang="zh-CN" altLang="en-US">
              <a:latin typeface="Times New Roman" panose="02020603050405020304" pitchFamily="18" charset="0"/>
              <a:ea typeface="宋体" pitchFamily="2" charset="-122"/>
            </a:endParaRPr>
          </a:p>
        </p:txBody>
      </p:sp>
    </p:spTree>
  </p:cSld>
</p:notes>
</file>

<file path=ppt/notesSlides/notesSlide53.xml><?xml version="1.0" encoding="utf-8"?>
<p:notes xmlns:a="http://schemas.openxmlformats.org/drawingml/2006/main" xmlns:p="http://schemas.openxmlformats.org/presentationml/2006/main">
  <p:cSld>
    <p:spTree>
      <p:nvGrpSpPr>
        <p:cNvPr id="206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7" name="Rectangle 7"/>
          <p:cNvSpPr>
            <a:spLocks noGrp="true" noChangeArrowheads="true"/>
          </p:cNvSpPr>
          <p:nvPr>
            <p:ph type="sldNum" sz="quarter" idx="5"/>
          </p:nvPr>
        </p:nvSpPr>
        <p:spPr>
          <a:noFill/>
          <a:extLst>
            <a:ext uri="{909E8E84-426E-40DD-AFC4-6F175D3DCCD1}"/>
            <a:ext uri="{91240B29-F687-4F45-9708-019B960494DF}"/>
          </a:extLst>
        </p:spPr>
        <p:txBody>
          <a:bodyPr/>
          <a:lstStyle>
            <a:lvl1pPr>
              <a:defRPr sz="2000" b="true">
                <a:solidFill>
                  <a:schemeClr val="tx1"/>
                </a:solidFill>
                <a:latin typeface="Comic Sans MS" panose="030F0702030302020204" charset="0"/>
                <a:ea typeface="宋体" pitchFamily="2" charset="-122"/>
              </a:defRPr>
            </a:lvl1pPr>
            <a:lvl2pPr marL="742950" indent="-285750">
              <a:defRPr sz="2000" b="true">
                <a:solidFill>
                  <a:schemeClr val="tx1"/>
                </a:solidFill>
                <a:latin typeface="Comic Sans MS" panose="030F0702030302020204" charset="0"/>
                <a:ea typeface="宋体" pitchFamily="2" charset="-122"/>
              </a:defRPr>
            </a:lvl2pPr>
            <a:lvl3pPr marL="1143000" indent="-228600">
              <a:defRPr sz="2000" b="true">
                <a:solidFill>
                  <a:schemeClr val="tx1"/>
                </a:solidFill>
                <a:latin typeface="Comic Sans MS" panose="030F0702030302020204" charset="0"/>
                <a:ea typeface="宋体" pitchFamily="2" charset="-122"/>
              </a:defRPr>
            </a:lvl3pPr>
            <a:lvl4pPr marL="1600200" indent="-228600">
              <a:defRPr sz="2000" b="true">
                <a:solidFill>
                  <a:schemeClr val="tx1"/>
                </a:solidFill>
                <a:latin typeface="Comic Sans MS" panose="030F0702030302020204" charset="0"/>
                <a:ea typeface="宋体" pitchFamily="2" charset="-122"/>
              </a:defRPr>
            </a:lvl4pPr>
            <a:lvl5pPr marL="2057400" indent="-228600">
              <a:defRPr sz="2000" b="true">
                <a:solidFill>
                  <a:schemeClr val="tx1"/>
                </a:solidFill>
                <a:latin typeface="Comic Sans MS" panose="030F0702030302020204" charset="0"/>
                <a:ea typeface="宋体" pitchFamily="2" charset="-122"/>
              </a:defRPr>
            </a:lvl5pPr>
            <a:lvl6pPr marL="2514600" indent="-228600" eaLnBrk="false" fontAlgn="base" hangingPunct="false">
              <a:spcBef>
                <a:spcPct val="1"/>
              </a:spcBef>
              <a:spcAft>
                <a:spcPct val="1"/>
              </a:spcAft>
              <a:defRPr sz="2000" b="true">
                <a:solidFill>
                  <a:schemeClr val="tx1"/>
                </a:solidFill>
                <a:latin typeface="Comic Sans MS" panose="030F0702030302020204" charset="0"/>
                <a:ea typeface="宋体" pitchFamily="2" charset="-122"/>
              </a:defRPr>
            </a:lvl6pPr>
            <a:lvl7pPr marL="2971800" indent="-228600" eaLnBrk="false" fontAlgn="base" hangingPunct="false">
              <a:spcBef>
                <a:spcPct val="1"/>
              </a:spcBef>
              <a:spcAft>
                <a:spcPct val="1"/>
              </a:spcAft>
              <a:defRPr sz="2000" b="true">
                <a:solidFill>
                  <a:schemeClr val="tx1"/>
                </a:solidFill>
                <a:latin typeface="Comic Sans MS" panose="030F0702030302020204" charset="0"/>
                <a:ea typeface="宋体" pitchFamily="2" charset="-122"/>
              </a:defRPr>
            </a:lvl7pPr>
            <a:lvl8pPr marL="3429000" indent="-228600" eaLnBrk="false" fontAlgn="base" hangingPunct="false">
              <a:spcBef>
                <a:spcPct val="1"/>
              </a:spcBef>
              <a:spcAft>
                <a:spcPct val="1"/>
              </a:spcAft>
              <a:defRPr sz="2000" b="true">
                <a:solidFill>
                  <a:schemeClr val="tx1"/>
                </a:solidFill>
                <a:latin typeface="Comic Sans MS" panose="030F0702030302020204" charset="0"/>
                <a:ea typeface="宋体" pitchFamily="2" charset="-122"/>
              </a:defRPr>
            </a:lvl8pPr>
            <a:lvl9pPr marL="3886200" indent="-228600" eaLnBrk="false" fontAlgn="base" hangingPunct="false">
              <a:spcBef>
                <a:spcPct val="1"/>
              </a:spcBef>
              <a:spcAft>
                <a:spcPct val="1"/>
              </a:spcAft>
              <a:defRPr sz="2000" b="true">
                <a:solidFill>
                  <a:schemeClr val="tx1"/>
                </a:solidFill>
                <a:latin typeface="Comic Sans MS" panose="030F0702030302020204" charset="0"/>
                <a:ea typeface="宋体" pitchFamily="2" charset="-122"/>
              </a:defRPr>
            </a:lvl9pPr>
          </a:lstStyle>
          <a:p>
            <a:pPr/>
            <a:fld id="{AC0A9666-B15C-5D45-9BBA-3DD531C71CA1}" type="slidenum">
              <a:rPr lang="zh-CN" altLang="en-US" sz="1200" b="false">
                <a:latin typeface="Times New Roman" panose="02020603050405020304" pitchFamily="18" charset="0"/>
              </a:rPr>
              <a:t>58</a:t>
            </a:fld>
            <a:endParaRPr lang="en-US" altLang="zh-CN" sz="1200" b="false">
              <a:latin typeface="Times New Roman" panose="02020603050405020304" pitchFamily="18" charset="0"/>
            </a:endParaRPr>
          </a:p>
        </p:txBody>
      </p:sp>
      <p:sp>
        <p:nvSpPr>
          <p:cNvPr id="208" name="Rectangle 2"/>
          <p:cNvSpPr>
            <a:spLocks noGrp="true" noRot="true" noChangeAspect="true" noChangeArrowheads="true" noTextEdit="true"/>
          </p:cNvSpPr>
          <p:nvPr>
            <p:ph type="sldImg"/>
          </p:nvPr>
        </p:nvSpPr>
        <p:spPr/>
        <p:txBody>
          <a:bodyPr/>
          <a:p>
            <a:pPr/>
            <a:endParaRPr/>
          </a:p>
        </p:txBody>
      </p:sp>
      <p:sp>
        <p:nvSpPr>
          <p:cNvPr id="209" name="Rectangle 3"/>
          <p:cNvSpPr>
            <a:spLocks noGrp="true" noChangeArrowheads="true"/>
          </p:cNvSpPr>
          <p:nvPr>
            <p:ph type="body" idx="1"/>
          </p:nvPr>
        </p:nvSpPr>
        <p:spPr>
          <a:noFill/>
          <a:extLst>
            <a:ext uri="{909E8E84-426E-40DD-AFC4-6F175D3DCCD1}"/>
            <a:ext uri="{91240B29-F687-4F45-9708-019B960494DF}"/>
          </a:extLst>
        </p:spPr>
        <p:txBody>
          <a:bodyPr/>
          <a:lstStyle/>
          <a:p>
            <a:pPr eaLnBrk="true" hangingPunct="true"/>
            <a:endParaRPr lang="zh-CN" altLang="en-US">
              <a:latin typeface="Times New Roman" panose="02020603050405020304" pitchFamily="18" charset="0"/>
              <a:ea typeface="宋体" pitchFamily="2" charset="-122"/>
            </a:endParaRPr>
          </a:p>
        </p:txBody>
      </p:sp>
    </p:spTree>
  </p:cSld>
</p:notes>
</file>

<file path=ppt/notesSlides/notesSlide54.xml><?xml version="1.0" encoding="utf-8"?>
<p:notes xmlns:a="http://schemas.openxmlformats.org/drawingml/2006/main" xmlns:p="http://schemas.openxmlformats.org/presentationml/2006/main">
  <p:cSld>
    <p:spTree>
      <p:nvGrpSpPr>
        <p:cNvPr id="210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1" name="Rectangle 7"/>
          <p:cNvSpPr>
            <a:spLocks noGrp="true" noChangeArrowheads="true"/>
          </p:cNvSpPr>
          <p:nvPr>
            <p:ph type="sldNum" sz="quarter" idx="5"/>
          </p:nvPr>
        </p:nvSpPr>
        <p:spPr>
          <a:noFill/>
          <a:extLst>
            <a:ext uri="{909E8E84-426E-40DD-AFC4-6F175D3DCCD1}"/>
            <a:ext uri="{91240B29-F687-4F45-9708-019B960494DF}"/>
          </a:extLst>
        </p:spPr>
        <p:txBody>
          <a:bodyPr/>
          <a:lstStyle>
            <a:lvl1pPr>
              <a:defRPr sz="2000" b="true">
                <a:solidFill>
                  <a:schemeClr val="tx1"/>
                </a:solidFill>
                <a:latin typeface="Comic Sans MS" panose="030F0702030302020204" charset="0"/>
                <a:ea typeface="宋体" pitchFamily="2" charset="-122"/>
              </a:defRPr>
            </a:lvl1pPr>
            <a:lvl2pPr marL="742950" indent="-285750">
              <a:defRPr sz="2000" b="true">
                <a:solidFill>
                  <a:schemeClr val="tx1"/>
                </a:solidFill>
                <a:latin typeface="Comic Sans MS" panose="030F0702030302020204" charset="0"/>
                <a:ea typeface="宋体" pitchFamily="2" charset="-122"/>
              </a:defRPr>
            </a:lvl2pPr>
            <a:lvl3pPr marL="1143000" indent="-228600">
              <a:defRPr sz="2000" b="true">
                <a:solidFill>
                  <a:schemeClr val="tx1"/>
                </a:solidFill>
                <a:latin typeface="Comic Sans MS" panose="030F0702030302020204" charset="0"/>
                <a:ea typeface="宋体" pitchFamily="2" charset="-122"/>
              </a:defRPr>
            </a:lvl3pPr>
            <a:lvl4pPr marL="1600200" indent="-228600">
              <a:defRPr sz="2000" b="true">
                <a:solidFill>
                  <a:schemeClr val="tx1"/>
                </a:solidFill>
                <a:latin typeface="Comic Sans MS" panose="030F0702030302020204" charset="0"/>
                <a:ea typeface="宋体" pitchFamily="2" charset="-122"/>
              </a:defRPr>
            </a:lvl4pPr>
            <a:lvl5pPr marL="2057400" indent="-228600">
              <a:defRPr sz="2000" b="true">
                <a:solidFill>
                  <a:schemeClr val="tx1"/>
                </a:solidFill>
                <a:latin typeface="Comic Sans MS" panose="030F0702030302020204" charset="0"/>
                <a:ea typeface="宋体" pitchFamily="2" charset="-122"/>
              </a:defRPr>
            </a:lvl5pPr>
            <a:lvl6pPr marL="2514600" indent="-228600" eaLnBrk="false" fontAlgn="base" hangingPunct="false">
              <a:spcBef>
                <a:spcPct val="1"/>
              </a:spcBef>
              <a:spcAft>
                <a:spcPct val="1"/>
              </a:spcAft>
              <a:defRPr sz="2000" b="true">
                <a:solidFill>
                  <a:schemeClr val="tx1"/>
                </a:solidFill>
                <a:latin typeface="Comic Sans MS" panose="030F0702030302020204" charset="0"/>
                <a:ea typeface="宋体" pitchFamily="2" charset="-122"/>
              </a:defRPr>
            </a:lvl6pPr>
            <a:lvl7pPr marL="2971800" indent="-228600" eaLnBrk="false" fontAlgn="base" hangingPunct="false">
              <a:spcBef>
                <a:spcPct val="1"/>
              </a:spcBef>
              <a:spcAft>
                <a:spcPct val="1"/>
              </a:spcAft>
              <a:defRPr sz="2000" b="true">
                <a:solidFill>
                  <a:schemeClr val="tx1"/>
                </a:solidFill>
                <a:latin typeface="Comic Sans MS" panose="030F0702030302020204" charset="0"/>
                <a:ea typeface="宋体" pitchFamily="2" charset="-122"/>
              </a:defRPr>
            </a:lvl7pPr>
            <a:lvl8pPr marL="3429000" indent="-228600" eaLnBrk="false" fontAlgn="base" hangingPunct="false">
              <a:spcBef>
                <a:spcPct val="1"/>
              </a:spcBef>
              <a:spcAft>
                <a:spcPct val="1"/>
              </a:spcAft>
              <a:defRPr sz="2000" b="true">
                <a:solidFill>
                  <a:schemeClr val="tx1"/>
                </a:solidFill>
                <a:latin typeface="Comic Sans MS" panose="030F0702030302020204" charset="0"/>
                <a:ea typeface="宋体" pitchFamily="2" charset="-122"/>
              </a:defRPr>
            </a:lvl8pPr>
            <a:lvl9pPr marL="3886200" indent="-228600" eaLnBrk="false" fontAlgn="base" hangingPunct="false">
              <a:spcBef>
                <a:spcPct val="1"/>
              </a:spcBef>
              <a:spcAft>
                <a:spcPct val="1"/>
              </a:spcAft>
              <a:defRPr sz="2000" b="true">
                <a:solidFill>
                  <a:schemeClr val="tx1"/>
                </a:solidFill>
                <a:latin typeface="Comic Sans MS" panose="030F0702030302020204" charset="0"/>
                <a:ea typeface="宋体" pitchFamily="2" charset="-122"/>
              </a:defRPr>
            </a:lvl9pPr>
          </a:lstStyle>
          <a:p>
            <a:pPr/>
            <a:fld id="{07EF0BFB-ED8B-4C49-BD84-1497EAB95F34}" type="slidenum">
              <a:rPr lang="zh-CN" altLang="en-US" sz="1200" b="false">
                <a:latin typeface="Times New Roman" panose="02020603050405020304" pitchFamily="18" charset="0"/>
              </a:rPr>
              <a:t>60</a:t>
            </a:fld>
            <a:endParaRPr lang="en-US" altLang="zh-CN" sz="1200" b="false">
              <a:latin typeface="Times New Roman" panose="02020603050405020304" pitchFamily="18" charset="0"/>
            </a:endParaRPr>
          </a:p>
        </p:txBody>
      </p:sp>
      <p:sp>
        <p:nvSpPr>
          <p:cNvPr id="212" name="Rectangle 2"/>
          <p:cNvSpPr>
            <a:spLocks noGrp="true" noRot="true" noChangeAspect="true" noChangeArrowheads="true" noTextEdit="true"/>
          </p:cNvSpPr>
          <p:nvPr>
            <p:ph type="sldImg"/>
          </p:nvPr>
        </p:nvSpPr>
        <p:spPr/>
        <p:txBody>
          <a:bodyPr/>
          <a:p>
            <a:pPr/>
            <a:endParaRPr/>
          </a:p>
        </p:txBody>
      </p:sp>
      <p:sp>
        <p:nvSpPr>
          <p:cNvPr id="213" name="Rectangle 3"/>
          <p:cNvSpPr>
            <a:spLocks noGrp="true" noChangeArrowheads="true"/>
          </p:cNvSpPr>
          <p:nvPr>
            <p:ph type="body" idx="1"/>
          </p:nvPr>
        </p:nvSpPr>
        <p:spPr>
          <a:noFill/>
          <a:extLst>
            <a:ext uri="{909E8E84-426E-40DD-AFC4-6F175D3DCCD1}"/>
            <a:ext uri="{91240B29-F687-4F45-9708-019B960494DF}"/>
          </a:extLst>
        </p:spPr>
        <p:txBody>
          <a:bodyPr/>
          <a:lstStyle/>
          <a:p>
            <a:pPr/>
            <a:r>
              <a:rPr lang="en-US" sz="2000" b="true">
                <a:latin typeface="Courier New"/>
                <a:ea typeface="宋体"/>
                <a:cs typeface="Courier New"/>
              </a:rPr>
              <a:t>sigemptyset(&amp;action.</a:t>
            </a:r>
            <a:r>
              <a:rPr lang="en-US" sz="2000" b="true">
                <a:solidFill>
                  <a:srgbClr val="FF0000">
                    <a:alpha val="100000"/>
                  </a:srgbClr>
                </a:solidFill>
                <a:latin typeface="Courier New"/>
                <a:ea typeface="宋体"/>
                <a:cs typeface="Courier New"/>
              </a:rPr>
              <a:t>sa_mask</a:t>
            </a:r>
            <a:r>
              <a:rPr lang="en-US" sz="2000" b="true">
                <a:latin typeface="Courier New"/>
                <a:ea typeface="宋体"/>
                <a:cs typeface="Courier New"/>
              </a:rPr>
              <a:t>)</a:t>
            </a:r>
            <a:r>
              <a:rPr lang="zh-CN" sz="2000" b="true">
                <a:latin typeface="Courier New"/>
                <a:ea typeface="宋体"/>
                <a:cs typeface="Courier New"/>
              </a:rPr>
              <a:t>解除对所有</a:t>
            </a:r>
            <a:r>
              <a:rPr lang="en-US" sz="2000" b="true">
                <a:latin typeface="Courier New"/>
                <a:ea typeface="宋体"/>
                <a:cs typeface="Courier New"/>
              </a:rPr>
              <a:t>signal</a:t>
            </a:r>
            <a:r>
              <a:rPr lang="zh-CN" sz="2000" b="true">
                <a:latin typeface="Courier New"/>
                <a:ea typeface="宋体"/>
                <a:cs typeface="Courier New"/>
              </a:rPr>
              <a:t>的屏蔽，但当前</a:t>
            </a:r>
            <a:r>
              <a:rPr lang="en-US" sz="2000" b="true">
                <a:latin typeface="Courier New"/>
                <a:ea typeface="宋体"/>
                <a:cs typeface="Courier New"/>
              </a:rPr>
              <a:t>signal</a:t>
            </a:r>
            <a:r>
              <a:rPr lang="zh-CN" sz="2000" b="true">
                <a:latin typeface="Courier New"/>
                <a:ea typeface="宋体"/>
                <a:cs typeface="Courier New"/>
              </a:rPr>
              <a:t>会被自动屏蔽</a:t>
            </a:r>
            <a:endParaRPr/>
          </a:p>
        </p:txBody>
      </p:sp>
    </p:spTree>
  </p:cSld>
</p:notes>
</file>

<file path=ppt/notesSlides/notesSlide55.xml><?xml version="1.0" encoding="utf-8"?>
<p:notes xmlns:a="http://schemas.openxmlformats.org/drawingml/2006/main" xmlns:p="http://schemas.openxmlformats.org/presentationml/2006/main">
  <p:cSld>
    <p:spTree>
      <p:nvGrpSpPr>
        <p:cNvPr id="214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" name="Rectangle 7"/>
          <p:cNvSpPr>
            <a:spLocks noGrp="true" noChangeArrowheads="true"/>
          </p:cNvSpPr>
          <p:nvPr>
            <p:ph type="sldNum" sz="quarter" idx="5"/>
          </p:nvPr>
        </p:nvSpPr>
        <p:spPr>
          <a:noFill/>
          <a:extLst>
            <a:ext uri="{909E8E84-426E-40DD-AFC4-6F175D3DCCD1}"/>
            <a:ext uri="{91240B29-F687-4F45-9708-019B960494DF}"/>
          </a:extLst>
        </p:spPr>
        <p:txBody>
          <a:bodyPr/>
          <a:lstStyle>
            <a:lvl1pPr>
              <a:defRPr sz="2000" b="true">
                <a:solidFill>
                  <a:schemeClr val="tx1"/>
                </a:solidFill>
                <a:latin typeface="Comic Sans MS" panose="030F0702030302020204" charset="0"/>
                <a:ea typeface="宋体" pitchFamily="2" charset="-122"/>
              </a:defRPr>
            </a:lvl1pPr>
            <a:lvl2pPr marL="742950" indent="-285750">
              <a:defRPr sz="2000" b="true">
                <a:solidFill>
                  <a:schemeClr val="tx1"/>
                </a:solidFill>
                <a:latin typeface="Comic Sans MS" panose="030F0702030302020204" charset="0"/>
                <a:ea typeface="宋体" pitchFamily="2" charset="-122"/>
              </a:defRPr>
            </a:lvl2pPr>
            <a:lvl3pPr marL="1143000" indent="-228600">
              <a:defRPr sz="2000" b="true">
                <a:solidFill>
                  <a:schemeClr val="tx1"/>
                </a:solidFill>
                <a:latin typeface="Comic Sans MS" panose="030F0702030302020204" charset="0"/>
                <a:ea typeface="宋体" pitchFamily="2" charset="-122"/>
              </a:defRPr>
            </a:lvl3pPr>
            <a:lvl4pPr marL="1600200" indent="-228600">
              <a:defRPr sz="2000" b="true">
                <a:solidFill>
                  <a:schemeClr val="tx1"/>
                </a:solidFill>
                <a:latin typeface="Comic Sans MS" panose="030F0702030302020204" charset="0"/>
                <a:ea typeface="宋体" pitchFamily="2" charset="-122"/>
              </a:defRPr>
            </a:lvl4pPr>
            <a:lvl5pPr marL="2057400" indent="-228600">
              <a:defRPr sz="2000" b="true">
                <a:solidFill>
                  <a:schemeClr val="tx1"/>
                </a:solidFill>
                <a:latin typeface="Comic Sans MS" panose="030F0702030302020204" charset="0"/>
                <a:ea typeface="宋体" pitchFamily="2" charset="-122"/>
              </a:defRPr>
            </a:lvl5pPr>
            <a:lvl6pPr marL="2514600" indent="-228600" eaLnBrk="false" fontAlgn="base" hangingPunct="false">
              <a:spcBef>
                <a:spcPct val="1"/>
              </a:spcBef>
              <a:spcAft>
                <a:spcPct val="1"/>
              </a:spcAft>
              <a:defRPr sz="2000" b="true">
                <a:solidFill>
                  <a:schemeClr val="tx1"/>
                </a:solidFill>
                <a:latin typeface="Comic Sans MS" panose="030F0702030302020204" charset="0"/>
                <a:ea typeface="宋体" pitchFamily="2" charset="-122"/>
              </a:defRPr>
            </a:lvl6pPr>
            <a:lvl7pPr marL="2971800" indent="-228600" eaLnBrk="false" fontAlgn="base" hangingPunct="false">
              <a:spcBef>
                <a:spcPct val="1"/>
              </a:spcBef>
              <a:spcAft>
                <a:spcPct val="1"/>
              </a:spcAft>
              <a:defRPr sz="2000" b="true">
                <a:solidFill>
                  <a:schemeClr val="tx1"/>
                </a:solidFill>
                <a:latin typeface="Comic Sans MS" panose="030F0702030302020204" charset="0"/>
                <a:ea typeface="宋体" pitchFamily="2" charset="-122"/>
              </a:defRPr>
            </a:lvl7pPr>
            <a:lvl8pPr marL="3429000" indent="-228600" eaLnBrk="false" fontAlgn="base" hangingPunct="false">
              <a:spcBef>
                <a:spcPct val="1"/>
              </a:spcBef>
              <a:spcAft>
                <a:spcPct val="1"/>
              </a:spcAft>
              <a:defRPr sz="2000" b="true">
                <a:solidFill>
                  <a:schemeClr val="tx1"/>
                </a:solidFill>
                <a:latin typeface="Comic Sans MS" panose="030F0702030302020204" charset="0"/>
                <a:ea typeface="宋体" pitchFamily="2" charset="-122"/>
              </a:defRPr>
            </a:lvl8pPr>
            <a:lvl9pPr marL="3886200" indent="-228600" eaLnBrk="false" fontAlgn="base" hangingPunct="false">
              <a:spcBef>
                <a:spcPct val="1"/>
              </a:spcBef>
              <a:spcAft>
                <a:spcPct val="1"/>
              </a:spcAft>
              <a:defRPr sz="2000" b="true">
                <a:solidFill>
                  <a:schemeClr val="tx1"/>
                </a:solidFill>
                <a:latin typeface="Comic Sans MS" panose="030F0702030302020204" charset="0"/>
                <a:ea typeface="宋体" pitchFamily="2" charset="-122"/>
              </a:defRPr>
            </a:lvl9pPr>
          </a:lstStyle>
          <a:p>
            <a:pPr/>
            <a:fld id="{0A30B689-64B4-8A4D-9122-CF3C8558F92A}" type="slidenum">
              <a:rPr lang="zh-CN" altLang="en-US" sz="1200" b="false">
                <a:latin typeface="Times New Roman" panose="02020603050405020304" pitchFamily="18" charset="0"/>
              </a:rPr>
              <a:t>62</a:t>
            </a:fld>
            <a:endParaRPr lang="en-US" altLang="zh-CN" sz="1200" b="false">
              <a:latin typeface="Times New Roman" panose="02020603050405020304" pitchFamily="18" charset="0"/>
            </a:endParaRPr>
          </a:p>
        </p:txBody>
      </p:sp>
      <p:sp>
        <p:nvSpPr>
          <p:cNvPr id="216" name="Rectangle 2"/>
          <p:cNvSpPr>
            <a:spLocks noGrp="true" noRot="true" noChangeAspect="true" noChangeArrowheads="true" noTextEdit="true"/>
          </p:cNvSpPr>
          <p:nvPr>
            <p:ph type="sldImg"/>
          </p:nvPr>
        </p:nvSpPr>
        <p:spPr/>
        <p:txBody>
          <a:bodyPr/>
          <a:p>
            <a:pPr/>
            <a:endParaRPr/>
          </a:p>
        </p:txBody>
      </p:sp>
      <p:sp>
        <p:nvSpPr>
          <p:cNvPr id="217" name="Rectangle 3"/>
          <p:cNvSpPr>
            <a:spLocks noGrp="true" noChangeArrowheads="true"/>
          </p:cNvSpPr>
          <p:nvPr>
            <p:ph type="body" idx="1"/>
          </p:nvPr>
        </p:nvSpPr>
        <p:spPr>
          <a:noFill/>
          <a:extLst>
            <a:ext uri="{909E8E84-426E-40DD-AFC4-6F175D3DCCD1}"/>
            <a:ext uri="{91240B29-F687-4F45-9708-019B960494DF}"/>
          </a:extLst>
        </p:spPr>
        <p:txBody>
          <a:bodyPr/>
          <a:lstStyle/>
          <a:p>
            <a:pPr eaLnBrk="true" hangingPunct="true"/>
            <a:endParaRPr lang="zh-CN" altLang="en-US">
              <a:latin typeface="Times New Roman" panose="02020603050405020304" pitchFamily="18" charset="0"/>
              <a:ea typeface="宋体" pitchFamily="2" charset="-122"/>
            </a:endParaRPr>
          </a:p>
        </p:txBody>
      </p:sp>
    </p:spTree>
  </p:cSld>
</p:notes>
</file>

<file path=ppt/notesSlides/notesSlide56.xml><?xml version="1.0" encoding="utf-8"?>
<p:notes xmlns:a="http://schemas.openxmlformats.org/drawingml/2006/main" xmlns:p="http://schemas.openxmlformats.org/presentationml/2006/main">
  <p:cSld>
    <p:spTree>
      <p:nvGrpSpPr>
        <p:cNvPr id="218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9" name="Rectangle 7"/>
          <p:cNvSpPr>
            <a:spLocks noGrp="true" noChangeArrowheads="true"/>
          </p:cNvSpPr>
          <p:nvPr>
            <p:ph type="sldNum" sz="quarter" idx="5"/>
          </p:nvPr>
        </p:nvSpPr>
        <p:spPr>
          <a:noFill/>
          <a:extLst>
            <a:ext uri="{909E8E84-426E-40DD-AFC4-6F175D3DCCD1}"/>
            <a:ext uri="{91240B29-F687-4F45-9708-019B960494DF}"/>
          </a:extLst>
        </p:spPr>
        <p:txBody>
          <a:bodyPr/>
          <a:lstStyle>
            <a:lvl1pPr>
              <a:defRPr sz="2000" b="true">
                <a:solidFill>
                  <a:schemeClr val="tx1"/>
                </a:solidFill>
                <a:latin typeface="Comic Sans MS" panose="030F0702030302020204" charset="0"/>
                <a:ea typeface="宋体" pitchFamily="2" charset="-122"/>
              </a:defRPr>
            </a:lvl1pPr>
            <a:lvl2pPr marL="742950" indent="-285750">
              <a:defRPr sz="2000" b="true">
                <a:solidFill>
                  <a:schemeClr val="tx1"/>
                </a:solidFill>
                <a:latin typeface="Comic Sans MS" panose="030F0702030302020204" charset="0"/>
                <a:ea typeface="宋体" pitchFamily="2" charset="-122"/>
              </a:defRPr>
            </a:lvl2pPr>
            <a:lvl3pPr marL="1143000" indent="-228600">
              <a:defRPr sz="2000" b="true">
                <a:solidFill>
                  <a:schemeClr val="tx1"/>
                </a:solidFill>
                <a:latin typeface="Comic Sans MS" panose="030F0702030302020204" charset="0"/>
                <a:ea typeface="宋体" pitchFamily="2" charset="-122"/>
              </a:defRPr>
            </a:lvl3pPr>
            <a:lvl4pPr marL="1600200" indent="-228600">
              <a:defRPr sz="2000" b="true">
                <a:solidFill>
                  <a:schemeClr val="tx1"/>
                </a:solidFill>
                <a:latin typeface="Comic Sans MS" panose="030F0702030302020204" charset="0"/>
                <a:ea typeface="宋体" pitchFamily="2" charset="-122"/>
              </a:defRPr>
            </a:lvl4pPr>
            <a:lvl5pPr marL="2057400" indent="-228600">
              <a:defRPr sz="2000" b="true">
                <a:solidFill>
                  <a:schemeClr val="tx1"/>
                </a:solidFill>
                <a:latin typeface="Comic Sans MS" panose="030F0702030302020204" charset="0"/>
                <a:ea typeface="宋体" pitchFamily="2" charset="-122"/>
              </a:defRPr>
            </a:lvl5pPr>
            <a:lvl6pPr marL="2514600" indent="-228600" eaLnBrk="false" fontAlgn="base" hangingPunct="false">
              <a:spcBef>
                <a:spcPct val="1"/>
              </a:spcBef>
              <a:spcAft>
                <a:spcPct val="1"/>
              </a:spcAft>
              <a:defRPr sz="2000" b="true">
                <a:solidFill>
                  <a:schemeClr val="tx1"/>
                </a:solidFill>
                <a:latin typeface="Comic Sans MS" panose="030F0702030302020204" charset="0"/>
                <a:ea typeface="宋体" pitchFamily="2" charset="-122"/>
              </a:defRPr>
            </a:lvl6pPr>
            <a:lvl7pPr marL="2971800" indent="-228600" eaLnBrk="false" fontAlgn="base" hangingPunct="false">
              <a:spcBef>
                <a:spcPct val="1"/>
              </a:spcBef>
              <a:spcAft>
                <a:spcPct val="1"/>
              </a:spcAft>
              <a:defRPr sz="2000" b="true">
                <a:solidFill>
                  <a:schemeClr val="tx1"/>
                </a:solidFill>
                <a:latin typeface="Comic Sans MS" panose="030F0702030302020204" charset="0"/>
                <a:ea typeface="宋体" pitchFamily="2" charset="-122"/>
              </a:defRPr>
            </a:lvl7pPr>
            <a:lvl8pPr marL="3429000" indent="-228600" eaLnBrk="false" fontAlgn="base" hangingPunct="false">
              <a:spcBef>
                <a:spcPct val="1"/>
              </a:spcBef>
              <a:spcAft>
                <a:spcPct val="1"/>
              </a:spcAft>
              <a:defRPr sz="2000" b="true">
                <a:solidFill>
                  <a:schemeClr val="tx1"/>
                </a:solidFill>
                <a:latin typeface="Comic Sans MS" panose="030F0702030302020204" charset="0"/>
                <a:ea typeface="宋体" pitchFamily="2" charset="-122"/>
              </a:defRPr>
            </a:lvl8pPr>
            <a:lvl9pPr marL="3886200" indent="-228600" eaLnBrk="false" fontAlgn="base" hangingPunct="false">
              <a:spcBef>
                <a:spcPct val="1"/>
              </a:spcBef>
              <a:spcAft>
                <a:spcPct val="1"/>
              </a:spcAft>
              <a:defRPr sz="2000" b="true">
                <a:solidFill>
                  <a:schemeClr val="tx1"/>
                </a:solidFill>
                <a:latin typeface="Comic Sans MS" panose="030F0702030302020204" charset="0"/>
                <a:ea typeface="宋体" pitchFamily="2" charset="-122"/>
              </a:defRPr>
            </a:lvl9pPr>
          </a:lstStyle>
          <a:p>
            <a:pPr/>
            <a:fld id="{0FE801A7-6326-8B4A-994D-674B1D6E700E}" type="slidenum">
              <a:rPr lang="zh-CN" altLang="en-US" sz="1200" b="false">
                <a:latin typeface="Times New Roman" panose="02020603050405020304" pitchFamily="18" charset="0"/>
              </a:rPr>
              <a:t>63</a:t>
            </a:fld>
            <a:endParaRPr lang="en-US" altLang="zh-CN" sz="1200" b="false">
              <a:latin typeface="Times New Roman" panose="02020603050405020304" pitchFamily="18" charset="0"/>
            </a:endParaRPr>
          </a:p>
        </p:txBody>
      </p:sp>
      <p:sp>
        <p:nvSpPr>
          <p:cNvPr id="220" name="Rectangle 2"/>
          <p:cNvSpPr>
            <a:spLocks noGrp="true" noRot="true" noChangeAspect="true" noChangeArrowheads="true" noTextEdit="true"/>
          </p:cNvSpPr>
          <p:nvPr>
            <p:ph type="sldImg"/>
          </p:nvPr>
        </p:nvSpPr>
        <p:spPr/>
        <p:txBody>
          <a:bodyPr/>
          <a:p>
            <a:pPr/>
            <a:endParaRPr/>
          </a:p>
        </p:txBody>
      </p:sp>
      <p:sp>
        <p:nvSpPr>
          <p:cNvPr id="221" name="Rectangle 3"/>
          <p:cNvSpPr>
            <a:spLocks noGrp="true" noChangeArrowheads="true"/>
          </p:cNvSpPr>
          <p:nvPr>
            <p:ph type="body" idx="1"/>
          </p:nvPr>
        </p:nvSpPr>
        <p:spPr>
          <a:noFill/>
          <a:extLst>
            <a:ext uri="{909E8E84-426E-40DD-AFC4-6F175D3DCCD1}"/>
            <a:ext uri="{91240B29-F687-4F45-9708-019B960494DF}"/>
          </a:extLst>
        </p:spPr>
        <p:txBody>
          <a:bodyPr/>
          <a:lstStyle/>
          <a:p>
            <a:pPr eaLnBrk="true" hangingPunct="true"/>
            <a:endParaRPr lang="zh-CN" altLang="en-US">
              <a:latin typeface="Times New Roman" panose="02020603050405020304" pitchFamily="18" charset="0"/>
              <a:ea typeface="宋体" pitchFamily="2" charset="-122"/>
            </a:endParaRPr>
          </a:p>
        </p:txBody>
      </p:sp>
    </p:spTree>
  </p:cSld>
</p:notes>
</file>

<file path=ppt/notesSlides/notesSlide57.xml><?xml version="1.0" encoding="utf-8"?>
<p:notes xmlns:a="http://schemas.openxmlformats.org/drawingml/2006/main" xmlns:p="http://schemas.openxmlformats.org/presentationml/2006/main">
  <p:cSld>
    <p:spTree>
      <p:nvGrpSpPr>
        <p:cNvPr id="22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3" name="Rectangle 7"/>
          <p:cNvSpPr>
            <a:spLocks noGrp="true" noChangeArrowheads="true"/>
          </p:cNvSpPr>
          <p:nvPr>
            <p:ph type="sldNum" sz="quarter" idx="5"/>
          </p:nvPr>
        </p:nvSpPr>
        <p:spPr>
          <a:noFill/>
          <a:extLst>
            <a:ext uri="{909E8E84-426E-40DD-AFC4-6F175D3DCCD1}"/>
            <a:ext uri="{91240B29-F687-4F45-9708-019B960494DF}"/>
          </a:extLst>
        </p:spPr>
        <p:txBody>
          <a:bodyPr/>
          <a:lstStyle>
            <a:lvl1pPr>
              <a:defRPr sz="2000" b="true">
                <a:solidFill>
                  <a:schemeClr val="tx1"/>
                </a:solidFill>
                <a:latin typeface="Comic Sans MS" panose="030F0702030302020204" charset="0"/>
                <a:ea typeface="宋体" pitchFamily="2" charset="-122"/>
              </a:defRPr>
            </a:lvl1pPr>
            <a:lvl2pPr marL="742950" indent="-285750">
              <a:defRPr sz="2000" b="true">
                <a:solidFill>
                  <a:schemeClr val="tx1"/>
                </a:solidFill>
                <a:latin typeface="Comic Sans MS" panose="030F0702030302020204" charset="0"/>
                <a:ea typeface="宋体" pitchFamily="2" charset="-122"/>
              </a:defRPr>
            </a:lvl2pPr>
            <a:lvl3pPr marL="1143000" indent="-228600">
              <a:defRPr sz="2000" b="true">
                <a:solidFill>
                  <a:schemeClr val="tx1"/>
                </a:solidFill>
                <a:latin typeface="Comic Sans MS" panose="030F0702030302020204" charset="0"/>
                <a:ea typeface="宋体" pitchFamily="2" charset="-122"/>
              </a:defRPr>
            </a:lvl3pPr>
            <a:lvl4pPr marL="1600200" indent="-228600">
              <a:defRPr sz="2000" b="true">
                <a:solidFill>
                  <a:schemeClr val="tx1"/>
                </a:solidFill>
                <a:latin typeface="Comic Sans MS" panose="030F0702030302020204" charset="0"/>
                <a:ea typeface="宋体" pitchFamily="2" charset="-122"/>
              </a:defRPr>
            </a:lvl4pPr>
            <a:lvl5pPr marL="2057400" indent="-228600">
              <a:defRPr sz="2000" b="true">
                <a:solidFill>
                  <a:schemeClr val="tx1"/>
                </a:solidFill>
                <a:latin typeface="Comic Sans MS" panose="030F0702030302020204" charset="0"/>
                <a:ea typeface="宋体" pitchFamily="2" charset="-122"/>
              </a:defRPr>
            </a:lvl5pPr>
            <a:lvl6pPr marL="2514600" indent="-228600" eaLnBrk="false" fontAlgn="base" hangingPunct="false">
              <a:spcBef>
                <a:spcPct val="1"/>
              </a:spcBef>
              <a:spcAft>
                <a:spcPct val="1"/>
              </a:spcAft>
              <a:defRPr sz="2000" b="true">
                <a:solidFill>
                  <a:schemeClr val="tx1"/>
                </a:solidFill>
                <a:latin typeface="Comic Sans MS" panose="030F0702030302020204" charset="0"/>
                <a:ea typeface="宋体" pitchFamily="2" charset="-122"/>
              </a:defRPr>
            </a:lvl6pPr>
            <a:lvl7pPr marL="2971800" indent="-228600" eaLnBrk="false" fontAlgn="base" hangingPunct="false">
              <a:spcBef>
                <a:spcPct val="1"/>
              </a:spcBef>
              <a:spcAft>
                <a:spcPct val="1"/>
              </a:spcAft>
              <a:defRPr sz="2000" b="true">
                <a:solidFill>
                  <a:schemeClr val="tx1"/>
                </a:solidFill>
                <a:latin typeface="Comic Sans MS" panose="030F0702030302020204" charset="0"/>
                <a:ea typeface="宋体" pitchFamily="2" charset="-122"/>
              </a:defRPr>
            </a:lvl7pPr>
            <a:lvl8pPr marL="3429000" indent="-228600" eaLnBrk="false" fontAlgn="base" hangingPunct="false">
              <a:spcBef>
                <a:spcPct val="1"/>
              </a:spcBef>
              <a:spcAft>
                <a:spcPct val="1"/>
              </a:spcAft>
              <a:defRPr sz="2000" b="true">
                <a:solidFill>
                  <a:schemeClr val="tx1"/>
                </a:solidFill>
                <a:latin typeface="Comic Sans MS" panose="030F0702030302020204" charset="0"/>
                <a:ea typeface="宋体" pitchFamily="2" charset="-122"/>
              </a:defRPr>
            </a:lvl8pPr>
            <a:lvl9pPr marL="3886200" indent="-228600" eaLnBrk="false" fontAlgn="base" hangingPunct="false">
              <a:spcBef>
                <a:spcPct val="1"/>
              </a:spcBef>
              <a:spcAft>
                <a:spcPct val="1"/>
              </a:spcAft>
              <a:defRPr sz="2000" b="true">
                <a:solidFill>
                  <a:schemeClr val="tx1"/>
                </a:solidFill>
                <a:latin typeface="Comic Sans MS" panose="030F0702030302020204" charset="0"/>
                <a:ea typeface="宋体" pitchFamily="2" charset="-122"/>
              </a:defRPr>
            </a:lvl9pPr>
          </a:lstStyle>
          <a:p>
            <a:pPr/>
            <a:fld id="{9097127B-44F8-DA47-969D-E0CBB37A0A7D}" type="slidenum">
              <a:rPr lang="zh-CN" altLang="en-US" sz="1200" b="false">
                <a:latin typeface="Times New Roman" panose="02020603050405020304" pitchFamily="18" charset="0"/>
              </a:rPr>
              <a:t>64</a:t>
            </a:fld>
            <a:endParaRPr lang="en-US" altLang="zh-CN" sz="1200" b="false">
              <a:latin typeface="Times New Roman" panose="02020603050405020304" pitchFamily="18" charset="0"/>
            </a:endParaRPr>
          </a:p>
        </p:txBody>
      </p:sp>
      <p:sp>
        <p:nvSpPr>
          <p:cNvPr id="224" name="Rectangle 2"/>
          <p:cNvSpPr>
            <a:spLocks noGrp="true" noRot="true" noChangeAspect="true" noChangeArrowheads="true" noTextEdit="true"/>
          </p:cNvSpPr>
          <p:nvPr>
            <p:ph type="sldImg"/>
          </p:nvPr>
        </p:nvSpPr>
        <p:spPr/>
        <p:txBody>
          <a:bodyPr/>
          <a:p>
            <a:pPr/>
            <a:endParaRPr/>
          </a:p>
        </p:txBody>
      </p:sp>
      <p:sp>
        <p:nvSpPr>
          <p:cNvPr id="225" name="Rectangle 3"/>
          <p:cNvSpPr>
            <a:spLocks noGrp="true" noChangeArrowheads="true"/>
          </p:cNvSpPr>
          <p:nvPr>
            <p:ph type="body" idx="1"/>
          </p:nvPr>
        </p:nvSpPr>
        <p:spPr>
          <a:noFill/>
          <a:extLst>
            <a:ext uri="{909E8E84-426E-40DD-AFC4-6F175D3DCCD1}"/>
            <a:ext uri="{91240B29-F687-4F45-9708-019B960494DF}"/>
          </a:extLst>
        </p:spPr>
        <p:txBody>
          <a:bodyPr/>
          <a:lstStyle/>
          <a:p>
            <a:pPr eaLnBrk="true" hangingPunct="true"/>
            <a:endParaRPr lang="zh-CN" altLang="en-US">
              <a:latin typeface="Times New Roman" panose="02020603050405020304" pitchFamily="18" charset="0"/>
              <a:ea typeface="宋体" pitchFamily="2" charset="-122"/>
            </a:endParaRPr>
          </a:p>
        </p:txBody>
      </p:sp>
    </p:spTree>
  </p:cSld>
</p:notes>
</file>

<file path=ppt/notesSlides/notesSlide58.xml><?xml version="1.0" encoding="utf-8"?>
<p:notes xmlns:a="http://schemas.openxmlformats.org/drawingml/2006/main" xmlns:p="http://schemas.openxmlformats.org/presentationml/2006/main">
  <p:cSld>
    <p:spTree>
      <p:nvGrpSpPr>
        <p:cNvPr id="226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7" name="Rectangle 7"/>
          <p:cNvSpPr>
            <a:spLocks noGrp="true" noChangeArrowheads="true"/>
          </p:cNvSpPr>
          <p:nvPr>
            <p:ph type="sldNum" sz="quarter" idx="5"/>
          </p:nvPr>
        </p:nvSpPr>
        <p:spPr>
          <a:noFill/>
          <a:extLst>
            <a:ext uri="{909E8E84-426E-40DD-AFC4-6F175D3DCCD1}"/>
            <a:ext uri="{91240B29-F687-4F45-9708-019B960494DF}"/>
          </a:extLst>
        </p:spPr>
        <p:txBody>
          <a:bodyPr/>
          <a:lstStyle>
            <a:lvl1pPr>
              <a:defRPr sz="2000" b="true">
                <a:solidFill>
                  <a:schemeClr val="tx1"/>
                </a:solidFill>
                <a:latin typeface="Comic Sans MS" panose="030F0702030302020204" charset="0"/>
                <a:ea typeface="宋体" pitchFamily="2" charset="-122"/>
              </a:defRPr>
            </a:lvl1pPr>
            <a:lvl2pPr marL="742950" indent="-285750">
              <a:defRPr sz="2000" b="true">
                <a:solidFill>
                  <a:schemeClr val="tx1"/>
                </a:solidFill>
                <a:latin typeface="Comic Sans MS" panose="030F0702030302020204" charset="0"/>
                <a:ea typeface="宋体" pitchFamily="2" charset="-122"/>
              </a:defRPr>
            </a:lvl2pPr>
            <a:lvl3pPr marL="1143000" indent="-228600">
              <a:defRPr sz="2000" b="true">
                <a:solidFill>
                  <a:schemeClr val="tx1"/>
                </a:solidFill>
                <a:latin typeface="Comic Sans MS" panose="030F0702030302020204" charset="0"/>
                <a:ea typeface="宋体" pitchFamily="2" charset="-122"/>
              </a:defRPr>
            </a:lvl3pPr>
            <a:lvl4pPr marL="1600200" indent="-228600">
              <a:defRPr sz="2000" b="true">
                <a:solidFill>
                  <a:schemeClr val="tx1"/>
                </a:solidFill>
                <a:latin typeface="Comic Sans MS" panose="030F0702030302020204" charset="0"/>
                <a:ea typeface="宋体" pitchFamily="2" charset="-122"/>
              </a:defRPr>
            </a:lvl4pPr>
            <a:lvl5pPr marL="2057400" indent="-228600">
              <a:defRPr sz="2000" b="true">
                <a:solidFill>
                  <a:schemeClr val="tx1"/>
                </a:solidFill>
                <a:latin typeface="Comic Sans MS" panose="030F0702030302020204" charset="0"/>
                <a:ea typeface="宋体" pitchFamily="2" charset="-122"/>
              </a:defRPr>
            </a:lvl5pPr>
            <a:lvl6pPr marL="2514600" indent="-228600" eaLnBrk="false" fontAlgn="base" hangingPunct="false">
              <a:spcBef>
                <a:spcPct val="1"/>
              </a:spcBef>
              <a:spcAft>
                <a:spcPct val="1"/>
              </a:spcAft>
              <a:defRPr sz="2000" b="true">
                <a:solidFill>
                  <a:schemeClr val="tx1"/>
                </a:solidFill>
                <a:latin typeface="Comic Sans MS" panose="030F0702030302020204" charset="0"/>
                <a:ea typeface="宋体" pitchFamily="2" charset="-122"/>
              </a:defRPr>
            </a:lvl6pPr>
            <a:lvl7pPr marL="2971800" indent="-228600" eaLnBrk="false" fontAlgn="base" hangingPunct="false">
              <a:spcBef>
                <a:spcPct val="1"/>
              </a:spcBef>
              <a:spcAft>
                <a:spcPct val="1"/>
              </a:spcAft>
              <a:defRPr sz="2000" b="true">
                <a:solidFill>
                  <a:schemeClr val="tx1"/>
                </a:solidFill>
                <a:latin typeface="Comic Sans MS" panose="030F0702030302020204" charset="0"/>
                <a:ea typeface="宋体" pitchFamily="2" charset="-122"/>
              </a:defRPr>
            </a:lvl7pPr>
            <a:lvl8pPr marL="3429000" indent="-228600" eaLnBrk="false" fontAlgn="base" hangingPunct="false">
              <a:spcBef>
                <a:spcPct val="1"/>
              </a:spcBef>
              <a:spcAft>
                <a:spcPct val="1"/>
              </a:spcAft>
              <a:defRPr sz="2000" b="true">
                <a:solidFill>
                  <a:schemeClr val="tx1"/>
                </a:solidFill>
                <a:latin typeface="Comic Sans MS" panose="030F0702030302020204" charset="0"/>
                <a:ea typeface="宋体" pitchFamily="2" charset="-122"/>
              </a:defRPr>
            </a:lvl8pPr>
            <a:lvl9pPr marL="3886200" indent="-228600" eaLnBrk="false" fontAlgn="base" hangingPunct="false">
              <a:spcBef>
                <a:spcPct val="1"/>
              </a:spcBef>
              <a:spcAft>
                <a:spcPct val="1"/>
              </a:spcAft>
              <a:defRPr sz="2000" b="true">
                <a:solidFill>
                  <a:schemeClr val="tx1"/>
                </a:solidFill>
                <a:latin typeface="Comic Sans MS" panose="030F0702030302020204" charset="0"/>
                <a:ea typeface="宋体" pitchFamily="2" charset="-122"/>
              </a:defRPr>
            </a:lvl9pPr>
          </a:lstStyle>
          <a:p>
            <a:pPr/>
            <a:fld id="{4AFEDBBA-4A1F-864A-BCF0-8689BAD4CEB8}" type="slidenum">
              <a:rPr lang="zh-CN" altLang="en-US" sz="1200" b="false">
                <a:latin typeface="Times New Roman" panose="02020603050405020304" pitchFamily="18" charset="0"/>
              </a:rPr>
              <a:t>7</a:t>
            </a:fld>
            <a:endParaRPr lang="en-US" altLang="zh-CN" sz="1200" b="false">
              <a:latin typeface="Times New Roman" panose="02020603050405020304" pitchFamily="18" charset="0"/>
            </a:endParaRPr>
          </a:p>
        </p:txBody>
      </p:sp>
      <p:sp>
        <p:nvSpPr>
          <p:cNvPr id="228" name="Rectangle 2"/>
          <p:cNvSpPr>
            <a:spLocks noGrp="true" noRot="true" noChangeAspect="true" noChangeArrowheads="true" noTextEdit="true"/>
          </p:cNvSpPr>
          <p:nvPr>
            <p:ph type="sldImg"/>
          </p:nvPr>
        </p:nvSpPr>
        <p:spPr/>
        <p:txBody>
          <a:bodyPr/>
          <a:p>
            <a:pPr/>
            <a:endParaRPr/>
          </a:p>
        </p:txBody>
      </p:sp>
      <p:sp>
        <p:nvSpPr>
          <p:cNvPr id="229" name="Rectangle 3"/>
          <p:cNvSpPr>
            <a:spLocks noGrp="true" noChangeArrowheads="true"/>
          </p:cNvSpPr>
          <p:nvPr>
            <p:ph type="body" idx="1"/>
          </p:nvPr>
        </p:nvSpPr>
        <p:spPr>
          <a:noFill/>
          <a:extLst>
            <a:ext uri="{909E8E84-426E-40DD-AFC4-6F175D3DCCD1}"/>
            <a:ext uri="{91240B29-F687-4F45-9708-019B960494DF}"/>
          </a:extLst>
        </p:spPr>
        <p:txBody>
          <a:bodyPr/>
          <a:lstStyle/>
          <a:p>
            <a:pPr eaLnBrk="true" hangingPunct="true"/>
            <a:endParaRPr lang="zh-CN" altLang="en-US">
              <a:latin typeface="Times New Roman" panose="02020603050405020304" pitchFamily="18" charset="0"/>
              <a:ea typeface="宋体" pitchFamily="2" charset="-122"/>
            </a:endParaRPr>
          </a:p>
        </p:txBody>
      </p:sp>
    </p:spTree>
  </p:cSld>
</p:notes>
</file>

<file path=ppt/notesSlides/notesSlide59.xml><?xml version="1.0" encoding="utf-8"?>
<p:notes xmlns:a="http://schemas.openxmlformats.org/drawingml/2006/main" xmlns:p="http://schemas.openxmlformats.org/presentationml/2006/main">
  <p:cSld>
    <p:spTree>
      <p:nvGrpSpPr>
        <p:cNvPr id="230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1" name="Rectangle 7"/>
          <p:cNvSpPr>
            <a:spLocks noGrp="true" noChangeArrowheads="true"/>
          </p:cNvSpPr>
          <p:nvPr>
            <p:ph type="sldNum" sz="quarter" idx="5"/>
          </p:nvPr>
        </p:nvSpPr>
        <p:spPr>
          <a:noFill/>
          <a:extLst>
            <a:ext uri="{909E8E84-426E-40DD-AFC4-6F175D3DCCD1}"/>
            <a:ext uri="{91240B29-F687-4F45-9708-019B960494DF}"/>
          </a:extLst>
        </p:spPr>
        <p:txBody>
          <a:bodyPr/>
          <a:lstStyle>
            <a:lvl1pPr>
              <a:defRPr sz="2000" b="true">
                <a:solidFill>
                  <a:schemeClr val="tx1"/>
                </a:solidFill>
                <a:latin typeface="Comic Sans MS" panose="030F0702030302020204" charset="0"/>
                <a:ea typeface="宋体" pitchFamily="2" charset="-122"/>
              </a:defRPr>
            </a:lvl1pPr>
            <a:lvl2pPr marL="742950" indent="-285750">
              <a:defRPr sz="2000" b="true">
                <a:solidFill>
                  <a:schemeClr val="tx1"/>
                </a:solidFill>
                <a:latin typeface="Comic Sans MS" panose="030F0702030302020204" charset="0"/>
                <a:ea typeface="宋体" pitchFamily="2" charset="-122"/>
              </a:defRPr>
            </a:lvl2pPr>
            <a:lvl3pPr marL="1143000" indent="-228600">
              <a:defRPr sz="2000" b="true">
                <a:solidFill>
                  <a:schemeClr val="tx1"/>
                </a:solidFill>
                <a:latin typeface="Comic Sans MS" panose="030F0702030302020204" charset="0"/>
                <a:ea typeface="宋体" pitchFamily="2" charset="-122"/>
              </a:defRPr>
            </a:lvl3pPr>
            <a:lvl4pPr marL="1600200" indent="-228600">
              <a:defRPr sz="2000" b="true">
                <a:solidFill>
                  <a:schemeClr val="tx1"/>
                </a:solidFill>
                <a:latin typeface="Comic Sans MS" panose="030F0702030302020204" charset="0"/>
                <a:ea typeface="宋体" pitchFamily="2" charset="-122"/>
              </a:defRPr>
            </a:lvl4pPr>
            <a:lvl5pPr marL="2057400" indent="-228600">
              <a:defRPr sz="2000" b="true">
                <a:solidFill>
                  <a:schemeClr val="tx1"/>
                </a:solidFill>
                <a:latin typeface="Comic Sans MS" panose="030F0702030302020204" charset="0"/>
                <a:ea typeface="宋体" pitchFamily="2" charset="-122"/>
              </a:defRPr>
            </a:lvl5pPr>
            <a:lvl6pPr marL="2514600" indent="-228600" eaLnBrk="false" fontAlgn="base" hangingPunct="false">
              <a:spcBef>
                <a:spcPct val="1"/>
              </a:spcBef>
              <a:spcAft>
                <a:spcPct val="1"/>
              </a:spcAft>
              <a:defRPr sz="2000" b="true">
                <a:solidFill>
                  <a:schemeClr val="tx1"/>
                </a:solidFill>
                <a:latin typeface="Comic Sans MS" panose="030F0702030302020204" charset="0"/>
                <a:ea typeface="宋体" pitchFamily="2" charset="-122"/>
              </a:defRPr>
            </a:lvl6pPr>
            <a:lvl7pPr marL="2971800" indent="-228600" eaLnBrk="false" fontAlgn="base" hangingPunct="false">
              <a:spcBef>
                <a:spcPct val="1"/>
              </a:spcBef>
              <a:spcAft>
                <a:spcPct val="1"/>
              </a:spcAft>
              <a:defRPr sz="2000" b="true">
                <a:solidFill>
                  <a:schemeClr val="tx1"/>
                </a:solidFill>
                <a:latin typeface="Comic Sans MS" panose="030F0702030302020204" charset="0"/>
                <a:ea typeface="宋体" pitchFamily="2" charset="-122"/>
              </a:defRPr>
            </a:lvl7pPr>
            <a:lvl8pPr marL="3429000" indent="-228600" eaLnBrk="false" fontAlgn="base" hangingPunct="false">
              <a:spcBef>
                <a:spcPct val="1"/>
              </a:spcBef>
              <a:spcAft>
                <a:spcPct val="1"/>
              </a:spcAft>
              <a:defRPr sz="2000" b="true">
                <a:solidFill>
                  <a:schemeClr val="tx1"/>
                </a:solidFill>
                <a:latin typeface="Comic Sans MS" panose="030F0702030302020204" charset="0"/>
                <a:ea typeface="宋体" pitchFamily="2" charset="-122"/>
              </a:defRPr>
            </a:lvl8pPr>
            <a:lvl9pPr marL="3886200" indent="-228600" eaLnBrk="false" fontAlgn="base" hangingPunct="false">
              <a:spcBef>
                <a:spcPct val="1"/>
              </a:spcBef>
              <a:spcAft>
                <a:spcPct val="1"/>
              </a:spcAft>
              <a:defRPr sz="2000" b="true">
                <a:solidFill>
                  <a:schemeClr val="tx1"/>
                </a:solidFill>
                <a:latin typeface="Comic Sans MS" panose="030F0702030302020204" charset="0"/>
                <a:ea typeface="宋体" pitchFamily="2" charset="-122"/>
              </a:defRPr>
            </a:lvl9pPr>
          </a:lstStyle>
          <a:p>
            <a:pPr/>
            <a:fld id="{5B1A93E2-EED2-5946-A2C3-178F0F0DA263}" type="slidenum">
              <a:rPr lang="zh-CN" altLang="en-US" sz="1200" b="false">
                <a:latin typeface="Times New Roman" panose="02020603050405020304" pitchFamily="18" charset="0"/>
              </a:rPr>
              <a:t>65</a:t>
            </a:fld>
            <a:endParaRPr lang="en-US" altLang="zh-CN" sz="1200" b="false">
              <a:latin typeface="Times New Roman" panose="02020603050405020304" pitchFamily="18" charset="0"/>
            </a:endParaRPr>
          </a:p>
        </p:txBody>
      </p:sp>
      <p:sp>
        <p:nvSpPr>
          <p:cNvPr id="232" name="Rectangle 2"/>
          <p:cNvSpPr>
            <a:spLocks noGrp="true" noRot="true" noChangeAspect="true" noChangeArrowheads="true" noTextEdit="true"/>
          </p:cNvSpPr>
          <p:nvPr>
            <p:ph type="sldImg"/>
          </p:nvPr>
        </p:nvSpPr>
        <p:spPr/>
        <p:txBody>
          <a:bodyPr/>
          <a:p>
            <a:pPr/>
            <a:endParaRPr/>
          </a:p>
        </p:txBody>
      </p:sp>
      <p:sp>
        <p:nvSpPr>
          <p:cNvPr id="233" name="Rectangle 3"/>
          <p:cNvSpPr>
            <a:spLocks noGrp="true" noChangeArrowheads="true"/>
          </p:cNvSpPr>
          <p:nvPr>
            <p:ph type="body" idx="1"/>
          </p:nvPr>
        </p:nvSpPr>
        <p:spPr>
          <a:noFill/>
          <a:extLst>
            <a:ext uri="{909E8E84-426E-40DD-AFC4-6F175D3DCCD1}"/>
            <a:ext uri="{91240B29-F687-4F45-9708-019B960494DF}"/>
          </a:extLst>
        </p:spPr>
        <p:txBody>
          <a:bodyPr/>
          <a:lstStyle/>
          <a:p>
            <a:pPr eaLnBrk="true" hangingPunct="true"/>
            <a:endParaRPr lang="zh-CN" altLang="en-US">
              <a:latin typeface="Times New Roman" panose="02020603050405020304" pitchFamily="18" charset="0"/>
              <a:ea typeface="宋体" pitchFamily="2" charset="-122"/>
            </a:endParaRPr>
          </a:p>
        </p:txBody>
      </p:sp>
    </p:spTree>
  </p:cSld>
</p:notes>
</file>

<file path=ppt/notesSlides/notesSlide60.xml><?xml version="1.0" encoding="utf-8"?>
<p:notes xmlns:a="http://schemas.openxmlformats.org/drawingml/2006/main" xmlns:p="http://schemas.openxmlformats.org/presentationml/2006/main">
  <p:cSld>
    <p:spTree>
      <p:nvGrpSpPr>
        <p:cNvPr id="234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" name="Rectangle 7"/>
          <p:cNvSpPr>
            <a:spLocks noGrp="true" noChangeArrowheads="true"/>
          </p:cNvSpPr>
          <p:nvPr>
            <p:ph type="sldNum" sz="quarter" idx="5"/>
          </p:nvPr>
        </p:nvSpPr>
        <p:spPr>
          <a:noFill/>
          <a:extLst>
            <a:ext uri="{909E8E84-426E-40DD-AFC4-6F175D3DCCD1}"/>
            <a:ext uri="{91240B29-F687-4F45-9708-019B960494DF}"/>
          </a:extLst>
        </p:spPr>
        <p:txBody>
          <a:bodyPr/>
          <a:lstStyle>
            <a:lvl1pPr>
              <a:defRPr sz="2000" b="true">
                <a:solidFill>
                  <a:schemeClr val="tx1"/>
                </a:solidFill>
                <a:latin typeface="Comic Sans MS" panose="030F0702030302020204" charset="0"/>
                <a:ea typeface="宋体" pitchFamily="2" charset="-122"/>
              </a:defRPr>
            </a:lvl1pPr>
            <a:lvl2pPr marL="742950" indent="-285750">
              <a:defRPr sz="2000" b="true">
                <a:solidFill>
                  <a:schemeClr val="tx1"/>
                </a:solidFill>
                <a:latin typeface="Comic Sans MS" panose="030F0702030302020204" charset="0"/>
                <a:ea typeface="宋体" pitchFamily="2" charset="-122"/>
              </a:defRPr>
            </a:lvl2pPr>
            <a:lvl3pPr marL="1143000" indent="-228600">
              <a:defRPr sz="2000" b="true">
                <a:solidFill>
                  <a:schemeClr val="tx1"/>
                </a:solidFill>
                <a:latin typeface="Comic Sans MS" panose="030F0702030302020204" charset="0"/>
                <a:ea typeface="宋体" pitchFamily="2" charset="-122"/>
              </a:defRPr>
            </a:lvl3pPr>
            <a:lvl4pPr marL="1600200" indent="-228600">
              <a:defRPr sz="2000" b="true">
                <a:solidFill>
                  <a:schemeClr val="tx1"/>
                </a:solidFill>
                <a:latin typeface="Comic Sans MS" panose="030F0702030302020204" charset="0"/>
                <a:ea typeface="宋体" pitchFamily="2" charset="-122"/>
              </a:defRPr>
            </a:lvl4pPr>
            <a:lvl5pPr marL="2057400" indent="-228600">
              <a:defRPr sz="2000" b="true">
                <a:solidFill>
                  <a:schemeClr val="tx1"/>
                </a:solidFill>
                <a:latin typeface="Comic Sans MS" panose="030F0702030302020204" charset="0"/>
                <a:ea typeface="宋体" pitchFamily="2" charset="-122"/>
              </a:defRPr>
            </a:lvl5pPr>
            <a:lvl6pPr marL="2514600" indent="-228600" eaLnBrk="false" fontAlgn="base" hangingPunct="false">
              <a:spcBef>
                <a:spcPct val="1"/>
              </a:spcBef>
              <a:spcAft>
                <a:spcPct val="1"/>
              </a:spcAft>
              <a:defRPr sz="2000" b="true">
                <a:solidFill>
                  <a:schemeClr val="tx1"/>
                </a:solidFill>
                <a:latin typeface="Comic Sans MS" panose="030F0702030302020204" charset="0"/>
                <a:ea typeface="宋体" pitchFamily="2" charset="-122"/>
              </a:defRPr>
            </a:lvl6pPr>
            <a:lvl7pPr marL="2971800" indent="-228600" eaLnBrk="false" fontAlgn="base" hangingPunct="false">
              <a:spcBef>
                <a:spcPct val="1"/>
              </a:spcBef>
              <a:spcAft>
                <a:spcPct val="1"/>
              </a:spcAft>
              <a:defRPr sz="2000" b="true">
                <a:solidFill>
                  <a:schemeClr val="tx1"/>
                </a:solidFill>
                <a:latin typeface="Comic Sans MS" panose="030F0702030302020204" charset="0"/>
                <a:ea typeface="宋体" pitchFamily="2" charset="-122"/>
              </a:defRPr>
            </a:lvl7pPr>
            <a:lvl8pPr marL="3429000" indent="-228600" eaLnBrk="false" fontAlgn="base" hangingPunct="false">
              <a:spcBef>
                <a:spcPct val="1"/>
              </a:spcBef>
              <a:spcAft>
                <a:spcPct val="1"/>
              </a:spcAft>
              <a:defRPr sz="2000" b="true">
                <a:solidFill>
                  <a:schemeClr val="tx1"/>
                </a:solidFill>
                <a:latin typeface="Comic Sans MS" panose="030F0702030302020204" charset="0"/>
                <a:ea typeface="宋体" pitchFamily="2" charset="-122"/>
              </a:defRPr>
            </a:lvl8pPr>
            <a:lvl9pPr marL="3886200" indent="-228600" eaLnBrk="false" fontAlgn="base" hangingPunct="false">
              <a:spcBef>
                <a:spcPct val="1"/>
              </a:spcBef>
              <a:spcAft>
                <a:spcPct val="1"/>
              </a:spcAft>
              <a:defRPr sz="2000" b="true">
                <a:solidFill>
                  <a:schemeClr val="tx1"/>
                </a:solidFill>
                <a:latin typeface="Comic Sans MS" panose="030F0702030302020204" charset="0"/>
                <a:ea typeface="宋体" pitchFamily="2" charset="-122"/>
              </a:defRPr>
            </a:lvl9pPr>
          </a:lstStyle>
          <a:p>
            <a:pPr/>
            <a:fld id="{7FF87BAC-A122-F441-BA26-D2C3173F1099}" type="slidenum">
              <a:rPr lang="zh-CN" altLang="en-US" sz="1200" b="false">
                <a:latin typeface="Times New Roman" panose="02020603050405020304" pitchFamily="18" charset="0"/>
              </a:rPr>
              <a:t>66</a:t>
            </a:fld>
            <a:endParaRPr lang="en-US" altLang="zh-CN" sz="1200" b="false">
              <a:latin typeface="Times New Roman" panose="02020603050405020304" pitchFamily="18" charset="0"/>
            </a:endParaRPr>
          </a:p>
        </p:txBody>
      </p:sp>
      <p:sp>
        <p:nvSpPr>
          <p:cNvPr id="236" name="Rectangle 2"/>
          <p:cNvSpPr>
            <a:spLocks noGrp="true" noRot="true" noChangeAspect="true" noChangeArrowheads="true" noTextEdit="true"/>
          </p:cNvSpPr>
          <p:nvPr>
            <p:ph type="sldImg"/>
          </p:nvPr>
        </p:nvSpPr>
        <p:spPr/>
        <p:txBody>
          <a:bodyPr/>
          <a:p>
            <a:pPr/>
            <a:endParaRPr/>
          </a:p>
        </p:txBody>
      </p:sp>
      <p:sp>
        <p:nvSpPr>
          <p:cNvPr id="237" name="Rectangle 3"/>
          <p:cNvSpPr>
            <a:spLocks noGrp="true" noChangeArrowheads="true"/>
          </p:cNvSpPr>
          <p:nvPr>
            <p:ph type="body" idx="1"/>
          </p:nvPr>
        </p:nvSpPr>
        <p:spPr>
          <a:noFill/>
          <a:extLst>
            <a:ext uri="{909E8E84-426E-40DD-AFC4-6F175D3DCCD1}"/>
            <a:ext uri="{91240B29-F687-4F45-9708-019B960494DF}"/>
          </a:extLst>
        </p:spPr>
        <p:txBody>
          <a:bodyPr/>
          <a:lstStyle/>
          <a:p>
            <a:pPr eaLnBrk="true" hangingPunct="true"/>
            <a:endParaRPr lang="zh-CN" altLang="en-US">
              <a:latin typeface="Times New Roman" panose="02020603050405020304" pitchFamily="18" charset="0"/>
              <a:ea typeface="宋体" pitchFamily="2" charset="-122"/>
            </a:endParaRPr>
          </a:p>
        </p:txBody>
      </p:sp>
    </p:spTree>
  </p:cSld>
</p:notes>
</file>

<file path=ppt/notesSlides/notesSlide61.xml><?xml version="1.0" encoding="utf-8"?>
<p:notes xmlns:a="http://schemas.openxmlformats.org/drawingml/2006/main" xmlns:p="http://schemas.openxmlformats.org/presentationml/2006/main">
  <p:cSld>
    <p:spTree>
      <p:nvGrpSpPr>
        <p:cNvPr id="238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9" name="Rectangle 7"/>
          <p:cNvSpPr>
            <a:spLocks noGrp="true" noChangeArrowheads="true"/>
          </p:cNvSpPr>
          <p:nvPr>
            <p:ph type="sldNum" sz="quarter" idx="5"/>
          </p:nvPr>
        </p:nvSpPr>
        <p:spPr>
          <a:noFill/>
          <a:extLst>
            <a:ext uri="{909E8E84-426E-40DD-AFC4-6F175D3DCCD1}"/>
            <a:ext uri="{91240B29-F687-4F45-9708-019B960494DF}"/>
          </a:extLst>
        </p:spPr>
        <p:txBody>
          <a:bodyPr/>
          <a:lstStyle>
            <a:lvl1pPr>
              <a:defRPr sz="2000" b="true">
                <a:solidFill>
                  <a:schemeClr val="tx1"/>
                </a:solidFill>
                <a:latin typeface="Comic Sans MS" panose="030F0702030302020204" charset="0"/>
                <a:ea typeface="宋体" pitchFamily="2" charset="-122"/>
              </a:defRPr>
            </a:lvl1pPr>
            <a:lvl2pPr marL="742950" indent="-285750">
              <a:defRPr sz="2000" b="true">
                <a:solidFill>
                  <a:schemeClr val="tx1"/>
                </a:solidFill>
                <a:latin typeface="Comic Sans MS" panose="030F0702030302020204" charset="0"/>
                <a:ea typeface="宋体" pitchFamily="2" charset="-122"/>
              </a:defRPr>
            </a:lvl2pPr>
            <a:lvl3pPr marL="1143000" indent="-228600">
              <a:defRPr sz="2000" b="true">
                <a:solidFill>
                  <a:schemeClr val="tx1"/>
                </a:solidFill>
                <a:latin typeface="Comic Sans MS" panose="030F0702030302020204" charset="0"/>
                <a:ea typeface="宋体" pitchFamily="2" charset="-122"/>
              </a:defRPr>
            </a:lvl3pPr>
            <a:lvl4pPr marL="1600200" indent="-228600">
              <a:defRPr sz="2000" b="true">
                <a:solidFill>
                  <a:schemeClr val="tx1"/>
                </a:solidFill>
                <a:latin typeface="Comic Sans MS" panose="030F0702030302020204" charset="0"/>
                <a:ea typeface="宋体" pitchFamily="2" charset="-122"/>
              </a:defRPr>
            </a:lvl4pPr>
            <a:lvl5pPr marL="2057400" indent="-228600">
              <a:defRPr sz="2000" b="true">
                <a:solidFill>
                  <a:schemeClr val="tx1"/>
                </a:solidFill>
                <a:latin typeface="Comic Sans MS" panose="030F0702030302020204" charset="0"/>
                <a:ea typeface="宋体" pitchFamily="2" charset="-122"/>
              </a:defRPr>
            </a:lvl5pPr>
            <a:lvl6pPr marL="2514600" indent="-228600" eaLnBrk="false" fontAlgn="base" hangingPunct="false">
              <a:spcBef>
                <a:spcPct val="1"/>
              </a:spcBef>
              <a:spcAft>
                <a:spcPct val="1"/>
              </a:spcAft>
              <a:defRPr sz="2000" b="true">
                <a:solidFill>
                  <a:schemeClr val="tx1"/>
                </a:solidFill>
                <a:latin typeface="Comic Sans MS" panose="030F0702030302020204" charset="0"/>
                <a:ea typeface="宋体" pitchFamily="2" charset="-122"/>
              </a:defRPr>
            </a:lvl6pPr>
            <a:lvl7pPr marL="2971800" indent="-228600" eaLnBrk="false" fontAlgn="base" hangingPunct="false">
              <a:spcBef>
                <a:spcPct val="1"/>
              </a:spcBef>
              <a:spcAft>
                <a:spcPct val="1"/>
              </a:spcAft>
              <a:defRPr sz="2000" b="true">
                <a:solidFill>
                  <a:schemeClr val="tx1"/>
                </a:solidFill>
                <a:latin typeface="Comic Sans MS" panose="030F0702030302020204" charset="0"/>
                <a:ea typeface="宋体" pitchFamily="2" charset="-122"/>
              </a:defRPr>
            </a:lvl7pPr>
            <a:lvl8pPr marL="3429000" indent="-228600" eaLnBrk="false" fontAlgn="base" hangingPunct="false">
              <a:spcBef>
                <a:spcPct val="1"/>
              </a:spcBef>
              <a:spcAft>
                <a:spcPct val="1"/>
              </a:spcAft>
              <a:defRPr sz="2000" b="true">
                <a:solidFill>
                  <a:schemeClr val="tx1"/>
                </a:solidFill>
                <a:latin typeface="Comic Sans MS" panose="030F0702030302020204" charset="0"/>
                <a:ea typeface="宋体" pitchFamily="2" charset="-122"/>
              </a:defRPr>
            </a:lvl8pPr>
            <a:lvl9pPr marL="3886200" indent="-228600" eaLnBrk="false" fontAlgn="base" hangingPunct="false">
              <a:spcBef>
                <a:spcPct val="1"/>
              </a:spcBef>
              <a:spcAft>
                <a:spcPct val="1"/>
              </a:spcAft>
              <a:defRPr sz="2000" b="true">
                <a:solidFill>
                  <a:schemeClr val="tx1"/>
                </a:solidFill>
                <a:latin typeface="Comic Sans MS" panose="030F0702030302020204" charset="0"/>
                <a:ea typeface="宋体" pitchFamily="2" charset="-122"/>
              </a:defRPr>
            </a:lvl9pPr>
          </a:lstStyle>
          <a:p>
            <a:pPr/>
            <a:fld id="{72314746-B779-B44F-B26A-E6FBC577E779}" type="slidenum">
              <a:rPr lang="zh-CN" altLang="en-US" sz="1200" b="false">
                <a:latin typeface="Times New Roman" panose="02020603050405020304" pitchFamily="18" charset="0"/>
              </a:rPr>
              <a:t>73</a:t>
            </a:fld>
            <a:endParaRPr lang="en-US" altLang="zh-CN" sz="1200" b="false">
              <a:latin typeface="Times New Roman" panose="02020603050405020304" pitchFamily="18" charset="0"/>
            </a:endParaRPr>
          </a:p>
        </p:txBody>
      </p:sp>
      <p:sp>
        <p:nvSpPr>
          <p:cNvPr id="240" name="Rectangle 2"/>
          <p:cNvSpPr>
            <a:spLocks noGrp="true" noRot="true" noChangeAspect="true" noChangeArrowheads="true" noTextEdit="true"/>
          </p:cNvSpPr>
          <p:nvPr>
            <p:ph type="sldImg"/>
          </p:nvPr>
        </p:nvSpPr>
        <p:spPr/>
        <p:txBody>
          <a:bodyPr/>
          <a:p>
            <a:pPr/>
            <a:endParaRPr/>
          </a:p>
        </p:txBody>
      </p:sp>
      <p:sp>
        <p:nvSpPr>
          <p:cNvPr id="241" name="Rectangle 3"/>
          <p:cNvSpPr>
            <a:spLocks noGrp="true" noChangeArrowheads="true"/>
          </p:cNvSpPr>
          <p:nvPr>
            <p:ph type="body" idx="1"/>
          </p:nvPr>
        </p:nvSpPr>
        <p:spPr>
          <a:noFill/>
          <a:extLst>
            <a:ext uri="{909E8E84-426E-40DD-AFC4-6F175D3DCCD1}"/>
            <a:ext uri="{91240B29-F687-4F45-9708-019B960494DF}"/>
          </a:extLst>
        </p:spPr>
        <p:txBody>
          <a:bodyPr/>
          <a:lstStyle/>
          <a:p>
            <a:pPr eaLnBrk="true" hangingPunct="true"/>
            <a:endParaRPr lang="zh-CN" altLang="en-US">
              <a:latin typeface="Times New Roman" panose="02020603050405020304" pitchFamily="18" charset="0"/>
              <a:ea typeface="宋体" pitchFamily="2" charset="-122"/>
            </a:endParaRPr>
          </a:p>
        </p:txBody>
      </p:sp>
    </p:spTree>
  </p:cSld>
</p:notes>
</file>

<file path=ppt/notesSlides/notesSlide62.xml><?xml version="1.0" encoding="utf-8"?>
<p:notes xmlns:a="http://schemas.openxmlformats.org/drawingml/2006/main" xmlns:p="http://schemas.openxmlformats.org/presentationml/2006/main">
  <p:cSld>
    <p:spTree>
      <p:nvGrpSpPr>
        <p:cNvPr id="24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3" name="Rectangle 7"/>
          <p:cNvSpPr>
            <a:spLocks noGrp="true" noChangeArrowheads="true"/>
          </p:cNvSpPr>
          <p:nvPr>
            <p:ph type="sldNum" sz="quarter" idx="5"/>
          </p:nvPr>
        </p:nvSpPr>
        <p:spPr>
          <a:noFill/>
          <a:extLst>
            <a:ext uri="{909E8E84-426E-40DD-AFC4-6F175D3DCCD1}"/>
            <a:ext uri="{91240B29-F687-4F45-9708-019B960494DF}"/>
          </a:extLst>
        </p:spPr>
        <p:txBody>
          <a:bodyPr/>
          <a:lstStyle>
            <a:lvl1pPr>
              <a:defRPr sz="2000" b="true">
                <a:solidFill>
                  <a:schemeClr val="tx1"/>
                </a:solidFill>
                <a:latin typeface="Comic Sans MS" panose="030F0702030302020204" charset="0"/>
                <a:ea typeface="宋体" pitchFamily="2" charset="-122"/>
              </a:defRPr>
            </a:lvl1pPr>
            <a:lvl2pPr marL="742950" indent="-285750">
              <a:defRPr sz="2000" b="true">
                <a:solidFill>
                  <a:schemeClr val="tx1"/>
                </a:solidFill>
                <a:latin typeface="Comic Sans MS" panose="030F0702030302020204" charset="0"/>
                <a:ea typeface="宋体" pitchFamily="2" charset="-122"/>
              </a:defRPr>
            </a:lvl2pPr>
            <a:lvl3pPr marL="1143000" indent="-228600">
              <a:defRPr sz="2000" b="true">
                <a:solidFill>
                  <a:schemeClr val="tx1"/>
                </a:solidFill>
                <a:latin typeface="Comic Sans MS" panose="030F0702030302020204" charset="0"/>
                <a:ea typeface="宋体" pitchFamily="2" charset="-122"/>
              </a:defRPr>
            </a:lvl3pPr>
            <a:lvl4pPr marL="1600200" indent="-228600">
              <a:defRPr sz="2000" b="true">
                <a:solidFill>
                  <a:schemeClr val="tx1"/>
                </a:solidFill>
                <a:latin typeface="Comic Sans MS" panose="030F0702030302020204" charset="0"/>
                <a:ea typeface="宋体" pitchFamily="2" charset="-122"/>
              </a:defRPr>
            </a:lvl4pPr>
            <a:lvl5pPr marL="2057400" indent="-228600">
              <a:defRPr sz="2000" b="true">
                <a:solidFill>
                  <a:schemeClr val="tx1"/>
                </a:solidFill>
                <a:latin typeface="Comic Sans MS" panose="030F0702030302020204" charset="0"/>
                <a:ea typeface="宋体" pitchFamily="2" charset="-122"/>
              </a:defRPr>
            </a:lvl5pPr>
            <a:lvl6pPr marL="2514600" indent="-228600" eaLnBrk="false" fontAlgn="base" hangingPunct="false">
              <a:spcBef>
                <a:spcPct val="1"/>
              </a:spcBef>
              <a:spcAft>
                <a:spcPct val="1"/>
              </a:spcAft>
              <a:defRPr sz="2000" b="true">
                <a:solidFill>
                  <a:schemeClr val="tx1"/>
                </a:solidFill>
                <a:latin typeface="Comic Sans MS" panose="030F0702030302020204" charset="0"/>
                <a:ea typeface="宋体" pitchFamily="2" charset="-122"/>
              </a:defRPr>
            </a:lvl6pPr>
            <a:lvl7pPr marL="2971800" indent="-228600" eaLnBrk="false" fontAlgn="base" hangingPunct="false">
              <a:spcBef>
                <a:spcPct val="1"/>
              </a:spcBef>
              <a:spcAft>
                <a:spcPct val="1"/>
              </a:spcAft>
              <a:defRPr sz="2000" b="true">
                <a:solidFill>
                  <a:schemeClr val="tx1"/>
                </a:solidFill>
                <a:latin typeface="Comic Sans MS" panose="030F0702030302020204" charset="0"/>
                <a:ea typeface="宋体" pitchFamily="2" charset="-122"/>
              </a:defRPr>
            </a:lvl7pPr>
            <a:lvl8pPr marL="3429000" indent="-228600" eaLnBrk="false" fontAlgn="base" hangingPunct="false">
              <a:spcBef>
                <a:spcPct val="1"/>
              </a:spcBef>
              <a:spcAft>
                <a:spcPct val="1"/>
              </a:spcAft>
              <a:defRPr sz="2000" b="true">
                <a:solidFill>
                  <a:schemeClr val="tx1"/>
                </a:solidFill>
                <a:latin typeface="Comic Sans MS" panose="030F0702030302020204" charset="0"/>
                <a:ea typeface="宋体" pitchFamily="2" charset="-122"/>
              </a:defRPr>
            </a:lvl8pPr>
            <a:lvl9pPr marL="3886200" indent="-228600" eaLnBrk="false" fontAlgn="base" hangingPunct="false">
              <a:spcBef>
                <a:spcPct val="1"/>
              </a:spcBef>
              <a:spcAft>
                <a:spcPct val="1"/>
              </a:spcAft>
              <a:defRPr sz="2000" b="true">
                <a:solidFill>
                  <a:schemeClr val="tx1"/>
                </a:solidFill>
                <a:latin typeface="Comic Sans MS" panose="030F0702030302020204" charset="0"/>
                <a:ea typeface="宋体" pitchFamily="2" charset="-122"/>
              </a:defRPr>
            </a:lvl9pPr>
          </a:lstStyle>
          <a:p>
            <a:pPr/>
            <a:fld id="{4F55F47F-1409-8341-8190-0519C923C677}" type="slidenum">
              <a:rPr lang="zh-CN" altLang="en-US" sz="1200" b="false">
                <a:latin typeface="Times New Roman" panose="02020603050405020304" pitchFamily="18" charset="0"/>
              </a:rPr>
              <a:t>74</a:t>
            </a:fld>
            <a:endParaRPr lang="en-US" altLang="zh-CN" sz="1200" b="false">
              <a:latin typeface="Times New Roman" panose="02020603050405020304" pitchFamily="18" charset="0"/>
            </a:endParaRPr>
          </a:p>
        </p:txBody>
      </p:sp>
      <p:sp>
        <p:nvSpPr>
          <p:cNvPr id="244" name="Rectangle 2"/>
          <p:cNvSpPr>
            <a:spLocks noGrp="true" noRot="true" noChangeAspect="true" noChangeArrowheads="true" noTextEdit="true"/>
          </p:cNvSpPr>
          <p:nvPr>
            <p:ph type="sldImg"/>
          </p:nvPr>
        </p:nvSpPr>
        <p:spPr/>
        <p:txBody>
          <a:bodyPr/>
          <a:p>
            <a:pPr/>
            <a:endParaRPr/>
          </a:p>
        </p:txBody>
      </p:sp>
      <p:sp>
        <p:nvSpPr>
          <p:cNvPr id="245" name="Rectangle 3"/>
          <p:cNvSpPr>
            <a:spLocks noGrp="true" noChangeArrowheads="true"/>
          </p:cNvSpPr>
          <p:nvPr>
            <p:ph type="body" idx="1"/>
          </p:nvPr>
        </p:nvSpPr>
        <p:spPr>
          <a:noFill/>
          <a:extLst>
            <a:ext uri="{909E8E84-426E-40DD-AFC4-6F175D3DCCD1}"/>
            <a:ext uri="{91240B29-F687-4F45-9708-019B960494DF}"/>
          </a:extLst>
        </p:spPr>
        <p:txBody>
          <a:bodyPr/>
          <a:lstStyle/>
          <a:p>
            <a:pPr eaLnBrk="true" hangingPunct="true"/>
            <a:endParaRPr lang="zh-CN" altLang="en-US">
              <a:latin typeface="Times New Roman" panose="02020603050405020304" pitchFamily="18" charset="0"/>
              <a:ea typeface="宋体" pitchFamily="2" charset="-122"/>
            </a:endParaRPr>
          </a:p>
        </p:txBody>
      </p:sp>
    </p:spTree>
  </p:cSld>
</p:notes>
</file>

<file path=ppt/notesSlides/notesSlide63.xml><?xml version="1.0" encoding="utf-8"?>
<p:notes xmlns:a="http://schemas.openxmlformats.org/drawingml/2006/main" xmlns:p="http://schemas.openxmlformats.org/presentationml/2006/main">
  <p:cSld>
    <p:spTree>
      <p:nvGrpSpPr>
        <p:cNvPr id="246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7" name="Rectangle 7"/>
          <p:cNvSpPr>
            <a:spLocks noGrp="true" noChangeArrowheads="true"/>
          </p:cNvSpPr>
          <p:nvPr>
            <p:ph type="sldNum" sz="quarter" idx="5"/>
          </p:nvPr>
        </p:nvSpPr>
        <p:spPr>
          <a:noFill/>
          <a:extLst>
            <a:ext uri="{909E8E84-426E-40DD-AFC4-6F175D3DCCD1}"/>
            <a:ext uri="{91240B29-F687-4F45-9708-019B960494DF}"/>
          </a:extLst>
        </p:spPr>
        <p:txBody>
          <a:bodyPr/>
          <a:lstStyle>
            <a:lvl1pPr>
              <a:defRPr sz="2000" b="true">
                <a:solidFill>
                  <a:schemeClr val="tx1"/>
                </a:solidFill>
                <a:latin typeface="Comic Sans MS" panose="030F0702030302020204" charset="0"/>
                <a:ea typeface="宋体" pitchFamily="2" charset="-122"/>
              </a:defRPr>
            </a:lvl1pPr>
            <a:lvl2pPr marL="742950" indent="-285750">
              <a:defRPr sz="2000" b="true">
                <a:solidFill>
                  <a:schemeClr val="tx1"/>
                </a:solidFill>
                <a:latin typeface="Comic Sans MS" panose="030F0702030302020204" charset="0"/>
                <a:ea typeface="宋体" pitchFamily="2" charset="-122"/>
              </a:defRPr>
            </a:lvl2pPr>
            <a:lvl3pPr marL="1143000" indent="-228600">
              <a:defRPr sz="2000" b="true">
                <a:solidFill>
                  <a:schemeClr val="tx1"/>
                </a:solidFill>
                <a:latin typeface="Comic Sans MS" panose="030F0702030302020204" charset="0"/>
                <a:ea typeface="宋体" pitchFamily="2" charset="-122"/>
              </a:defRPr>
            </a:lvl3pPr>
            <a:lvl4pPr marL="1600200" indent="-228600">
              <a:defRPr sz="2000" b="true">
                <a:solidFill>
                  <a:schemeClr val="tx1"/>
                </a:solidFill>
                <a:latin typeface="Comic Sans MS" panose="030F0702030302020204" charset="0"/>
                <a:ea typeface="宋体" pitchFamily="2" charset="-122"/>
              </a:defRPr>
            </a:lvl4pPr>
            <a:lvl5pPr marL="2057400" indent="-228600">
              <a:defRPr sz="2000" b="true">
                <a:solidFill>
                  <a:schemeClr val="tx1"/>
                </a:solidFill>
                <a:latin typeface="Comic Sans MS" panose="030F0702030302020204" charset="0"/>
                <a:ea typeface="宋体" pitchFamily="2" charset="-122"/>
              </a:defRPr>
            </a:lvl5pPr>
            <a:lvl6pPr marL="2514600" indent="-228600" eaLnBrk="false" fontAlgn="base" hangingPunct="false">
              <a:spcBef>
                <a:spcPct val="1"/>
              </a:spcBef>
              <a:spcAft>
                <a:spcPct val="1"/>
              </a:spcAft>
              <a:defRPr sz="2000" b="true">
                <a:solidFill>
                  <a:schemeClr val="tx1"/>
                </a:solidFill>
                <a:latin typeface="Comic Sans MS" panose="030F0702030302020204" charset="0"/>
                <a:ea typeface="宋体" pitchFamily="2" charset="-122"/>
              </a:defRPr>
            </a:lvl6pPr>
            <a:lvl7pPr marL="2971800" indent="-228600" eaLnBrk="false" fontAlgn="base" hangingPunct="false">
              <a:spcBef>
                <a:spcPct val="1"/>
              </a:spcBef>
              <a:spcAft>
                <a:spcPct val="1"/>
              </a:spcAft>
              <a:defRPr sz="2000" b="true">
                <a:solidFill>
                  <a:schemeClr val="tx1"/>
                </a:solidFill>
                <a:latin typeface="Comic Sans MS" panose="030F0702030302020204" charset="0"/>
                <a:ea typeface="宋体" pitchFamily="2" charset="-122"/>
              </a:defRPr>
            </a:lvl7pPr>
            <a:lvl8pPr marL="3429000" indent="-228600" eaLnBrk="false" fontAlgn="base" hangingPunct="false">
              <a:spcBef>
                <a:spcPct val="1"/>
              </a:spcBef>
              <a:spcAft>
                <a:spcPct val="1"/>
              </a:spcAft>
              <a:defRPr sz="2000" b="true">
                <a:solidFill>
                  <a:schemeClr val="tx1"/>
                </a:solidFill>
                <a:latin typeface="Comic Sans MS" panose="030F0702030302020204" charset="0"/>
                <a:ea typeface="宋体" pitchFamily="2" charset="-122"/>
              </a:defRPr>
            </a:lvl8pPr>
            <a:lvl9pPr marL="3886200" indent="-228600" eaLnBrk="false" fontAlgn="base" hangingPunct="false">
              <a:spcBef>
                <a:spcPct val="1"/>
              </a:spcBef>
              <a:spcAft>
                <a:spcPct val="1"/>
              </a:spcAft>
              <a:defRPr sz="2000" b="true">
                <a:solidFill>
                  <a:schemeClr val="tx1"/>
                </a:solidFill>
                <a:latin typeface="Comic Sans MS" panose="030F0702030302020204" charset="0"/>
                <a:ea typeface="宋体" pitchFamily="2" charset="-122"/>
              </a:defRPr>
            </a:lvl9pPr>
          </a:lstStyle>
          <a:p>
            <a:pPr/>
            <a:fld id="{FA07800D-46CE-3A42-BCE8-3EFF0E091978}" type="slidenum">
              <a:rPr lang="zh-CN" altLang="en-US" sz="1200" b="false">
                <a:latin typeface="Times New Roman" panose="02020603050405020304" pitchFamily="18" charset="0"/>
              </a:rPr>
              <a:t>75</a:t>
            </a:fld>
            <a:endParaRPr lang="en-US" altLang="zh-CN" sz="1200" b="false">
              <a:latin typeface="Times New Roman" panose="02020603050405020304" pitchFamily="18" charset="0"/>
            </a:endParaRPr>
          </a:p>
        </p:txBody>
      </p:sp>
      <p:sp>
        <p:nvSpPr>
          <p:cNvPr id="248" name="Rectangle 2"/>
          <p:cNvSpPr>
            <a:spLocks noGrp="true" noRot="true" noChangeAspect="true" noChangeArrowheads="true" noTextEdit="true"/>
          </p:cNvSpPr>
          <p:nvPr>
            <p:ph type="sldImg"/>
          </p:nvPr>
        </p:nvSpPr>
        <p:spPr/>
        <p:txBody>
          <a:bodyPr/>
          <a:p>
            <a:pPr/>
            <a:endParaRPr/>
          </a:p>
        </p:txBody>
      </p:sp>
      <p:sp>
        <p:nvSpPr>
          <p:cNvPr id="249" name="Rectangle 3"/>
          <p:cNvSpPr>
            <a:spLocks noGrp="true" noChangeArrowheads="true"/>
          </p:cNvSpPr>
          <p:nvPr>
            <p:ph type="body" idx="1"/>
          </p:nvPr>
        </p:nvSpPr>
        <p:spPr>
          <a:noFill/>
          <a:extLst>
            <a:ext uri="{909E8E84-426E-40DD-AFC4-6F175D3DCCD1}"/>
            <a:ext uri="{91240B29-F687-4F45-9708-019B960494DF}"/>
          </a:extLst>
        </p:spPr>
        <p:txBody>
          <a:bodyPr/>
          <a:lstStyle/>
          <a:p>
            <a:pPr eaLnBrk="true" hangingPunct="true"/>
            <a:endParaRPr lang="zh-CN" altLang="en-US">
              <a:latin typeface="Times New Roman" panose="02020603050405020304" pitchFamily="18" charset="0"/>
              <a:ea typeface="宋体" pitchFamily="2" charset="-122"/>
            </a:endParaRPr>
          </a:p>
        </p:txBody>
      </p:sp>
    </p:spTree>
  </p:cSld>
</p:notes>
</file>

<file path=ppt/notesSlides/notesSlide64.xml><?xml version="1.0" encoding="utf-8"?>
<p:notes xmlns:a="http://schemas.openxmlformats.org/drawingml/2006/main" xmlns:p="http://schemas.openxmlformats.org/presentationml/2006/main">
  <p:cSld>
    <p:spTree>
      <p:nvGrpSpPr>
        <p:cNvPr id="250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1" name="Rectangle 7"/>
          <p:cNvSpPr>
            <a:spLocks noGrp="true" noChangeArrowheads="true"/>
          </p:cNvSpPr>
          <p:nvPr>
            <p:ph type="sldNum" sz="quarter" idx="5"/>
          </p:nvPr>
        </p:nvSpPr>
        <p:spPr>
          <a:noFill/>
          <a:extLst>
            <a:ext uri="{909E8E84-426E-40DD-AFC4-6F175D3DCCD1}"/>
            <a:ext uri="{91240B29-F687-4F45-9708-019B960494DF}"/>
          </a:extLst>
        </p:spPr>
        <p:txBody>
          <a:bodyPr/>
          <a:lstStyle>
            <a:lvl1pPr>
              <a:defRPr sz="2000" b="true">
                <a:solidFill>
                  <a:schemeClr val="tx1"/>
                </a:solidFill>
                <a:latin typeface="Comic Sans MS" panose="030F0702030302020204" charset="0"/>
                <a:ea typeface="宋体" pitchFamily="2" charset="-122"/>
              </a:defRPr>
            </a:lvl1pPr>
            <a:lvl2pPr marL="742950" indent="-285750">
              <a:defRPr sz="2000" b="true">
                <a:solidFill>
                  <a:schemeClr val="tx1"/>
                </a:solidFill>
                <a:latin typeface="Comic Sans MS" panose="030F0702030302020204" charset="0"/>
                <a:ea typeface="宋体" pitchFamily="2" charset="-122"/>
              </a:defRPr>
            </a:lvl2pPr>
            <a:lvl3pPr marL="1143000" indent="-228600">
              <a:defRPr sz="2000" b="true">
                <a:solidFill>
                  <a:schemeClr val="tx1"/>
                </a:solidFill>
                <a:latin typeface="Comic Sans MS" panose="030F0702030302020204" charset="0"/>
                <a:ea typeface="宋体" pitchFamily="2" charset="-122"/>
              </a:defRPr>
            </a:lvl3pPr>
            <a:lvl4pPr marL="1600200" indent="-228600">
              <a:defRPr sz="2000" b="true">
                <a:solidFill>
                  <a:schemeClr val="tx1"/>
                </a:solidFill>
                <a:latin typeface="Comic Sans MS" panose="030F0702030302020204" charset="0"/>
                <a:ea typeface="宋体" pitchFamily="2" charset="-122"/>
              </a:defRPr>
            </a:lvl4pPr>
            <a:lvl5pPr marL="2057400" indent="-228600">
              <a:defRPr sz="2000" b="true">
                <a:solidFill>
                  <a:schemeClr val="tx1"/>
                </a:solidFill>
                <a:latin typeface="Comic Sans MS" panose="030F0702030302020204" charset="0"/>
                <a:ea typeface="宋体" pitchFamily="2" charset="-122"/>
              </a:defRPr>
            </a:lvl5pPr>
            <a:lvl6pPr marL="2514600" indent="-228600" eaLnBrk="false" fontAlgn="base" hangingPunct="false">
              <a:spcBef>
                <a:spcPct val="1"/>
              </a:spcBef>
              <a:spcAft>
                <a:spcPct val="1"/>
              </a:spcAft>
              <a:defRPr sz="2000" b="true">
                <a:solidFill>
                  <a:schemeClr val="tx1"/>
                </a:solidFill>
                <a:latin typeface="Comic Sans MS" panose="030F0702030302020204" charset="0"/>
                <a:ea typeface="宋体" pitchFamily="2" charset="-122"/>
              </a:defRPr>
            </a:lvl6pPr>
            <a:lvl7pPr marL="2971800" indent="-228600" eaLnBrk="false" fontAlgn="base" hangingPunct="false">
              <a:spcBef>
                <a:spcPct val="1"/>
              </a:spcBef>
              <a:spcAft>
                <a:spcPct val="1"/>
              </a:spcAft>
              <a:defRPr sz="2000" b="true">
                <a:solidFill>
                  <a:schemeClr val="tx1"/>
                </a:solidFill>
                <a:latin typeface="Comic Sans MS" panose="030F0702030302020204" charset="0"/>
                <a:ea typeface="宋体" pitchFamily="2" charset="-122"/>
              </a:defRPr>
            </a:lvl7pPr>
            <a:lvl8pPr marL="3429000" indent="-228600" eaLnBrk="false" fontAlgn="base" hangingPunct="false">
              <a:spcBef>
                <a:spcPct val="1"/>
              </a:spcBef>
              <a:spcAft>
                <a:spcPct val="1"/>
              </a:spcAft>
              <a:defRPr sz="2000" b="true">
                <a:solidFill>
                  <a:schemeClr val="tx1"/>
                </a:solidFill>
                <a:latin typeface="Comic Sans MS" panose="030F0702030302020204" charset="0"/>
                <a:ea typeface="宋体" pitchFamily="2" charset="-122"/>
              </a:defRPr>
            </a:lvl8pPr>
            <a:lvl9pPr marL="3886200" indent="-228600" eaLnBrk="false" fontAlgn="base" hangingPunct="false">
              <a:spcBef>
                <a:spcPct val="1"/>
              </a:spcBef>
              <a:spcAft>
                <a:spcPct val="1"/>
              </a:spcAft>
              <a:defRPr sz="2000" b="true">
                <a:solidFill>
                  <a:schemeClr val="tx1"/>
                </a:solidFill>
                <a:latin typeface="Comic Sans MS" panose="030F0702030302020204" charset="0"/>
                <a:ea typeface="宋体" pitchFamily="2" charset="-122"/>
              </a:defRPr>
            </a:lvl9pPr>
          </a:lstStyle>
          <a:p>
            <a:pPr/>
            <a:fld id="{89ED5C06-A923-4A4A-B893-8CA378849AA1}" type="slidenum">
              <a:rPr lang="zh-CN" altLang="en-US" sz="1200" b="false">
                <a:latin typeface="Times New Roman" panose="02020603050405020304" pitchFamily="18" charset="0"/>
              </a:rPr>
              <a:t>76</a:t>
            </a:fld>
            <a:endParaRPr lang="en-US" altLang="zh-CN" sz="1200" b="false">
              <a:latin typeface="Times New Roman" panose="02020603050405020304" pitchFamily="18" charset="0"/>
            </a:endParaRPr>
          </a:p>
        </p:txBody>
      </p:sp>
      <p:sp>
        <p:nvSpPr>
          <p:cNvPr id="252" name="Rectangle 2"/>
          <p:cNvSpPr>
            <a:spLocks noGrp="true" noRot="true" noChangeAspect="true" noChangeArrowheads="true" noTextEdit="true"/>
          </p:cNvSpPr>
          <p:nvPr>
            <p:ph type="sldImg"/>
          </p:nvPr>
        </p:nvSpPr>
        <p:spPr/>
        <p:txBody>
          <a:bodyPr/>
          <a:p>
            <a:pPr/>
            <a:endParaRPr/>
          </a:p>
        </p:txBody>
      </p:sp>
      <p:sp>
        <p:nvSpPr>
          <p:cNvPr id="253" name="Rectangle 3"/>
          <p:cNvSpPr>
            <a:spLocks noGrp="true" noChangeArrowheads="true"/>
          </p:cNvSpPr>
          <p:nvPr>
            <p:ph type="body" idx="1"/>
          </p:nvPr>
        </p:nvSpPr>
        <p:spPr>
          <a:noFill/>
          <a:extLst>
            <a:ext uri="{909E8E84-426E-40DD-AFC4-6F175D3DCCD1}"/>
            <a:ext uri="{91240B29-F687-4F45-9708-019B960494DF}"/>
          </a:extLst>
        </p:spPr>
        <p:txBody>
          <a:bodyPr/>
          <a:lstStyle/>
          <a:p>
            <a:pPr eaLnBrk="true" hangingPunct="true"/>
            <a:endParaRPr lang="zh-CN" altLang="en-US">
              <a:latin typeface="Times New Roman" panose="02020603050405020304" pitchFamily="18" charset="0"/>
              <a:ea typeface="宋体" pitchFamily="2" charset="-122"/>
            </a:endParaRPr>
          </a:p>
        </p:txBody>
      </p:sp>
    </p:spTree>
  </p:cSld>
</p:notes>
</file>

<file path=ppt/notesSlides/notesSlide65.xml><?xml version="1.0" encoding="utf-8"?>
<p:notes xmlns:a="http://schemas.openxmlformats.org/drawingml/2006/main" xmlns:p="http://schemas.openxmlformats.org/presentationml/2006/main">
  <p:cSld>
    <p:spTree>
      <p:nvGrpSpPr>
        <p:cNvPr id="254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5" name="Rectangle 7"/>
          <p:cNvSpPr>
            <a:spLocks noGrp="true" noChangeArrowheads="true"/>
          </p:cNvSpPr>
          <p:nvPr>
            <p:ph type="sldNum" sz="quarter" idx="5"/>
          </p:nvPr>
        </p:nvSpPr>
        <p:spPr>
          <a:noFill/>
          <a:extLst>
            <a:ext uri="{909E8E84-426E-40DD-AFC4-6F175D3DCCD1}"/>
            <a:ext uri="{91240B29-F687-4F45-9708-019B960494DF}"/>
          </a:extLst>
        </p:spPr>
        <p:txBody>
          <a:bodyPr/>
          <a:lstStyle>
            <a:lvl1pPr>
              <a:defRPr sz="2000" b="true">
                <a:solidFill>
                  <a:schemeClr val="tx1"/>
                </a:solidFill>
                <a:latin typeface="Comic Sans MS" panose="030F0702030302020204" charset="0"/>
                <a:ea typeface="宋体" pitchFamily="2" charset="-122"/>
              </a:defRPr>
            </a:lvl1pPr>
            <a:lvl2pPr marL="742950" indent="-285750">
              <a:defRPr sz="2000" b="true">
                <a:solidFill>
                  <a:schemeClr val="tx1"/>
                </a:solidFill>
                <a:latin typeface="Comic Sans MS" panose="030F0702030302020204" charset="0"/>
                <a:ea typeface="宋体" pitchFamily="2" charset="-122"/>
              </a:defRPr>
            </a:lvl2pPr>
            <a:lvl3pPr marL="1143000" indent="-228600">
              <a:defRPr sz="2000" b="true">
                <a:solidFill>
                  <a:schemeClr val="tx1"/>
                </a:solidFill>
                <a:latin typeface="Comic Sans MS" panose="030F0702030302020204" charset="0"/>
                <a:ea typeface="宋体" pitchFamily="2" charset="-122"/>
              </a:defRPr>
            </a:lvl3pPr>
            <a:lvl4pPr marL="1600200" indent="-228600">
              <a:defRPr sz="2000" b="true">
                <a:solidFill>
                  <a:schemeClr val="tx1"/>
                </a:solidFill>
                <a:latin typeface="Comic Sans MS" panose="030F0702030302020204" charset="0"/>
                <a:ea typeface="宋体" pitchFamily="2" charset="-122"/>
              </a:defRPr>
            </a:lvl4pPr>
            <a:lvl5pPr marL="2057400" indent="-228600">
              <a:defRPr sz="2000" b="true">
                <a:solidFill>
                  <a:schemeClr val="tx1"/>
                </a:solidFill>
                <a:latin typeface="Comic Sans MS" panose="030F0702030302020204" charset="0"/>
                <a:ea typeface="宋体" pitchFamily="2" charset="-122"/>
              </a:defRPr>
            </a:lvl5pPr>
            <a:lvl6pPr marL="2514600" indent="-228600" eaLnBrk="false" fontAlgn="base" hangingPunct="false">
              <a:spcBef>
                <a:spcPct val="1"/>
              </a:spcBef>
              <a:spcAft>
                <a:spcPct val="1"/>
              </a:spcAft>
              <a:defRPr sz="2000" b="true">
                <a:solidFill>
                  <a:schemeClr val="tx1"/>
                </a:solidFill>
                <a:latin typeface="Comic Sans MS" panose="030F0702030302020204" charset="0"/>
                <a:ea typeface="宋体" pitchFamily="2" charset="-122"/>
              </a:defRPr>
            </a:lvl6pPr>
            <a:lvl7pPr marL="2971800" indent="-228600" eaLnBrk="false" fontAlgn="base" hangingPunct="false">
              <a:spcBef>
                <a:spcPct val="1"/>
              </a:spcBef>
              <a:spcAft>
                <a:spcPct val="1"/>
              </a:spcAft>
              <a:defRPr sz="2000" b="true">
                <a:solidFill>
                  <a:schemeClr val="tx1"/>
                </a:solidFill>
                <a:latin typeface="Comic Sans MS" panose="030F0702030302020204" charset="0"/>
                <a:ea typeface="宋体" pitchFamily="2" charset="-122"/>
              </a:defRPr>
            </a:lvl7pPr>
            <a:lvl8pPr marL="3429000" indent="-228600" eaLnBrk="false" fontAlgn="base" hangingPunct="false">
              <a:spcBef>
                <a:spcPct val="1"/>
              </a:spcBef>
              <a:spcAft>
                <a:spcPct val="1"/>
              </a:spcAft>
              <a:defRPr sz="2000" b="true">
                <a:solidFill>
                  <a:schemeClr val="tx1"/>
                </a:solidFill>
                <a:latin typeface="Comic Sans MS" panose="030F0702030302020204" charset="0"/>
                <a:ea typeface="宋体" pitchFamily="2" charset="-122"/>
              </a:defRPr>
            </a:lvl8pPr>
            <a:lvl9pPr marL="3886200" indent="-228600" eaLnBrk="false" fontAlgn="base" hangingPunct="false">
              <a:spcBef>
                <a:spcPct val="1"/>
              </a:spcBef>
              <a:spcAft>
                <a:spcPct val="1"/>
              </a:spcAft>
              <a:defRPr sz="2000" b="true">
                <a:solidFill>
                  <a:schemeClr val="tx1"/>
                </a:solidFill>
                <a:latin typeface="Comic Sans MS" panose="030F0702030302020204" charset="0"/>
                <a:ea typeface="宋体" pitchFamily="2" charset="-122"/>
              </a:defRPr>
            </a:lvl9pPr>
          </a:lstStyle>
          <a:p>
            <a:pPr/>
            <a:fld id="{6EAAE83F-9B87-9C4F-B1F2-CAB3D3254586}" type="slidenum">
              <a:rPr lang="zh-CN" altLang="en-US" sz="1200" b="false">
                <a:latin typeface="Times New Roman" panose="02020603050405020304" pitchFamily="18" charset="0"/>
              </a:rPr>
              <a:t>77</a:t>
            </a:fld>
            <a:endParaRPr lang="en-US" altLang="zh-CN" sz="1200" b="false">
              <a:latin typeface="Times New Roman" panose="02020603050405020304" pitchFamily="18" charset="0"/>
            </a:endParaRPr>
          </a:p>
        </p:txBody>
      </p:sp>
      <p:sp>
        <p:nvSpPr>
          <p:cNvPr id="256" name="Rectangle 2"/>
          <p:cNvSpPr>
            <a:spLocks noGrp="true" noRot="true" noChangeAspect="true" noChangeArrowheads="true" noTextEdit="true"/>
          </p:cNvSpPr>
          <p:nvPr>
            <p:ph type="sldImg"/>
          </p:nvPr>
        </p:nvSpPr>
        <p:spPr/>
        <p:txBody>
          <a:bodyPr/>
          <a:p>
            <a:pPr/>
            <a:endParaRPr/>
          </a:p>
        </p:txBody>
      </p:sp>
      <p:sp>
        <p:nvSpPr>
          <p:cNvPr id="257" name="Rectangle 3"/>
          <p:cNvSpPr>
            <a:spLocks noGrp="true" noChangeArrowheads="true"/>
          </p:cNvSpPr>
          <p:nvPr>
            <p:ph type="body" idx="1"/>
          </p:nvPr>
        </p:nvSpPr>
        <p:spPr>
          <a:noFill/>
          <a:extLst>
            <a:ext uri="{909E8E84-426E-40DD-AFC4-6F175D3DCCD1}"/>
            <a:ext uri="{91240B29-F687-4F45-9708-019B960494DF}"/>
          </a:extLst>
        </p:spPr>
        <p:txBody>
          <a:bodyPr/>
          <a:lstStyle/>
          <a:p>
            <a:pPr eaLnBrk="true" hangingPunct="true"/>
            <a:endParaRPr lang="zh-CN" altLang="en-US">
              <a:latin typeface="Times New Roman" panose="02020603050405020304" pitchFamily="18" charset="0"/>
              <a:ea typeface="宋体" pitchFamily="2" charset="-122"/>
            </a:endParaRPr>
          </a:p>
        </p:txBody>
      </p:sp>
    </p:spTree>
  </p:cSld>
</p:notes>
</file>

<file path=ppt/slideLayouts/_rels/slideLayout1.xml.rels><?xml version="1.0" encoding="UTF-8" standalone="yes"?><Relationships xmlns="http://schemas.openxmlformats.org/package/2006/relationships"><Relationship Id="rId0" Type="http://schemas.openxmlformats.org/officeDocument/2006/relationships/slideMaster" Target="../slideMasters/slideMaster1.xml" /></Relationships>
</file>

<file path=ppt/slideLayouts/_rels/slideLayout2.xml.rels><?xml version="1.0" encoding="UTF-8" standalone="yes"?><Relationships xmlns="http://schemas.openxmlformats.org/package/2006/relationships"><Relationship Id="rId0" Type="http://schemas.openxmlformats.org/officeDocument/2006/relationships/slideMaster" Target="../slideMasters/slideMaster1.xml" /></Relationships>
</file>

<file path=ppt/slideLayouts/_rels/slideLayout3.xml.rels><?xml version="1.0" encoding="UTF-8" standalone="yes"?><Relationships xmlns="http://schemas.openxmlformats.org/package/2006/relationships"><Relationship Id="rId0" Type="http://schemas.openxmlformats.org/officeDocument/2006/relationships/slideMaster" Target="../slideMasters/slideMaster1.xml" /></Relationships>
</file>

<file path=ppt/slideLayouts/_rels/slideLayout4.xml.rels><?xml version="1.0" encoding="UTF-8" standalone="yes"?><Relationships xmlns="http://schemas.openxmlformats.org/package/2006/relationships"><Relationship Id="rId0" Type="http://schemas.openxmlformats.org/officeDocument/2006/relationships/slideMaster" Target="../slideMasters/slideMaster1.xml" /></Relationships>
</file>

<file path=ppt/slideLayouts/_rels/slideLayout5.xml.rels><?xml version="1.0" encoding="UTF-8" standalone="yes"?><Relationships xmlns="http://schemas.openxmlformats.org/package/2006/relationships"><Relationship Id="rId0" Type="http://schemas.openxmlformats.org/officeDocument/2006/relationships/slideMaster" Target="../slideMasters/slideMaster1.xml" /></Relationships>
</file>

<file path=ppt/slideLayouts/_rels/slideLayout6.xml.rels><?xml version="1.0" encoding="UTF-8" standalone="yes"?><Relationships xmlns="http://schemas.openxmlformats.org/package/2006/relationships"><Relationship Id="rId0" Type="http://schemas.openxmlformats.org/officeDocument/2006/relationships/slideMaster" Target="../slideMasters/slideMaster1.xml" /></Relationships>
</file>

<file path=ppt/slideLayouts/_rels/slideLayout7.xml.rels><?xml version="1.0" encoding="UTF-8" standalone="yes"?><Relationships xmlns="http://schemas.openxmlformats.org/package/2006/relationships"><Relationship Id="rId0" Type="http://schemas.openxmlformats.org/officeDocument/2006/relationships/slideMaster" Target="../slideMasters/slideMaster1.xml" /></Relationships>
</file>

<file path=ppt/slideLayouts/_rels/slideLayout8.xml.rels><?xml version="1.0" encoding="UTF-8" standalone="yes"?><Relationships xmlns="http://schemas.openxmlformats.org/package/2006/relationships"><Relationship Id="rId0" Type="http://schemas.openxmlformats.org/officeDocument/2006/relationships/slideMaster" Target="../slideMasters/slideMaster1.xml" /></Relationships>
</file>

<file path=ppt/slideLayouts/_rels/slideLayout9.xml.rels><?xml version="1.0" encoding="UTF-8" standalone="yes"?><Relationships xmlns="http://schemas.openxmlformats.org/package/2006/relationships"><Relationship Id="rId0" Type="http://schemas.openxmlformats.org/officeDocument/2006/relationships/slideMaster" Target="../slideMasters/slideMaster1.xml" /></Relationships>
</file>

<file path=ppt/slideLayouts/_rels/slideLayout10.xml.rels><?xml version="1.0" encoding="UTF-8" standalone="yes"?><Relationships xmlns="http://schemas.openxmlformats.org/package/2006/relationships"><Relationship Id="rId0" Type="http://schemas.openxmlformats.org/officeDocument/2006/relationships/slideMaster" Target="../slideMasters/slideMaster1.xml" /></Relationships>
</file>

<file path=ppt/slideLayouts/_rels/slideLayout11.xml.rels><?xml version="1.0" encoding="UTF-8" standalone="yes"?><Relationships xmlns="http://schemas.openxmlformats.org/package/2006/relationships"><Relationship Id="rId0" Type="http://schemas.openxmlformats.org/officeDocument/2006/relationships/slideMaster" Target="../slideMasters/slideMaster1.xml" /></Relationships>
</file>

<file path=ppt/slideLayouts/_rels/slideLayout12.xml.rels><?xml version="1.0" encoding="UTF-8" standalone="yes"?><Relationships xmlns="http://schemas.openxmlformats.org/package/2006/relationships"><Relationship Id="rId0" Type="http://schemas.openxmlformats.org/officeDocument/2006/relationships/slideMaster" Target="../slideMasters/slideMaster1.xml" /></Relationships>
</file>

<file path=ppt/slideLayouts/_rels/slideLayout13.xml.rels><?xml version="1.0" encoding="UTF-8" standalone="yes"?><Relationships xmlns="http://schemas.openxmlformats.org/package/2006/relationships"><Relationship Id="rId0" Type="http://schemas.openxmlformats.org/officeDocument/2006/relationships/slideMaster" Target="../slideMasters/slideMaster1.xml" /></Relationships>
</file>

<file path=ppt/slideLayouts/slideLayout1.xml><?xml version="1.0" encoding="utf-8"?>
<p:sldLayout xmlns:a="http://schemas.openxmlformats.org/drawingml/2006/main" xmlns:p="http://schemas.openxmlformats.org/presentationml/2006/main" showMasterSp="false" type="title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026"/>
          <p:cNvSpPr>
            <a:spLocks noGrp="true" noChangeArrowheads="true"/>
          </p:cNvSpPr>
          <p:nvPr>
            <p:ph type="ctrTitle"/>
          </p:nvPr>
        </p:nvSpPr>
        <p:spPr>
          <a:xfrm>
            <a:off x="685800" y="2286000"/>
            <a:ext cx="7772400" cy="1143000"/>
          </a:xfrm>
        </p:spPr>
        <p:txBody>
          <a:bodyPr/>
          <a:lstStyle>
            <a:lvl1pPr algn="ctr">
              <a:defRPr/>
            </a:lvl1pPr>
          </a:lstStyle>
          <a:p>
            <a:pPr/>
            <a:r>
              <a:rPr lang="en-US" altLang="zh-CN"/>
              <a:t>Click to edit Master title style</a:t>
            </a:r>
            <a:endParaRPr/>
          </a:p>
        </p:txBody>
      </p:sp>
      <p:sp>
        <p:nvSpPr>
          <p:cNvPr id="3" name="Rectangle 1027"/>
          <p:cNvSpPr>
            <a:spLocks noGrp="true" noChangeArrowheads="true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FontTx/>
              <a:buNone/>
              <a:defRPr/>
            </a:lvl1pPr>
          </a:lstStyle>
          <a:p>
            <a:pPr/>
            <a:r>
              <a:rPr lang="en-US" altLang="zh-CN"/>
              <a:t>Click to edit Master subtitle style</a:t>
            </a:r>
            <a:endParaRPr/>
          </a:p>
        </p:txBody>
      </p:sp>
      <p:sp>
        <p:nvSpPr>
          <p:cNvPr id="4" name="Rectangle 1028"/>
          <p:cNvSpPr>
            <a:spLocks noGrp="true" noChangeArrowheads="true"/>
          </p:cNvSpPr>
          <p:nvPr>
            <p:ph type="dt" sz="half" idx="10"/>
          </p:nvPr>
        </p:nvSpPr>
        <p:spPr>
          <a:xfrm>
            <a:off x="533400" y="6248400"/>
            <a:ext cx="1905000" cy="457200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A5EB310-DF52-6E48-B7A2-93DC420E7589}" type="datetime1">
              <a:rPr lang="zh-CN" altLang="en-US"/>
              <a:t>2023/3/10</a:t>
            </a:fld>
            <a:endParaRPr lang="en-US" altLang="zh-CN"/>
          </a:p>
        </p:txBody>
      </p:sp>
      <p:sp>
        <p:nvSpPr>
          <p:cNvPr id="5" name="Rectangle 1029"/>
          <p:cNvSpPr>
            <a:spLocks noGrp="true" noChangeArrowheads="true"/>
          </p:cNvSpPr>
          <p:nvPr>
            <p:ph type="ftr" sz="quarter" idx="11"/>
          </p:nvPr>
        </p:nvSpPr>
        <p:spPr>
          <a:xfrm>
            <a:off x="2514600" y="6248400"/>
            <a:ext cx="4114800" cy="457200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zh-CN" altLang="en-US"/>
              <a:t>Compilers Autumn 2002</a:t>
            </a:r>
            <a:endParaRPr lang="en-US" altLang="zh-CN"/>
          </a:p>
        </p:txBody>
      </p:sp>
      <p:sp>
        <p:nvSpPr>
          <p:cNvPr id="6" name="Rectangle 1030"/>
          <p:cNvSpPr>
            <a:spLocks noGrp="true" noChangeArrowheads="true"/>
          </p:cNvSpPr>
          <p:nvPr>
            <p:ph type="sldNum" sz="quarter" idx="12"/>
          </p:nvPr>
        </p:nvSpPr>
        <p:spPr>
          <a:xfrm>
            <a:off x="6705600" y="6248400"/>
            <a:ext cx="1905000" cy="457200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25A97B9-A372-4C4A-ABBD-1E2F85F101F6}" type="slidenum">
              <a:rPr lang="zh-CN" altLang="en-US"/>
              <a:t>‹#›</a:t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p="http://schemas.openxmlformats.org/presentationml/2006/main" type="obj">
  <p:cSld name="标题和内容">
    <p:spTree>
      <p:nvGrpSpPr>
        <p:cNvPr id="7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标题 1"/>
          <p:cNvSpPr>
            <a:spLocks noGrp="true"/>
          </p:cNvSpPr>
          <p:nvPr>
            <p:ph type="title"/>
          </p:nvPr>
        </p:nvSpPr>
        <p:spPr/>
        <p:txBody>
          <a:bodyPr/>
          <a:lstStyle/>
          <a:p>
            <a:pPr/>
            <a:r>
              <a:rPr lang="zh-CN" altLang="en-US"/>
              <a:t>单击此处编辑母版标题样式</a:t>
            </a:r>
            <a:endParaRPr/>
          </a:p>
        </p:txBody>
      </p:sp>
      <p:sp>
        <p:nvSpPr>
          <p:cNvPr id="9" name="内容占位符 2"/>
          <p:cNvSpPr>
            <a:spLocks noGrp="true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/>
          </a:p>
          <a:p>
            <a:pPr lvl="1"/>
            <a:r>
              <a:rPr lang="zh-CN" altLang="en-US"/>
              <a:t>第二级</a:t>
            </a:r>
            <a:endParaRPr/>
          </a:p>
          <a:p>
            <a:pPr lvl="2"/>
            <a:r>
              <a:rPr lang="zh-CN" altLang="en-US"/>
              <a:t>第三级</a:t>
            </a:r>
            <a:endParaRPr/>
          </a:p>
          <a:p>
            <a:pPr lvl="3"/>
            <a:r>
              <a:rPr lang="zh-CN" altLang="en-US"/>
              <a:t>第四级</a:t>
            </a:r>
            <a:endParaRPr/>
          </a:p>
          <a:p>
            <a:pPr lvl="4"/>
            <a:r>
              <a:rPr lang="zh-CN" altLang="en-US"/>
              <a:t>第五级</a:t>
            </a:r>
            <a:endParaRPr/>
          </a:p>
        </p:txBody>
      </p:sp>
      <p:sp>
        <p:nvSpPr>
          <p:cNvPr id="10" name="Rectangle 4"/>
          <p:cNvSpPr>
            <a:spLocks noGrp="true" noChangeArrowheads="true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D168A10-C587-3A44-B258-38CF5FA1EADE}" type="datetime1">
              <a:rPr lang="zh-CN" altLang="en-US"/>
              <a:t>2023/3/10</a:t>
            </a:fld>
            <a:endParaRPr lang="en-US" altLang="zh-CN"/>
          </a:p>
        </p:txBody>
      </p:sp>
      <p:sp>
        <p:nvSpPr>
          <p:cNvPr id="11" name="Rectangle 5"/>
          <p:cNvSpPr>
            <a:spLocks noGrp="true" noChangeArrowheads="true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zh-CN" altLang="en-US"/>
              <a:t>Compilers Autumn 2002</a:t>
            </a:r>
            <a:endParaRPr lang="en-US" altLang="zh-CN"/>
          </a:p>
        </p:txBody>
      </p:sp>
      <p:sp>
        <p:nvSpPr>
          <p:cNvPr id="12" name="Rectangle 6"/>
          <p:cNvSpPr>
            <a:spLocks noGrp="true" noChangeArrowheads="true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760C1E7-882C-B144-B98E-7DCF290C58DE}" type="slidenum">
              <a:rPr lang="zh-CN" altLang="en-US"/>
              <a:t>‹#›</a:t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p="http://schemas.openxmlformats.org/presentationml/2006/main" type="secHead">
  <p:cSld name="节标题">
    <p:spTree>
      <p:nvGrpSpPr>
        <p:cNvPr id="3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标题 1"/>
          <p:cNvSpPr>
            <a:spLocks noGrp="true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true" cap="all"/>
            </a:lvl1pPr>
          </a:lstStyle>
          <a:p>
            <a:pPr/>
            <a:r>
              <a:rPr lang="zh-CN" altLang="en-US"/>
              <a:t>单击此处编辑母版标题样式</a:t>
            </a:r>
            <a:endParaRPr/>
          </a:p>
        </p:txBody>
      </p:sp>
      <p:sp>
        <p:nvSpPr>
          <p:cNvPr id="34" name="文本占位符 2"/>
          <p:cNvSpPr>
            <a:spLocks noGrp="true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zh-CN" altLang="en-US"/>
              <a:t>单击此处编辑母版文本样式</a:t>
            </a:r>
            <a:endParaRPr/>
          </a:p>
        </p:txBody>
      </p:sp>
      <p:sp>
        <p:nvSpPr>
          <p:cNvPr id="35" name="Rectangle 4"/>
          <p:cNvSpPr>
            <a:spLocks noGrp="true" noChangeArrowheads="true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BF4E030-88D6-104A-A7E6-AF7F4CFB0B8D}" type="datetime1">
              <a:rPr lang="zh-CN" altLang="en-US"/>
              <a:t>2023/3/10</a:t>
            </a:fld>
            <a:endParaRPr lang="en-US" altLang="zh-CN"/>
          </a:p>
        </p:txBody>
      </p:sp>
      <p:sp>
        <p:nvSpPr>
          <p:cNvPr id="36" name="Rectangle 5"/>
          <p:cNvSpPr>
            <a:spLocks noGrp="true" noChangeArrowheads="true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zh-CN" altLang="en-US"/>
              <a:t>Compilers Autumn 2002</a:t>
            </a:r>
            <a:endParaRPr lang="en-US" altLang="zh-CN"/>
          </a:p>
        </p:txBody>
      </p:sp>
      <p:sp>
        <p:nvSpPr>
          <p:cNvPr id="37" name="Rectangle 6"/>
          <p:cNvSpPr>
            <a:spLocks noGrp="true" noChangeArrowheads="true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CA030606-A09A-4F40-BA99-F611681A340E}" type="slidenum">
              <a:rPr lang="zh-CN" altLang="en-US"/>
              <a:t>‹#›</a:t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p="http://schemas.openxmlformats.org/presentationml/2006/main" type="twoObj">
  <p:cSld name="两栏内容">
    <p:spTree>
      <p:nvGrpSpPr>
        <p:cNvPr id="38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标题 1"/>
          <p:cNvSpPr>
            <a:spLocks noGrp="true"/>
          </p:cNvSpPr>
          <p:nvPr>
            <p:ph type="title"/>
          </p:nvPr>
        </p:nvSpPr>
        <p:spPr/>
        <p:txBody>
          <a:bodyPr/>
          <a:lstStyle/>
          <a:p>
            <a:pPr/>
            <a:r>
              <a:rPr lang="zh-CN" altLang="en-US"/>
              <a:t>单击此处编辑母版标题样式</a:t>
            </a:r>
            <a:endParaRPr/>
          </a:p>
        </p:txBody>
      </p:sp>
      <p:sp>
        <p:nvSpPr>
          <p:cNvPr id="40" name="内容占位符 2"/>
          <p:cNvSpPr>
            <a:spLocks noGrp="true"/>
          </p:cNvSpPr>
          <p:nvPr>
            <p:ph sz="half" idx="1"/>
          </p:nvPr>
        </p:nvSpPr>
        <p:spPr>
          <a:xfrm>
            <a:off x="457200" y="1600200"/>
            <a:ext cx="4076700" cy="44196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  <a:endParaRPr/>
          </a:p>
          <a:p>
            <a:pPr lvl="1"/>
            <a:r>
              <a:rPr lang="zh-CN" altLang="en-US"/>
              <a:t>第二级</a:t>
            </a:r>
            <a:endParaRPr/>
          </a:p>
          <a:p>
            <a:pPr lvl="2"/>
            <a:r>
              <a:rPr lang="zh-CN" altLang="en-US"/>
              <a:t>第三级</a:t>
            </a:r>
            <a:endParaRPr/>
          </a:p>
          <a:p>
            <a:pPr lvl="3"/>
            <a:r>
              <a:rPr lang="zh-CN" altLang="en-US"/>
              <a:t>第四级</a:t>
            </a:r>
            <a:endParaRPr/>
          </a:p>
          <a:p>
            <a:pPr lvl="4"/>
            <a:r>
              <a:rPr lang="zh-CN" altLang="en-US"/>
              <a:t>第五级</a:t>
            </a:r>
            <a:endParaRPr/>
          </a:p>
        </p:txBody>
      </p:sp>
      <p:sp>
        <p:nvSpPr>
          <p:cNvPr id="41" name="内容占位符 3"/>
          <p:cNvSpPr>
            <a:spLocks noGrp="true"/>
          </p:cNvSpPr>
          <p:nvPr>
            <p:ph sz="half" idx="2"/>
          </p:nvPr>
        </p:nvSpPr>
        <p:spPr>
          <a:xfrm>
            <a:off x="4686300" y="1600200"/>
            <a:ext cx="4076700" cy="44196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  <a:endParaRPr/>
          </a:p>
          <a:p>
            <a:pPr lvl="1"/>
            <a:r>
              <a:rPr lang="zh-CN" altLang="en-US"/>
              <a:t>第二级</a:t>
            </a:r>
            <a:endParaRPr/>
          </a:p>
          <a:p>
            <a:pPr lvl="2"/>
            <a:r>
              <a:rPr lang="zh-CN" altLang="en-US"/>
              <a:t>第三级</a:t>
            </a:r>
            <a:endParaRPr/>
          </a:p>
          <a:p>
            <a:pPr lvl="3"/>
            <a:r>
              <a:rPr lang="zh-CN" altLang="en-US"/>
              <a:t>第四级</a:t>
            </a:r>
            <a:endParaRPr/>
          </a:p>
          <a:p>
            <a:pPr lvl="4"/>
            <a:r>
              <a:rPr lang="zh-CN" altLang="en-US"/>
              <a:t>第五级</a:t>
            </a:r>
            <a:endParaRPr/>
          </a:p>
        </p:txBody>
      </p:sp>
      <p:sp>
        <p:nvSpPr>
          <p:cNvPr id="42" name="Rectangle 4"/>
          <p:cNvSpPr>
            <a:spLocks noGrp="true" noChangeArrowheads="true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EBFD916-0CB6-BC49-94CC-7732D5C93FEC}" type="datetime1">
              <a:rPr lang="zh-CN" altLang="en-US"/>
              <a:t>2023/3/10</a:t>
            </a:fld>
            <a:endParaRPr lang="en-US" altLang="zh-CN"/>
          </a:p>
        </p:txBody>
      </p:sp>
      <p:sp>
        <p:nvSpPr>
          <p:cNvPr id="43" name="Rectangle 5"/>
          <p:cNvSpPr>
            <a:spLocks noGrp="true" noChangeArrowheads="true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zh-CN" altLang="en-US"/>
              <a:t>Compilers Autumn 2002</a:t>
            </a:r>
            <a:endParaRPr lang="en-US" altLang="zh-CN"/>
          </a:p>
        </p:txBody>
      </p:sp>
      <p:sp>
        <p:nvSpPr>
          <p:cNvPr id="44" name="Rectangle 6"/>
          <p:cNvSpPr>
            <a:spLocks noGrp="true" noChangeArrowheads="true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C2FBA18A-6C6D-394B-B077-9FEC2FE6CD7E}" type="slidenum">
              <a:rPr lang="zh-CN" altLang="en-US"/>
              <a:t>‹#›</a:t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p="http://schemas.openxmlformats.org/presentationml/2006/main" type="twoTxTwoObj">
  <p:cSld name="比较">
    <p:spTree>
      <p:nvGrpSpPr>
        <p:cNvPr id="45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标题 1"/>
          <p:cNvSpPr>
            <a:spLocks noGrp="true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pPr/>
            <a:r>
              <a:rPr lang="zh-CN" altLang="en-US"/>
              <a:t>单击此处编辑母版标题样式</a:t>
            </a:r>
            <a:endParaRPr/>
          </a:p>
        </p:txBody>
      </p:sp>
      <p:sp>
        <p:nvSpPr>
          <p:cNvPr id="47" name="文本占位符 2"/>
          <p:cNvSpPr>
            <a:spLocks noGrp="true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true"/>
            </a:lvl1pPr>
            <a:lvl2pPr marL="457200" indent="0">
              <a:buNone/>
              <a:defRPr sz="2000" b="true"/>
            </a:lvl2pPr>
            <a:lvl3pPr marL="914400" indent="0">
              <a:buNone/>
              <a:defRPr sz="1800" b="true"/>
            </a:lvl3pPr>
            <a:lvl4pPr marL="1371600" indent="0">
              <a:buNone/>
              <a:defRPr sz="1600" b="true"/>
            </a:lvl4pPr>
            <a:lvl5pPr marL="1828800" indent="0">
              <a:buNone/>
              <a:defRPr sz="1600" b="true"/>
            </a:lvl5pPr>
            <a:lvl6pPr marL="2286000" indent="0">
              <a:buNone/>
              <a:defRPr sz="1600" b="true"/>
            </a:lvl6pPr>
            <a:lvl7pPr marL="2743200" indent="0">
              <a:buNone/>
              <a:defRPr sz="1600" b="true"/>
            </a:lvl7pPr>
            <a:lvl8pPr marL="3200400" indent="0">
              <a:buNone/>
              <a:defRPr sz="1600" b="true"/>
            </a:lvl8pPr>
            <a:lvl9pPr marL="3657600" indent="0">
              <a:buNone/>
              <a:defRPr sz="1600" b="true"/>
            </a:lvl9pPr>
          </a:lstStyle>
          <a:p>
            <a:pPr lvl="0"/>
            <a:r>
              <a:rPr lang="zh-CN" altLang="en-US"/>
              <a:t>单击此处编辑母版文本样式</a:t>
            </a:r>
            <a:endParaRPr/>
          </a:p>
        </p:txBody>
      </p:sp>
      <p:sp>
        <p:nvSpPr>
          <p:cNvPr id="48" name="内容占位符 3"/>
          <p:cNvSpPr>
            <a:spLocks noGrp="true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  <a:endParaRPr/>
          </a:p>
          <a:p>
            <a:pPr lvl="1"/>
            <a:r>
              <a:rPr lang="zh-CN" altLang="en-US"/>
              <a:t>第二级</a:t>
            </a:r>
            <a:endParaRPr/>
          </a:p>
          <a:p>
            <a:pPr lvl="2"/>
            <a:r>
              <a:rPr lang="zh-CN" altLang="en-US"/>
              <a:t>第三级</a:t>
            </a:r>
            <a:endParaRPr/>
          </a:p>
          <a:p>
            <a:pPr lvl="3"/>
            <a:r>
              <a:rPr lang="zh-CN" altLang="en-US"/>
              <a:t>第四级</a:t>
            </a:r>
            <a:endParaRPr/>
          </a:p>
          <a:p>
            <a:pPr lvl="4"/>
            <a:r>
              <a:rPr lang="zh-CN" altLang="en-US"/>
              <a:t>第五级</a:t>
            </a:r>
            <a:endParaRPr/>
          </a:p>
        </p:txBody>
      </p:sp>
      <p:sp>
        <p:nvSpPr>
          <p:cNvPr id="49" name="文本占位符 4"/>
          <p:cNvSpPr>
            <a:spLocks noGrp="true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true"/>
            </a:lvl1pPr>
            <a:lvl2pPr marL="457200" indent="0">
              <a:buNone/>
              <a:defRPr sz="2000" b="true"/>
            </a:lvl2pPr>
            <a:lvl3pPr marL="914400" indent="0">
              <a:buNone/>
              <a:defRPr sz="1800" b="true"/>
            </a:lvl3pPr>
            <a:lvl4pPr marL="1371600" indent="0">
              <a:buNone/>
              <a:defRPr sz="1600" b="true"/>
            </a:lvl4pPr>
            <a:lvl5pPr marL="1828800" indent="0">
              <a:buNone/>
              <a:defRPr sz="1600" b="true"/>
            </a:lvl5pPr>
            <a:lvl6pPr marL="2286000" indent="0">
              <a:buNone/>
              <a:defRPr sz="1600" b="true"/>
            </a:lvl6pPr>
            <a:lvl7pPr marL="2743200" indent="0">
              <a:buNone/>
              <a:defRPr sz="1600" b="true"/>
            </a:lvl7pPr>
            <a:lvl8pPr marL="3200400" indent="0">
              <a:buNone/>
              <a:defRPr sz="1600" b="true"/>
            </a:lvl8pPr>
            <a:lvl9pPr marL="3657600" indent="0">
              <a:buNone/>
              <a:defRPr sz="1600" b="true"/>
            </a:lvl9pPr>
          </a:lstStyle>
          <a:p>
            <a:pPr lvl="0"/>
            <a:r>
              <a:rPr lang="zh-CN" altLang="en-US"/>
              <a:t>单击此处编辑母版文本样式</a:t>
            </a:r>
            <a:endParaRPr/>
          </a:p>
        </p:txBody>
      </p:sp>
      <p:sp>
        <p:nvSpPr>
          <p:cNvPr id="50" name="内容占位符 5"/>
          <p:cNvSpPr>
            <a:spLocks noGrp="true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  <a:endParaRPr/>
          </a:p>
          <a:p>
            <a:pPr lvl="1"/>
            <a:r>
              <a:rPr lang="zh-CN" altLang="en-US"/>
              <a:t>第二级</a:t>
            </a:r>
            <a:endParaRPr/>
          </a:p>
          <a:p>
            <a:pPr lvl="2"/>
            <a:r>
              <a:rPr lang="zh-CN" altLang="en-US"/>
              <a:t>第三级</a:t>
            </a:r>
            <a:endParaRPr/>
          </a:p>
          <a:p>
            <a:pPr lvl="3"/>
            <a:r>
              <a:rPr lang="zh-CN" altLang="en-US"/>
              <a:t>第四级</a:t>
            </a:r>
            <a:endParaRPr/>
          </a:p>
          <a:p>
            <a:pPr lvl="4"/>
            <a:r>
              <a:rPr lang="zh-CN" altLang="en-US"/>
              <a:t>第五级</a:t>
            </a:r>
            <a:endParaRPr/>
          </a:p>
        </p:txBody>
      </p:sp>
      <p:sp>
        <p:nvSpPr>
          <p:cNvPr id="51" name="Rectangle 4"/>
          <p:cNvSpPr>
            <a:spLocks noGrp="true" noChangeArrowheads="true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81C8E09-0066-EB43-A8B1-DD9FCBA6DAC0}" type="datetime1">
              <a:rPr lang="zh-CN" altLang="en-US"/>
              <a:t>2023/3/10</a:t>
            </a:fld>
            <a:endParaRPr lang="en-US" altLang="zh-CN"/>
          </a:p>
        </p:txBody>
      </p:sp>
      <p:sp>
        <p:nvSpPr>
          <p:cNvPr id="52" name="Rectangle 5"/>
          <p:cNvSpPr>
            <a:spLocks noGrp="true" noChangeArrowheads="true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zh-CN" altLang="en-US"/>
              <a:t>Compilers Autumn 2002</a:t>
            </a:r>
            <a:endParaRPr lang="en-US" altLang="zh-CN"/>
          </a:p>
        </p:txBody>
      </p:sp>
      <p:sp>
        <p:nvSpPr>
          <p:cNvPr id="53" name="Rectangle 6"/>
          <p:cNvSpPr>
            <a:spLocks noGrp="true" noChangeArrowheads="true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315175E-466E-B04D-975A-ADF8345702E2}" type="slidenum">
              <a:rPr lang="zh-CN" altLang="en-US"/>
              <a:t>‹#›</a:t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p="http://schemas.openxmlformats.org/presentationml/2006/main" type="titleOnly">
  <p:cSld name="仅标题">
    <p:spTree>
      <p:nvGrpSpPr>
        <p:cNvPr id="54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标题 1"/>
          <p:cNvSpPr>
            <a:spLocks noGrp="true"/>
          </p:cNvSpPr>
          <p:nvPr>
            <p:ph type="title"/>
          </p:nvPr>
        </p:nvSpPr>
        <p:spPr/>
        <p:txBody>
          <a:bodyPr/>
          <a:lstStyle/>
          <a:p>
            <a:pPr/>
            <a:r>
              <a:rPr lang="zh-CN" altLang="en-US"/>
              <a:t>单击此处编辑母版标题样式</a:t>
            </a:r>
            <a:endParaRPr/>
          </a:p>
        </p:txBody>
      </p:sp>
      <p:sp>
        <p:nvSpPr>
          <p:cNvPr id="56" name="Rectangle 4"/>
          <p:cNvSpPr>
            <a:spLocks noGrp="true" noChangeArrowheads="true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0D0C38F-8FE5-B34F-80AF-46C8CC62BD32}" type="datetime1">
              <a:rPr lang="zh-CN" altLang="en-US"/>
              <a:t>2023/3/10</a:t>
            </a:fld>
            <a:endParaRPr lang="en-US" altLang="zh-CN"/>
          </a:p>
        </p:txBody>
      </p:sp>
      <p:sp>
        <p:nvSpPr>
          <p:cNvPr id="57" name="Rectangle 5"/>
          <p:cNvSpPr>
            <a:spLocks noGrp="true" noChangeArrowheads="true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zh-CN" altLang="en-US"/>
              <a:t>Compilers Autumn 2002</a:t>
            </a:r>
            <a:endParaRPr lang="en-US" altLang="zh-CN"/>
          </a:p>
        </p:txBody>
      </p:sp>
      <p:sp>
        <p:nvSpPr>
          <p:cNvPr id="58" name="Rectangle 6"/>
          <p:cNvSpPr>
            <a:spLocks noGrp="true" noChangeArrowheads="true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FB6922B-3090-984E-B7D3-AAD54B1941FA}" type="slidenum">
              <a:rPr lang="zh-CN" altLang="en-US"/>
              <a:t>‹#›</a:t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p="http://schemas.openxmlformats.org/presentationml/2006/main" type="blank">
  <p:cSld name="空白">
    <p:spTree>
      <p:nvGrpSpPr>
        <p:cNvPr id="59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Rectangle 4"/>
          <p:cNvSpPr>
            <a:spLocks noGrp="true" noChangeArrowheads="true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90A7541-6A0F-D648-9E83-902D3A40874F}" type="datetime1">
              <a:rPr lang="zh-CN" altLang="en-US"/>
              <a:t>2023/3/10</a:t>
            </a:fld>
            <a:endParaRPr lang="en-US" altLang="zh-CN"/>
          </a:p>
        </p:txBody>
      </p:sp>
      <p:sp>
        <p:nvSpPr>
          <p:cNvPr id="61" name="Rectangle 5"/>
          <p:cNvSpPr>
            <a:spLocks noGrp="true" noChangeArrowheads="true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zh-CN" altLang="en-US"/>
              <a:t>Compilers Autumn 2002</a:t>
            </a:r>
            <a:endParaRPr lang="en-US" altLang="zh-CN"/>
          </a:p>
        </p:txBody>
      </p:sp>
      <p:sp>
        <p:nvSpPr>
          <p:cNvPr id="62" name="Rectangle 6"/>
          <p:cNvSpPr>
            <a:spLocks noGrp="true" noChangeArrowheads="true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F6BCA53-204F-2C45-A4DB-6D4F9850BBC7}" type="slidenum">
              <a:rPr lang="zh-CN" altLang="en-US"/>
              <a:t>‹#›</a:t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p="http://schemas.openxmlformats.org/presentationml/2006/main" type="objTx">
  <p:cSld name="内容与标题">
    <p:spTree>
      <p:nvGrpSpPr>
        <p:cNvPr id="63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标题 1"/>
          <p:cNvSpPr>
            <a:spLocks noGrp="true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true"/>
            </a:lvl1pPr>
          </a:lstStyle>
          <a:p>
            <a:pPr/>
            <a:r>
              <a:rPr lang="zh-CN" altLang="en-US"/>
              <a:t>单击此处编辑母版标题样式</a:t>
            </a:r>
            <a:endParaRPr/>
          </a:p>
        </p:txBody>
      </p:sp>
      <p:sp>
        <p:nvSpPr>
          <p:cNvPr id="65" name="内容占位符 2"/>
          <p:cNvSpPr>
            <a:spLocks noGrp="true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  <a:endParaRPr/>
          </a:p>
          <a:p>
            <a:pPr lvl="1"/>
            <a:r>
              <a:rPr lang="zh-CN" altLang="en-US"/>
              <a:t>第二级</a:t>
            </a:r>
            <a:endParaRPr/>
          </a:p>
          <a:p>
            <a:pPr lvl="2"/>
            <a:r>
              <a:rPr lang="zh-CN" altLang="en-US"/>
              <a:t>第三级</a:t>
            </a:r>
            <a:endParaRPr/>
          </a:p>
          <a:p>
            <a:pPr lvl="3"/>
            <a:r>
              <a:rPr lang="zh-CN" altLang="en-US"/>
              <a:t>第四级</a:t>
            </a:r>
            <a:endParaRPr/>
          </a:p>
          <a:p>
            <a:pPr lvl="4"/>
            <a:r>
              <a:rPr lang="zh-CN" altLang="en-US"/>
              <a:t>第五级</a:t>
            </a:r>
            <a:endParaRPr/>
          </a:p>
        </p:txBody>
      </p:sp>
      <p:sp>
        <p:nvSpPr>
          <p:cNvPr id="66" name="文本占位符 3"/>
          <p:cNvSpPr>
            <a:spLocks noGrp="true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  <a:endParaRPr/>
          </a:p>
        </p:txBody>
      </p:sp>
      <p:sp>
        <p:nvSpPr>
          <p:cNvPr id="67" name="Rectangle 4"/>
          <p:cNvSpPr>
            <a:spLocks noGrp="true" noChangeArrowheads="true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02C9321-8E6A-3E45-B22B-1B3D69C9BEFF}" type="datetime1">
              <a:rPr lang="zh-CN" altLang="en-US"/>
              <a:t>2023/3/10</a:t>
            </a:fld>
            <a:endParaRPr lang="en-US" altLang="zh-CN"/>
          </a:p>
        </p:txBody>
      </p:sp>
      <p:sp>
        <p:nvSpPr>
          <p:cNvPr id="68" name="Rectangle 5"/>
          <p:cNvSpPr>
            <a:spLocks noGrp="true" noChangeArrowheads="true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zh-CN" altLang="en-US"/>
              <a:t>Compilers Autumn 2002</a:t>
            </a:r>
            <a:endParaRPr lang="en-US" altLang="zh-CN"/>
          </a:p>
        </p:txBody>
      </p:sp>
      <p:sp>
        <p:nvSpPr>
          <p:cNvPr id="69" name="Rectangle 6"/>
          <p:cNvSpPr>
            <a:spLocks noGrp="true" noChangeArrowheads="true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A2DBF33-E8AA-0B43-9F06-24555A85CC86}" type="slidenum">
              <a:rPr lang="zh-CN" altLang="en-US"/>
              <a:t>‹#›</a:t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p="http://schemas.openxmlformats.org/presentationml/2006/main" type="picTx">
  <p:cSld name="图片与标题">
    <p:spTree>
      <p:nvGrpSpPr>
        <p:cNvPr id="70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标题 1"/>
          <p:cNvSpPr>
            <a:spLocks noGrp="true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true"/>
            </a:lvl1pPr>
          </a:lstStyle>
          <a:p>
            <a:pPr/>
            <a:r>
              <a:rPr lang="zh-CN" altLang="en-US"/>
              <a:t>单击此处编辑母版标题样式</a:t>
            </a:r>
            <a:endParaRPr/>
          </a:p>
        </p:txBody>
      </p:sp>
      <p:sp>
        <p:nvSpPr>
          <p:cNvPr id="72" name="图片占位符 2"/>
          <p:cNvSpPr>
            <a:spLocks noGrp="true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zh-CN" altLang="en-US" noProof="false"/>
          </a:p>
        </p:txBody>
      </p:sp>
      <p:sp>
        <p:nvSpPr>
          <p:cNvPr id="73" name="文本占位符 3"/>
          <p:cNvSpPr>
            <a:spLocks noGrp="true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  <a:endParaRPr/>
          </a:p>
        </p:txBody>
      </p:sp>
      <p:sp>
        <p:nvSpPr>
          <p:cNvPr id="74" name="Rectangle 4"/>
          <p:cNvSpPr>
            <a:spLocks noGrp="true" noChangeArrowheads="true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DBD5025-3CF2-9548-96D5-5EC592155866}" type="datetime1">
              <a:rPr lang="zh-CN" altLang="en-US"/>
              <a:t>2023/3/10</a:t>
            </a:fld>
            <a:endParaRPr lang="en-US" altLang="zh-CN"/>
          </a:p>
        </p:txBody>
      </p:sp>
      <p:sp>
        <p:nvSpPr>
          <p:cNvPr id="75" name="Rectangle 5"/>
          <p:cNvSpPr>
            <a:spLocks noGrp="true" noChangeArrowheads="true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zh-CN" altLang="en-US"/>
              <a:t>Compilers Autumn 2002</a:t>
            </a:r>
            <a:endParaRPr lang="en-US" altLang="zh-CN"/>
          </a:p>
        </p:txBody>
      </p:sp>
      <p:sp>
        <p:nvSpPr>
          <p:cNvPr id="76" name="Rectangle 6"/>
          <p:cNvSpPr>
            <a:spLocks noGrp="true" noChangeArrowheads="true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6F5B27E-9688-7E4C-BA0D-75CE7F9EE0FF}" type="slidenum">
              <a:rPr lang="zh-CN" altLang="en-US"/>
              <a:t>‹#›</a:t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p="http://schemas.openxmlformats.org/presentationml/2006/main" type="vertTx">
  <p:cSld name="标题和竖排文字">
    <p:spTree>
      <p:nvGrpSpPr>
        <p:cNvPr id="77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标题 1"/>
          <p:cNvSpPr>
            <a:spLocks noGrp="true"/>
          </p:cNvSpPr>
          <p:nvPr>
            <p:ph type="title"/>
          </p:nvPr>
        </p:nvSpPr>
        <p:spPr/>
        <p:txBody>
          <a:bodyPr/>
          <a:lstStyle/>
          <a:p>
            <a:pPr/>
            <a:r>
              <a:rPr lang="zh-CN" altLang="en-US"/>
              <a:t>单击此处编辑母版标题样式</a:t>
            </a:r>
            <a:endParaRPr/>
          </a:p>
        </p:txBody>
      </p:sp>
      <p:sp>
        <p:nvSpPr>
          <p:cNvPr id="79" name="竖排文字占位符 2"/>
          <p:cNvSpPr>
            <a:spLocks noGrp="true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  <a:endParaRPr/>
          </a:p>
          <a:p>
            <a:pPr lvl="1"/>
            <a:r>
              <a:rPr lang="zh-CN" altLang="en-US"/>
              <a:t>第二级</a:t>
            </a:r>
            <a:endParaRPr/>
          </a:p>
          <a:p>
            <a:pPr lvl="2"/>
            <a:r>
              <a:rPr lang="zh-CN" altLang="en-US"/>
              <a:t>第三级</a:t>
            </a:r>
            <a:endParaRPr/>
          </a:p>
          <a:p>
            <a:pPr lvl="3"/>
            <a:r>
              <a:rPr lang="zh-CN" altLang="en-US"/>
              <a:t>第四级</a:t>
            </a:r>
            <a:endParaRPr/>
          </a:p>
          <a:p>
            <a:pPr lvl="4"/>
            <a:r>
              <a:rPr lang="zh-CN" altLang="en-US"/>
              <a:t>第五级</a:t>
            </a:r>
            <a:endParaRPr/>
          </a:p>
        </p:txBody>
      </p:sp>
      <p:sp>
        <p:nvSpPr>
          <p:cNvPr id="80" name="Rectangle 4"/>
          <p:cNvSpPr>
            <a:spLocks noGrp="true" noChangeArrowheads="true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84A368F-B944-004F-AFD3-86E8964F90A7}" type="datetime1">
              <a:rPr lang="zh-CN" altLang="en-US"/>
              <a:t>2023/3/10</a:t>
            </a:fld>
            <a:endParaRPr lang="en-US" altLang="zh-CN"/>
          </a:p>
        </p:txBody>
      </p:sp>
      <p:sp>
        <p:nvSpPr>
          <p:cNvPr id="81" name="Rectangle 5"/>
          <p:cNvSpPr>
            <a:spLocks noGrp="true" noChangeArrowheads="true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zh-CN" altLang="en-US"/>
              <a:t>Compilers Autumn 2002</a:t>
            </a:r>
            <a:endParaRPr lang="en-US" altLang="zh-CN"/>
          </a:p>
        </p:txBody>
      </p:sp>
      <p:sp>
        <p:nvSpPr>
          <p:cNvPr id="82" name="Rectangle 6"/>
          <p:cNvSpPr>
            <a:spLocks noGrp="true" noChangeArrowheads="true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1047847-F52E-0F48-A5B2-DB23F3F1203D}" type="slidenum">
              <a:rPr lang="zh-CN" altLang="en-US"/>
              <a:t>‹#›</a:t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p="http://schemas.openxmlformats.org/presentationml/2006/main" type="vertTitleAndTx">
  <p:cSld name="垂直排列标题与文本">
    <p:spTree>
      <p:nvGrpSpPr>
        <p:cNvPr id="13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竖排标题 1"/>
          <p:cNvSpPr>
            <a:spLocks noGrp="true"/>
          </p:cNvSpPr>
          <p:nvPr>
            <p:ph type="title" orient="vert"/>
          </p:nvPr>
        </p:nvSpPr>
        <p:spPr>
          <a:xfrm>
            <a:off x="6686550" y="457200"/>
            <a:ext cx="2076450" cy="5562600"/>
          </a:xfrm>
        </p:spPr>
        <p:txBody>
          <a:bodyPr vert="eaVert"/>
          <a:lstStyle/>
          <a:p>
            <a:pPr/>
            <a:r>
              <a:rPr lang="zh-CN" altLang="en-US"/>
              <a:t>单击此处编辑母版标题样式</a:t>
            </a:r>
            <a:endParaRPr/>
          </a:p>
        </p:txBody>
      </p:sp>
      <p:sp>
        <p:nvSpPr>
          <p:cNvPr id="15" name="竖排文字占位符 2"/>
          <p:cNvSpPr>
            <a:spLocks noGrp="true"/>
          </p:cNvSpPr>
          <p:nvPr>
            <p:ph type="body" orient="vert" idx="1"/>
          </p:nvPr>
        </p:nvSpPr>
        <p:spPr>
          <a:xfrm>
            <a:off x="457200" y="457200"/>
            <a:ext cx="6076950" cy="5562600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  <a:endParaRPr/>
          </a:p>
          <a:p>
            <a:pPr lvl="1"/>
            <a:r>
              <a:rPr lang="zh-CN" altLang="en-US"/>
              <a:t>第二级</a:t>
            </a:r>
            <a:endParaRPr/>
          </a:p>
          <a:p>
            <a:pPr lvl="2"/>
            <a:r>
              <a:rPr lang="zh-CN" altLang="en-US"/>
              <a:t>第三级</a:t>
            </a:r>
            <a:endParaRPr/>
          </a:p>
          <a:p>
            <a:pPr lvl="3"/>
            <a:r>
              <a:rPr lang="zh-CN" altLang="en-US"/>
              <a:t>第四级</a:t>
            </a:r>
            <a:endParaRPr/>
          </a:p>
          <a:p>
            <a:pPr lvl="4"/>
            <a:r>
              <a:rPr lang="zh-CN" altLang="en-US"/>
              <a:t>第五级</a:t>
            </a:r>
            <a:endParaRPr/>
          </a:p>
        </p:txBody>
      </p:sp>
      <p:sp>
        <p:nvSpPr>
          <p:cNvPr id="16" name="Rectangle 4"/>
          <p:cNvSpPr>
            <a:spLocks noGrp="true" noChangeArrowheads="true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A44B60C-EB0C-4C47-9F91-E46C4C671101}" type="datetime1">
              <a:rPr lang="zh-CN" altLang="en-US"/>
              <a:t>2023/3/10</a:t>
            </a:fld>
            <a:endParaRPr lang="en-US" altLang="zh-CN"/>
          </a:p>
        </p:txBody>
      </p:sp>
      <p:sp>
        <p:nvSpPr>
          <p:cNvPr id="17" name="Rectangle 5"/>
          <p:cNvSpPr>
            <a:spLocks noGrp="true" noChangeArrowheads="true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zh-CN" altLang="en-US"/>
              <a:t>Compilers Autumn 2002</a:t>
            </a:r>
            <a:endParaRPr lang="en-US" altLang="zh-CN"/>
          </a:p>
        </p:txBody>
      </p:sp>
      <p:sp>
        <p:nvSpPr>
          <p:cNvPr id="18" name="Rectangle 6"/>
          <p:cNvSpPr>
            <a:spLocks noGrp="true" noChangeArrowheads="true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74C89BF-C26E-B644-A83D-5FC84468DCDF}" type="slidenum">
              <a:rPr lang="zh-CN" altLang="en-US"/>
              <a:t>‹#›</a:t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p="http://schemas.openxmlformats.org/presentationml/2006/main" type="txAndObj">
  <p:cSld name="标题，文本与内容">
    <p:spTree>
      <p:nvGrpSpPr>
        <p:cNvPr id="19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标题 1"/>
          <p:cNvSpPr>
            <a:spLocks noGrp="true"/>
          </p:cNvSpPr>
          <p:nvPr>
            <p:ph type="title"/>
          </p:nvPr>
        </p:nvSpPr>
        <p:spPr>
          <a:xfrm>
            <a:off x="457200" y="457200"/>
            <a:ext cx="8077200" cy="914400"/>
          </a:xfrm>
        </p:spPr>
        <p:txBody>
          <a:bodyPr/>
          <a:lstStyle/>
          <a:p>
            <a:pPr/>
            <a:r>
              <a:rPr lang="zh-CN" altLang="en-US"/>
              <a:t>单击此处编辑母版标题样式</a:t>
            </a:r>
            <a:endParaRPr/>
          </a:p>
        </p:txBody>
      </p:sp>
      <p:sp>
        <p:nvSpPr>
          <p:cNvPr id="21" name="文本占位符 2"/>
          <p:cNvSpPr>
            <a:spLocks noGrp="true"/>
          </p:cNvSpPr>
          <p:nvPr>
            <p:ph type="body" sz="half" idx="1"/>
          </p:nvPr>
        </p:nvSpPr>
        <p:spPr>
          <a:xfrm>
            <a:off x="457200" y="1600200"/>
            <a:ext cx="4076700" cy="4419600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/>
          </a:p>
          <a:p>
            <a:pPr lvl="1"/>
            <a:r>
              <a:rPr lang="zh-CN" altLang="en-US"/>
              <a:t>第二级</a:t>
            </a:r>
            <a:endParaRPr/>
          </a:p>
          <a:p>
            <a:pPr lvl="2"/>
            <a:r>
              <a:rPr lang="zh-CN" altLang="en-US"/>
              <a:t>第三级</a:t>
            </a:r>
            <a:endParaRPr/>
          </a:p>
          <a:p>
            <a:pPr lvl="3"/>
            <a:r>
              <a:rPr lang="zh-CN" altLang="en-US"/>
              <a:t>第四级</a:t>
            </a:r>
            <a:endParaRPr/>
          </a:p>
          <a:p>
            <a:pPr lvl="4"/>
            <a:r>
              <a:rPr lang="zh-CN" altLang="en-US"/>
              <a:t>第五级</a:t>
            </a:r>
            <a:endParaRPr/>
          </a:p>
        </p:txBody>
      </p:sp>
      <p:sp>
        <p:nvSpPr>
          <p:cNvPr id="22" name="内容占位符 3"/>
          <p:cNvSpPr>
            <a:spLocks noGrp="true"/>
          </p:cNvSpPr>
          <p:nvPr>
            <p:ph sz="half" idx="2"/>
          </p:nvPr>
        </p:nvSpPr>
        <p:spPr>
          <a:xfrm>
            <a:off x="4686300" y="1600200"/>
            <a:ext cx="4076700" cy="4419600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/>
          </a:p>
          <a:p>
            <a:pPr lvl="1"/>
            <a:r>
              <a:rPr lang="zh-CN" altLang="en-US"/>
              <a:t>第二级</a:t>
            </a:r>
            <a:endParaRPr/>
          </a:p>
          <a:p>
            <a:pPr lvl="2"/>
            <a:r>
              <a:rPr lang="zh-CN" altLang="en-US"/>
              <a:t>第三级</a:t>
            </a:r>
            <a:endParaRPr/>
          </a:p>
          <a:p>
            <a:pPr lvl="3"/>
            <a:r>
              <a:rPr lang="zh-CN" altLang="en-US"/>
              <a:t>第四级</a:t>
            </a:r>
            <a:endParaRPr/>
          </a:p>
          <a:p>
            <a:pPr lvl="4"/>
            <a:r>
              <a:rPr lang="zh-CN" altLang="en-US"/>
              <a:t>第五级</a:t>
            </a:r>
            <a:endParaRPr/>
          </a:p>
        </p:txBody>
      </p:sp>
      <p:sp>
        <p:nvSpPr>
          <p:cNvPr id="23" name="Rectangle 4"/>
          <p:cNvSpPr>
            <a:spLocks noGrp="true" noChangeArrowheads="true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E04F98F-7B12-264C-9959-DA9CCDB702AD}" type="datetime1">
              <a:rPr lang="zh-CN" altLang="en-US"/>
              <a:t>2023/3/10</a:t>
            </a:fld>
            <a:endParaRPr lang="en-US" altLang="zh-CN"/>
          </a:p>
        </p:txBody>
      </p:sp>
      <p:sp>
        <p:nvSpPr>
          <p:cNvPr id="24" name="Rectangle 5"/>
          <p:cNvSpPr>
            <a:spLocks noGrp="true" noChangeArrowheads="true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zh-CN" altLang="en-US"/>
              <a:t>Compilers Autumn 2002</a:t>
            </a:r>
            <a:endParaRPr lang="en-US" altLang="zh-CN"/>
          </a:p>
        </p:txBody>
      </p:sp>
      <p:sp>
        <p:nvSpPr>
          <p:cNvPr id="25" name="Rectangle 6"/>
          <p:cNvSpPr>
            <a:spLocks noGrp="true" noChangeArrowheads="true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06B6ECD-188A-434B-817F-EDC3C4E02F29}" type="slidenum">
              <a:rPr lang="zh-CN" altLang="en-US"/>
              <a:t>‹#›</a:t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p="http://schemas.openxmlformats.org/presentationml/2006/main" type="tbl">
  <p:cSld name="标题和表格">
    <p:spTree>
      <p:nvGrpSpPr>
        <p:cNvPr id="26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标题 1"/>
          <p:cNvSpPr>
            <a:spLocks noGrp="true"/>
          </p:cNvSpPr>
          <p:nvPr>
            <p:ph type="title"/>
          </p:nvPr>
        </p:nvSpPr>
        <p:spPr>
          <a:xfrm>
            <a:off x="457200" y="457200"/>
            <a:ext cx="8077200" cy="914400"/>
          </a:xfrm>
        </p:spPr>
        <p:txBody>
          <a:bodyPr/>
          <a:lstStyle/>
          <a:p>
            <a:pPr/>
            <a:r>
              <a:rPr lang="zh-CN" altLang="en-US"/>
              <a:t>单击此处编辑母版标题样式</a:t>
            </a:r>
            <a:endParaRPr/>
          </a:p>
        </p:txBody>
      </p:sp>
      <p:sp>
        <p:nvSpPr>
          <p:cNvPr id="28" name="表格占位符 2"/>
          <p:cNvSpPr>
            <a:spLocks noGrp="true"/>
          </p:cNvSpPr>
          <p:nvPr>
            <p:ph type="tbl" idx="1"/>
          </p:nvPr>
        </p:nvSpPr>
        <p:spPr>
          <a:xfrm>
            <a:off x="457200" y="1600200"/>
            <a:ext cx="8305800" cy="4419600"/>
          </a:xfrm>
        </p:spPr>
        <p:txBody>
          <a:bodyPr/>
          <a:lstStyle/>
          <a:p>
            <a:pPr lvl="0"/>
            <a:endParaRPr lang="zh-CN" altLang="en-US" noProof="false"/>
          </a:p>
        </p:txBody>
      </p:sp>
      <p:sp>
        <p:nvSpPr>
          <p:cNvPr id="29" name="Rectangle 4"/>
          <p:cNvSpPr>
            <a:spLocks noGrp="true" noChangeArrowheads="true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B9475C0-4C08-F744-A3F1-DB21CBC359D2}" type="datetime1">
              <a:rPr lang="zh-CN" altLang="en-US"/>
              <a:t>2023/3/10</a:t>
            </a:fld>
            <a:endParaRPr lang="en-US" altLang="zh-CN"/>
          </a:p>
        </p:txBody>
      </p:sp>
      <p:sp>
        <p:nvSpPr>
          <p:cNvPr id="30" name="Rectangle 5"/>
          <p:cNvSpPr>
            <a:spLocks noGrp="true" noChangeArrowheads="true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zh-CN" altLang="en-US"/>
              <a:t>Compilers Autumn 2002</a:t>
            </a:r>
            <a:endParaRPr lang="en-US" altLang="zh-CN"/>
          </a:p>
        </p:txBody>
      </p:sp>
      <p:sp>
        <p:nvSpPr>
          <p:cNvPr id="31" name="Rectangle 6"/>
          <p:cNvSpPr>
            <a:spLocks noGrp="true" noChangeArrowheads="true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654C38F-12DF-E54A-A8AE-31D8BB20C1AF}" type="slidenum">
              <a:rPr lang="zh-CN" altLang="en-US"/>
              <a:t>‹#›</a:t>
            </a:fld>
            <a:endParaRPr lang="en-US" altLang="zh-CN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6" Type="http://schemas.openxmlformats.org/officeDocument/2006/relationships/slideLayout" Target="../slideLayouts/slideLayout7.xml" /><Relationship Id="rId4" Type="http://schemas.openxmlformats.org/officeDocument/2006/relationships/slideLayout" Target="../slideLayouts/slideLayout5.xml" /><Relationship Id="rId2" Type="http://schemas.openxmlformats.org/officeDocument/2006/relationships/slideLayout" Target="../slideLayouts/slideLayout3.xml" /><Relationship Id="rId8" Type="http://schemas.openxmlformats.org/officeDocument/2006/relationships/slideLayout" Target="../slideLayouts/slideLayout9.xml" /><Relationship Id="rId1" Type="http://schemas.openxmlformats.org/officeDocument/2006/relationships/slideLayout" Target="../slideLayouts/slideLayout2.xml" /><Relationship Id="rId0" Type="http://schemas.openxmlformats.org/officeDocument/2006/relationships/slideLayout" Target="../slideLayouts/slideLayout1.xml" /><Relationship Id="rId9" Type="http://schemas.openxmlformats.org/officeDocument/2006/relationships/slideLayout" Target="../slideLayouts/slideLayout10.xml" /><Relationship Id="rId7" Type="http://schemas.openxmlformats.org/officeDocument/2006/relationships/slideLayout" Target="../slideLayouts/slideLayout8.xml" /><Relationship Id="rId3" Type="http://schemas.openxmlformats.org/officeDocument/2006/relationships/slideLayout" Target="../slideLayouts/slideLayout4.xml" /><Relationship Id="rId10" Type="http://schemas.openxmlformats.org/officeDocument/2006/relationships/slideLayout" Target="../slideLayouts/slideLayout11.xml" /><Relationship Id="rId5" Type="http://schemas.openxmlformats.org/officeDocument/2006/relationships/slideLayout" Target="../slideLayouts/slideLayout6.xml" /><Relationship Id="rId11" Type="http://schemas.openxmlformats.org/officeDocument/2006/relationships/slideLayout" Target="../slideLayouts/slideLayout12.xml" /><Relationship Id="rId12" Type="http://schemas.openxmlformats.org/officeDocument/2006/relationships/slideLayout" Target="../slideLayouts/slideLayout13.xml" /><Relationship Id="rId13" Type="http://schemas.openxmlformats.org/officeDocument/2006/relationships/theme" Target="../theme/theme1.xml" />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>
            <a:spLocks noGrp="true" noChangeArrowheads="true"/>
          </p:cNvSpPr>
          <p:nvPr>
            <p:ph type="title"/>
          </p:nvPr>
        </p:nvSpPr>
        <p:spPr bwMode="auto">
          <a:xfrm>
            <a:off x="457200" y="457200"/>
            <a:ext cx="8077200" cy="914400"/>
          </a:xfrm>
          <a:prstGeom prst="rect">
            <a:avLst/>
          </a:prstGeom>
          <a:noFill/>
          <a:ln>
            <a:noFill/>
          </a:ln>
          <a:extLst>
            <a:ext uri="{909E8E84-426E-40DD-AFC4-6F175D3DCCD1}"/>
            <a:ext uri="{91240B29-F687-4F45-9708-019B960494DF}"/>
          </a:extLst>
        </p:spPr>
        <p:txBody>
          <a:bodyPr vert="horz" wrap="square" lIns="91440" tIns="45720" rIns="91440" bIns="45720" numCol="1" anchor="ctr" anchorCtr="false" compatLnSpc="true"/>
          <a:lstStyle/>
          <a:p>
            <a:pPr lvl="0"/>
            <a:r>
              <a:rPr lang="en-US" altLang="zh-CN"/>
              <a:t>Click to edit Master title style</a:t>
            </a:r>
            <a:endParaRPr/>
          </a:p>
        </p:txBody>
      </p:sp>
      <p:sp>
        <p:nvSpPr>
          <p:cNvPr id="3" name="Rectangle 3"/>
          <p:cNvSpPr>
            <a:spLocks noGrp="true" noChangeArrowheads="true"/>
          </p:cNvSpPr>
          <p:nvPr>
            <p:ph type="body" idx="1"/>
          </p:nvPr>
        </p:nvSpPr>
        <p:spPr bwMode="auto">
          <a:xfrm>
            <a:off x="457200" y="1600200"/>
            <a:ext cx="8305800" cy="4419600"/>
          </a:xfrm>
          <a:prstGeom prst="rect">
            <a:avLst/>
          </a:prstGeom>
          <a:noFill/>
          <a:ln>
            <a:noFill/>
          </a:ln>
          <a:extLst>
            <a:ext uri="{909E8E84-426E-40DD-AFC4-6F175D3DCCD1}"/>
            <a:ext uri="{91240B29-F687-4F45-9708-019B960494DF}"/>
          </a:extLst>
        </p:spPr>
        <p:txBody>
          <a:bodyPr vert="horz" wrap="square" lIns="91440" tIns="45720" rIns="91440" bIns="45720" numCol="1" anchor="t" anchorCtr="false" compatLnSpc="true"/>
          <a:lstStyle/>
          <a:p>
            <a:pPr lvl="0"/>
            <a:r>
              <a:rPr lang="en-US" altLang="zh-CN"/>
              <a:t>Click to edit Master text styles</a:t>
            </a:r>
            <a:endParaRPr/>
          </a:p>
          <a:p>
            <a:pPr lvl="1"/>
            <a:r>
              <a:rPr lang="en-US" altLang="zh-CN"/>
              <a:t>Second level</a:t>
            </a:r>
            <a:endParaRPr/>
          </a:p>
          <a:p>
            <a:pPr lvl="2"/>
            <a:r>
              <a:rPr lang="en-US" altLang="zh-CN"/>
              <a:t>Third level</a:t>
            </a:r>
            <a:endParaRPr/>
          </a:p>
          <a:p>
            <a:pPr lvl="3"/>
            <a:r>
              <a:rPr lang="en-US" altLang="zh-CN"/>
              <a:t>Fourth level</a:t>
            </a:r>
            <a:endParaRPr/>
          </a:p>
          <a:p>
            <a:pPr lvl="4"/>
            <a:r>
              <a:rPr lang="en-US" altLang="zh-CN"/>
              <a:t>Fifth level</a:t>
            </a:r>
            <a:endParaRPr/>
          </a:p>
        </p:txBody>
      </p:sp>
      <p:sp>
        <p:nvSpPr>
          <p:cNvPr id="4" name="Rectangle 4"/>
          <p:cNvSpPr>
            <a:spLocks noGrp="true" noChangeArrowheads="true"/>
          </p:cNvSpPr>
          <p:nvPr>
            <p:ph type="dt" sz="half" idx="2"/>
          </p:nvPr>
        </p:nvSpPr>
        <p:spPr bwMode="auto">
          <a:xfrm>
            <a:off x="838200" y="6172200"/>
            <a:ext cx="1524000" cy="457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false" compatLnSpc="true"/>
          <a:lstStyle>
            <a:lvl1pPr>
              <a:defRPr sz="1400" b="false">
                <a:latin typeface="Times New Roman" panose="02020603050405020304" pitchFamily="18" charset="0"/>
                <a:ea typeface="宋体" pitchFamily="2" charset="-122"/>
              </a:defRPr>
            </a:lvl1pPr>
          </a:lstStyle>
          <a:p>
            <a:pPr>
              <a:defRPr/>
            </a:pPr>
            <a:fld id="{865BFDE8-09E4-1947-989E-E32CC8071DBB}" type="datetime1">
              <a:rPr lang="zh-CN" altLang="en-US"/>
              <a:t>2023/3/10</a:t>
            </a:fld>
            <a:endParaRPr lang="en-US" altLang="zh-CN"/>
          </a:p>
        </p:txBody>
      </p:sp>
      <p:sp>
        <p:nvSpPr>
          <p:cNvPr id="5" name="Rectangle 5"/>
          <p:cNvSpPr>
            <a:spLocks noGrp="true" noChangeArrowheads="true"/>
          </p:cNvSpPr>
          <p:nvPr>
            <p:ph type="ftr" sz="quarter" idx="3"/>
          </p:nvPr>
        </p:nvSpPr>
        <p:spPr bwMode="auto">
          <a:xfrm>
            <a:off x="2590800" y="6172200"/>
            <a:ext cx="4114800" cy="457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false" compatLnSpc="true"/>
          <a:lstStyle>
            <a:lvl1pPr algn="ctr">
              <a:defRPr sz="1400" b="false">
                <a:latin typeface="Times New Roman" panose="02020603050405020304" pitchFamily="18" charset="0"/>
              </a:defRPr>
            </a:lvl1pPr>
          </a:lstStyle>
          <a:p>
            <a:pPr>
              <a:defRPr/>
            </a:pPr>
            <a:r>
              <a:rPr lang="zh-CN" altLang="en-US"/>
              <a:t>Compilers Autumn 2002</a:t>
            </a:r>
            <a:endParaRPr lang="en-US" altLang="zh-CN"/>
          </a:p>
        </p:txBody>
      </p:sp>
      <p:sp>
        <p:nvSpPr>
          <p:cNvPr id="6" name="Rectangle 6"/>
          <p:cNvSpPr>
            <a:spLocks noGrp="true" noChangeArrowheads="true"/>
          </p:cNvSpPr>
          <p:nvPr>
            <p:ph type="sldNum" sz="quarter" idx="4"/>
          </p:nvPr>
        </p:nvSpPr>
        <p:spPr bwMode="auto">
          <a:xfrm>
            <a:off x="6934200" y="6172200"/>
            <a:ext cx="1295400" cy="457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false" compatLnSpc="true"/>
          <a:lstStyle>
            <a:lvl1pPr algn="r">
              <a:defRPr sz="1400" b="false">
                <a:latin typeface="Times New Roman" panose="02020603050405020304" pitchFamily="18" charset="0"/>
                <a:ea typeface="宋体" pitchFamily="2" charset="-122"/>
              </a:defRPr>
            </a:lvl1pPr>
          </a:lstStyle>
          <a:p>
            <a:pPr>
              <a:defRPr/>
            </a:pPr>
            <a:fld id="{7270D1D9-9AFC-C047-A2AD-59BDDF5C2490}" type="slidenum">
              <a:rPr lang="zh-CN" altLang="en-US"/>
              <a:t>‹#›</a:t>
            </a:fld>
            <a:endParaRPr lang="en-US" altLang="zh-CN"/>
          </a:p>
        </p:txBody>
      </p:sp>
      <p:sp>
        <p:nvSpPr>
          <p:cNvPr id="7" name="Line 7"/>
          <p:cNvSpPr>
            <a:spLocks noChangeShapeType="true"/>
          </p:cNvSpPr>
          <p:nvPr/>
        </p:nvSpPr>
        <p:spPr bwMode="auto">
          <a:xfrm>
            <a:off x="457200" y="1371600"/>
            <a:ext cx="8077200" cy="0"/>
          </a:xfrm>
          <a:prstGeom prst="line">
            <a:avLst/>
          </a:prstGeom>
          <a:noFill/>
          <a:ln w="38100">
            <a:solidFill>
              <a:schemeClr val="accent2"/>
            </a:solidFill>
            <a:round/>
          </a:ln>
          <a:extLst>
            <a:ext uri="{909E8E84-426E-40DD-AFC4-6F175D3DCCD1}"/>
          </a:extLst>
        </p:spPr>
        <p:txBody>
          <a:bodyPr wrap="none" anchor="ctr"/>
          <a:lstStyle/>
          <a:p>
            <a:pPr/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0"/>
    <p:sldLayoutId id="2147483650" r:id="rId1"/>
    <p:sldLayoutId id="2147483651" r:id="rId2"/>
    <p:sldLayoutId id="2147483652" r:id="rId3"/>
    <p:sldLayoutId id="2147483653" r:id="rId4"/>
    <p:sldLayoutId id="2147483654" r:id="rId5"/>
    <p:sldLayoutId id="2147483655" r:id="rId6"/>
    <p:sldLayoutId id="2147483656" r:id="rId7"/>
    <p:sldLayoutId id="2147483657" r:id="rId8"/>
    <p:sldLayoutId id="2147483658" r:id="rId9"/>
    <p:sldLayoutId id="2147483659" r:id="rId10"/>
    <p:sldLayoutId id="2147483660" r:id="rId11"/>
    <p:sldLayoutId id="2147483661" r:id="rId12"/>
  </p:sldLayoutIdLst>
  <p:hf hdr="false" ftr="false" dt="false"/>
  <p:txStyles>
    <p:titleStyle>
      <a:lvl1pPr algn="l" rtl="false" eaLnBrk="false" fontAlgn="base" hangingPunct="false">
        <a:spcBef>
          <a:spcPct val="1"/>
        </a:spcBef>
        <a:spcAft>
          <a:spcPct val="1"/>
        </a:spcAft>
        <a:defRPr sz="2800" b="true">
          <a:solidFill>
            <a:schemeClr val="tx2"/>
          </a:solidFill>
          <a:latin typeface="+mj-lt"/>
          <a:ea typeface="+mj-ea"/>
          <a:cs typeface="+mj-cs"/>
        </a:defRPr>
      </a:lvl1pPr>
      <a:lvl2pPr algn="l" rtl="false" eaLnBrk="false" fontAlgn="base" hangingPunct="false">
        <a:spcBef>
          <a:spcPct val="1"/>
        </a:spcBef>
        <a:spcAft>
          <a:spcPct val="1"/>
        </a:spcAft>
        <a:defRPr sz="2800" b="true">
          <a:solidFill>
            <a:schemeClr val="tx2"/>
          </a:solidFill>
          <a:latin typeface="Comic Sans MS" panose="030F0702030302020204" charset="0"/>
        </a:defRPr>
      </a:lvl2pPr>
      <a:lvl3pPr algn="l" rtl="false" eaLnBrk="false" fontAlgn="base" hangingPunct="false">
        <a:spcBef>
          <a:spcPct val="1"/>
        </a:spcBef>
        <a:spcAft>
          <a:spcPct val="1"/>
        </a:spcAft>
        <a:defRPr sz="2800" b="true">
          <a:solidFill>
            <a:schemeClr val="tx2"/>
          </a:solidFill>
          <a:latin typeface="Comic Sans MS" panose="030F0702030302020204" charset="0"/>
        </a:defRPr>
      </a:lvl3pPr>
      <a:lvl4pPr algn="l" rtl="false" eaLnBrk="false" fontAlgn="base" hangingPunct="false">
        <a:spcBef>
          <a:spcPct val="1"/>
        </a:spcBef>
        <a:spcAft>
          <a:spcPct val="1"/>
        </a:spcAft>
        <a:defRPr sz="2800" b="true">
          <a:solidFill>
            <a:schemeClr val="tx2"/>
          </a:solidFill>
          <a:latin typeface="Comic Sans MS" panose="030F0702030302020204" charset="0"/>
        </a:defRPr>
      </a:lvl4pPr>
      <a:lvl5pPr algn="l" rtl="false" eaLnBrk="false" fontAlgn="base" hangingPunct="false">
        <a:spcBef>
          <a:spcPct val="1"/>
        </a:spcBef>
        <a:spcAft>
          <a:spcPct val="1"/>
        </a:spcAft>
        <a:defRPr sz="2800" b="true">
          <a:solidFill>
            <a:schemeClr val="tx2"/>
          </a:solidFill>
          <a:latin typeface="Comic Sans MS" panose="030F0702030302020204" charset="0"/>
        </a:defRPr>
      </a:lvl5pPr>
      <a:lvl6pPr marL="457200" algn="l" rtl="false" eaLnBrk="false" fontAlgn="base" hangingPunct="false">
        <a:spcBef>
          <a:spcPct val="1"/>
        </a:spcBef>
        <a:spcAft>
          <a:spcPct val="1"/>
        </a:spcAft>
        <a:defRPr sz="2800" b="true">
          <a:solidFill>
            <a:schemeClr val="tx2"/>
          </a:solidFill>
          <a:latin typeface="Comic Sans MS" panose="030F0702030302020204" charset="0"/>
        </a:defRPr>
      </a:lvl6pPr>
      <a:lvl7pPr marL="914400" algn="l" rtl="false" eaLnBrk="false" fontAlgn="base" hangingPunct="false">
        <a:spcBef>
          <a:spcPct val="1"/>
        </a:spcBef>
        <a:spcAft>
          <a:spcPct val="1"/>
        </a:spcAft>
        <a:defRPr sz="2800" b="true">
          <a:solidFill>
            <a:schemeClr val="tx2"/>
          </a:solidFill>
          <a:latin typeface="Comic Sans MS" panose="030F0702030302020204" charset="0"/>
        </a:defRPr>
      </a:lvl7pPr>
      <a:lvl8pPr marL="1371600" algn="l" rtl="false" eaLnBrk="false" fontAlgn="base" hangingPunct="false">
        <a:spcBef>
          <a:spcPct val="1"/>
        </a:spcBef>
        <a:spcAft>
          <a:spcPct val="1"/>
        </a:spcAft>
        <a:defRPr sz="2800" b="true">
          <a:solidFill>
            <a:schemeClr val="tx2"/>
          </a:solidFill>
          <a:latin typeface="Comic Sans MS" panose="030F0702030302020204" charset="0"/>
        </a:defRPr>
      </a:lvl8pPr>
      <a:lvl9pPr marL="1828800" algn="l" rtl="false" eaLnBrk="false" fontAlgn="base" hangingPunct="false">
        <a:spcBef>
          <a:spcPct val="1"/>
        </a:spcBef>
        <a:spcAft>
          <a:spcPct val="1"/>
        </a:spcAft>
        <a:defRPr sz="2800" b="true">
          <a:solidFill>
            <a:schemeClr val="tx2"/>
          </a:solidFill>
          <a:latin typeface="Comic Sans MS" panose="030F0702030302020204" charset="0"/>
        </a:defRPr>
      </a:lvl9pPr>
    </p:titleStyle>
    <p:bodyStyle>
      <a:lvl1pPr marL="342900" indent="-342900" algn="l" rtl="false" eaLnBrk="false" fontAlgn="base" hangingPunct="false">
        <a:spcBef>
          <a:spcPct val="20000"/>
        </a:spcBef>
        <a:spcAft>
          <a:spcPct val="1"/>
        </a:spcAft>
        <a:buChar char="•"/>
        <a:defRPr sz="28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false" eaLnBrk="false" fontAlgn="base" hangingPunct="false">
        <a:spcBef>
          <a:spcPct val="20000"/>
        </a:spcBef>
        <a:spcAft>
          <a:spcPct val="1"/>
        </a:spcAft>
        <a:buChar char="–"/>
        <a:defRPr sz="2400">
          <a:solidFill>
            <a:schemeClr val="tx1"/>
          </a:solidFill>
          <a:latin typeface="+mn-lt"/>
        </a:defRPr>
      </a:lvl2pPr>
      <a:lvl3pPr marL="1143000" indent="-228600" algn="l" rtl="false" eaLnBrk="false" fontAlgn="base" hangingPunct="false">
        <a:spcBef>
          <a:spcPct val="20000"/>
        </a:spcBef>
        <a:spcAft>
          <a:spcPct val="1"/>
        </a:spcAft>
        <a:buChar char="•"/>
        <a:defRPr sz="2000">
          <a:solidFill>
            <a:schemeClr val="tx1"/>
          </a:solidFill>
          <a:latin typeface="+mn-lt"/>
        </a:defRPr>
      </a:lvl3pPr>
      <a:lvl4pPr marL="1600200" indent="-228600" algn="l" rtl="false" eaLnBrk="false" fontAlgn="base" hangingPunct="false">
        <a:spcBef>
          <a:spcPct val="20000"/>
        </a:spcBef>
        <a:spcAft>
          <a:spcPct val="1"/>
        </a:spcAft>
        <a:buChar char="–"/>
        <a:defRPr sz="2000">
          <a:solidFill>
            <a:schemeClr val="tx1"/>
          </a:solidFill>
          <a:latin typeface="+mn-lt"/>
        </a:defRPr>
      </a:lvl4pPr>
      <a:lvl5pPr marL="2057400" indent="-228600" algn="l" rtl="false" eaLnBrk="false" fontAlgn="base" hangingPunct="false">
        <a:spcBef>
          <a:spcPct val="20000"/>
        </a:spcBef>
        <a:spcAft>
          <a:spcPct val="1"/>
        </a:spcAft>
        <a:buChar char="»"/>
        <a:defRPr sz="2000">
          <a:solidFill>
            <a:schemeClr val="tx1"/>
          </a:solidFill>
          <a:latin typeface="+mn-lt"/>
        </a:defRPr>
      </a:lvl5pPr>
      <a:lvl6pPr marL="2514600" indent="-228600" algn="l" rtl="false" eaLnBrk="false" fontAlgn="base" hangingPunct="false">
        <a:spcBef>
          <a:spcPct val="20000"/>
        </a:spcBef>
        <a:spcAft>
          <a:spcPct val="1"/>
        </a:spcAft>
        <a:buChar char="»"/>
        <a:defRPr sz="2000">
          <a:solidFill>
            <a:schemeClr val="tx1"/>
          </a:solidFill>
          <a:latin typeface="+mn-lt"/>
        </a:defRPr>
      </a:lvl6pPr>
      <a:lvl7pPr marL="2971800" indent="-228600" algn="l" rtl="false" eaLnBrk="false" fontAlgn="base" hangingPunct="false">
        <a:spcBef>
          <a:spcPct val="20000"/>
        </a:spcBef>
        <a:spcAft>
          <a:spcPct val="1"/>
        </a:spcAft>
        <a:buChar char="»"/>
        <a:defRPr sz="2000">
          <a:solidFill>
            <a:schemeClr val="tx1"/>
          </a:solidFill>
          <a:latin typeface="+mn-lt"/>
        </a:defRPr>
      </a:lvl7pPr>
      <a:lvl8pPr marL="3429000" indent="-228600" algn="l" rtl="false" eaLnBrk="false" fontAlgn="base" hangingPunct="false">
        <a:spcBef>
          <a:spcPct val="20000"/>
        </a:spcBef>
        <a:spcAft>
          <a:spcPct val="1"/>
        </a:spcAft>
        <a:buChar char="»"/>
        <a:defRPr sz="2000">
          <a:solidFill>
            <a:schemeClr val="tx1"/>
          </a:solidFill>
          <a:latin typeface="+mn-lt"/>
        </a:defRPr>
      </a:lvl8pPr>
      <a:lvl9pPr marL="3886200" indent="-228600" algn="l" rtl="false" eaLnBrk="false" fontAlgn="base" hangingPunct="false">
        <a:spcBef>
          <a:spcPct val="20000"/>
        </a:spcBef>
        <a:spcAft>
          <a:spcPct val="1"/>
        </a:spcAft>
        <a:buChar char="»"/>
        <a:defRPr sz="2000">
          <a:solidFill>
            <a:schemeClr val="tx1"/>
          </a:solidFill>
          <a:latin typeface="+mn-lt"/>
        </a:defRPr>
      </a:lvl9pPr>
    </p:bodyStyle>
    <p:otherStyle>
      <a:defPPr>
        <a:defRPr lang="zh-CN"/>
      </a:defPPr>
      <a:lvl1pPr marL="0" algn="l" defTabSz="914400" rtl="false" eaLnBrk="true" latinLnBrk="false" hangingPunct="true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false" eaLnBrk="true" latinLnBrk="false" hangingPunct="true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false" eaLnBrk="true" latinLnBrk="false" hangingPunct="true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false" eaLnBrk="true" latinLnBrk="false" hangingPunct="true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false" eaLnBrk="true" latinLnBrk="false" hangingPunct="true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false" eaLnBrk="true" latinLnBrk="false" hangingPunct="true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false" eaLnBrk="true" latinLnBrk="false" hangingPunct="true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false" eaLnBrk="true" latinLnBrk="false" hangingPunct="true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false" eaLnBrk="true" latinLnBrk="false" hangingPunct="true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ype="http://schemas.openxmlformats.org/officeDocument/2006/relationships/notesSlide" Target="../notesSlides/notesSlide1.xml" /><Relationship Id="rId0" Type="http://schemas.openxmlformats.org/officeDocument/2006/relationships/slideLayout" Target="../slideLayouts/slideLayout1.xml" /></Relationships>
</file>

<file path=ppt/slides/_rels/slide2.xml.rels><?xml version="1.0" encoding="UTF-8" standalone="yes"?><Relationships xmlns="http://schemas.openxmlformats.org/package/2006/relationships"><Relationship Id="rId1" Type="http://schemas.openxmlformats.org/officeDocument/2006/relationships/notesSlide" Target="../notesSlides/notesSlide8.xml" /><Relationship Id="rId0" Type="http://schemas.openxmlformats.org/officeDocument/2006/relationships/slideLayout" Target="../slideLayouts/slideLayout2.xml" /></Relationships>
</file>

<file path=ppt/slides/_rels/slide3.xml.rels><?xml version="1.0" encoding="UTF-8" standalone="yes"?><Relationships xmlns="http://schemas.openxmlformats.org/package/2006/relationships"><Relationship Id="rId1" Type="http://schemas.openxmlformats.org/officeDocument/2006/relationships/notesSlide" Target="../notesSlides/notesSlide19.xml" /><Relationship Id="rId0" Type="http://schemas.openxmlformats.org/officeDocument/2006/relationships/slideLayout" Target="../slideLayouts/slideLayout2.xml" /></Relationships>
</file>

<file path=ppt/slides/_rels/slide4.xml.rels><?xml version="1.0" encoding="UTF-8" standalone="yes"?><Relationships xmlns="http://schemas.openxmlformats.org/package/2006/relationships"><Relationship Id="rId1" Type="http://schemas.openxmlformats.org/officeDocument/2006/relationships/notesSlide" Target="../notesSlides/notesSlide30.xml" /><Relationship Id="rId0" Type="http://schemas.openxmlformats.org/officeDocument/2006/relationships/slideLayout" Target="../slideLayouts/slideLayout2.xml" /></Relationships>
</file>

<file path=ppt/slides/_rels/slide5.xml.rels><?xml version="1.0" encoding="UTF-8" standalone="yes"?><Relationships xmlns="http://schemas.openxmlformats.org/package/2006/relationships"><Relationship Id="rId1" Type="http://schemas.openxmlformats.org/officeDocument/2006/relationships/notesSlide" Target="../notesSlides/notesSlide39.xml" /><Relationship Id="rId0" Type="http://schemas.openxmlformats.org/officeDocument/2006/relationships/slideLayout" Target="../slideLayouts/slideLayout2.xml" /></Relationships>
</file>

<file path=ppt/slides/_rels/slide6.xml.rels><?xml version="1.0" encoding="UTF-8" standalone="yes"?><Relationships xmlns="http://schemas.openxmlformats.org/package/2006/relationships"><Relationship Id="rId1" Type="http://schemas.openxmlformats.org/officeDocument/2006/relationships/notesSlide" Target="../notesSlides/notesSlide49.xml" /><Relationship Id="rId0" Type="http://schemas.openxmlformats.org/officeDocument/2006/relationships/slideLayout" Target="../slideLayouts/slideLayout2.xml" /></Relationships>
</file>

<file path=ppt/slides/_rels/slide7.xml.rels><?xml version="1.0" encoding="UTF-8" standalone="yes"?><Relationships xmlns="http://schemas.openxmlformats.org/package/2006/relationships"><Relationship Id="rId1" Type="http://schemas.openxmlformats.org/officeDocument/2006/relationships/notesSlide" Target="../notesSlides/notesSlide58.xml" /><Relationship Id="rId0" Type="http://schemas.openxmlformats.org/officeDocument/2006/relationships/slideLayout" Target="../slideLayouts/slideLayout2.xml" /></Relationships>
</file>

<file path=ppt/slides/_rels/slide8.xml.rels><?xml version="1.0" encoding="UTF-8" standalone="yes"?><Relationships xmlns="http://schemas.openxmlformats.org/package/2006/relationships"><Relationship Id="rId1" Type="http://schemas.openxmlformats.org/officeDocument/2006/relationships/image" Target="media/image8.png" /><Relationship Id="rId0" Type="http://schemas.openxmlformats.org/officeDocument/2006/relationships/slideLayout" Target="../slideLayouts/slideLayout2.xml" /></Relationships>
</file>

<file path=ppt/slides/_rels/slide9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2.xml" /></Relationships>
</file>

<file path=ppt/slides/_rels/slide10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2.xml" /></Relationships>
</file>

<file path=ppt/slides/_rels/slide11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2.xml" /></Relationships>
</file>

<file path=ppt/slides/_rels/slide12.xml.rels><?xml version="1.0" encoding="UTF-8" standalone="yes"?><Relationships xmlns="http://schemas.openxmlformats.org/package/2006/relationships"><Relationship Id="rId1" Type="http://schemas.openxmlformats.org/officeDocument/2006/relationships/notesSlide" Target="../notesSlides/notesSlide2.xml" /><Relationship Id="rId0" Type="http://schemas.openxmlformats.org/officeDocument/2006/relationships/slideLayout" Target="../slideLayouts/slideLayout2.xml" /></Relationships>
</file>

<file path=ppt/slides/_rels/slide13.xml.rels><?xml version="1.0" encoding="UTF-8" standalone="yes"?><Relationships xmlns="http://schemas.openxmlformats.org/package/2006/relationships"><Relationship Id="rId1" Type="http://schemas.openxmlformats.org/officeDocument/2006/relationships/notesSlide" Target="../notesSlides/notesSlide3.xml" /><Relationship Id="rId0" Type="http://schemas.openxmlformats.org/officeDocument/2006/relationships/slideLayout" Target="../slideLayouts/slideLayout2.xml" /></Relationships>
</file>

<file path=ppt/slides/_rels/slide14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2.xml" /></Relationships>
</file>

<file path=ppt/slides/_rels/slide15.xml.rels><?xml version="1.0" encoding="UTF-8" standalone="yes"?><Relationships xmlns="http://schemas.openxmlformats.org/package/2006/relationships"><Relationship Id="rId1" Type="http://schemas.openxmlformats.org/officeDocument/2006/relationships/notesSlide" Target="../notesSlides/notesSlide4.xml" /><Relationship Id="rId0" Type="http://schemas.openxmlformats.org/officeDocument/2006/relationships/slideLayout" Target="../slideLayouts/slideLayout2.xml" /></Relationships>
</file>

<file path=ppt/slides/_rels/slide16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2.xml" /></Relationships>
</file>

<file path=ppt/slides/_rels/slide17.xml.rels><?xml version="1.0" encoding="UTF-8" standalone="yes"?><Relationships xmlns="http://schemas.openxmlformats.org/package/2006/relationships"><Relationship Id="rId1" Type="http://schemas.openxmlformats.org/officeDocument/2006/relationships/notesSlide" Target="../notesSlides/notesSlide5.xml" /><Relationship Id="rId0" Type="http://schemas.openxmlformats.org/officeDocument/2006/relationships/slideLayout" Target="../slideLayouts/slideLayout2.xml" /></Relationships>
</file>

<file path=ppt/slides/_rels/slide18.xml.rels><?xml version="1.0" encoding="UTF-8" standalone="yes"?><Relationships xmlns="http://schemas.openxmlformats.org/package/2006/relationships"><Relationship Id="rId1" Type="http://schemas.openxmlformats.org/officeDocument/2006/relationships/notesSlide" Target="../notesSlides/notesSlide6.xml" /><Relationship Id="rId0" Type="http://schemas.openxmlformats.org/officeDocument/2006/relationships/slideLayout" Target="../slideLayouts/slideLayout2.xml" /></Relationships>
</file>

<file path=ppt/slides/_rels/slide19.xml.rels><?xml version="1.0" encoding="UTF-8" standalone="yes"?><Relationships xmlns="http://schemas.openxmlformats.org/package/2006/relationships"><Relationship Id="rId1" Type="http://schemas.openxmlformats.org/officeDocument/2006/relationships/notesSlide" Target="../notesSlides/notesSlide7.xml" /><Relationship Id="rId0" Type="http://schemas.openxmlformats.org/officeDocument/2006/relationships/slideLayout" Target="../slideLayouts/slideLayout2.xml" /></Relationships>
</file>

<file path=ppt/slides/_rels/slide20.xml.rels><?xml version="1.0" encoding="UTF-8" standalone="yes"?><Relationships xmlns="http://schemas.openxmlformats.org/package/2006/relationships"><Relationship Id="rId1" Type="http://schemas.openxmlformats.org/officeDocument/2006/relationships/notesSlide" Target="../notesSlides/notesSlide9.xml" /><Relationship Id="rId0" Type="http://schemas.openxmlformats.org/officeDocument/2006/relationships/slideLayout" Target="../slideLayouts/slideLayout2.xml" /></Relationships>
</file>

<file path=ppt/slides/_rels/slide21.xml.rels><?xml version="1.0" encoding="UTF-8" standalone="yes"?><Relationships xmlns="http://schemas.openxmlformats.org/package/2006/relationships"><Relationship Id="rId1" Type="http://schemas.openxmlformats.org/officeDocument/2006/relationships/notesSlide" Target="../notesSlides/notesSlide10.xml" /><Relationship Id="rId0" Type="http://schemas.openxmlformats.org/officeDocument/2006/relationships/slideLayout" Target="../slideLayouts/slideLayout2.xml" /></Relationships>
</file>

<file path=ppt/slides/_rels/slide22.xml.rels><?xml version="1.0" encoding="UTF-8" standalone="yes"?><Relationships xmlns="http://schemas.openxmlformats.org/package/2006/relationships"><Relationship Id="rId1" Type="http://schemas.openxmlformats.org/officeDocument/2006/relationships/notesSlide" Target="../notesSlides/notesSlide11.xml" /><Relationship Id="rId0" Type="http://schemas.openxmlformats.org/officeDocument/2006/relationships/slideLayout" Target="../slideLayouts/slideLayout2.xml" /></Relationships>
</file>

<file path=ppt/slides/_rels/slide23.xml.rels><?xml version="1.0" encoding="UTF-8" standalone="yes"?><Relationships xmlns="http://schemas.openxmlformats.org/package/2006/relationships"><Relationship Id="rId1" Type="http://schemas.openxmlformats.org/officeDocument/2006/relationships/notesSlide" Target="../notesSlides/notesSlide12.xml" /><Relationship Id="rId0" Type="http://schemas.openxmlformats.org/officeDocument/2006/relationships/slideLayout" Target="../slideLayouts/slideLayout2.xml" /></Relationships>
</file>

<file path=ppt/slides/_rels/slide24.xml.rels><?xml version="1.0" encoding="UTF-8" standalone="yes"?><Relationships xmlns="http://schemas.openxmlformats.org/package/2006/relationships"><Relationship Id="rId1" Type="http://schemas.openxmlformats.org/officeDocument/2006/relationships/notesSlide" Target="../notesSlides/notesSlide13.xml" /><Relationship Id="rId0" Type="http://schemas.openxmlformats.org/officeDocument/2006/relationships/slideLayout" Target="../slideLayouts/slideLayout2.xml" /></Relationships>
</file>

<file path=ppt/slides/_rels/slide25.xml.rels><?xml version="1.0" encoding="UTF-8" standalone="yes"?><Relationships xmlns="http://schemas.openxmlformats.org/package/2006/relationships"><Relationship Id="rId1" Type="http://schemas.openxmlformats.org/officeDocument/2006/relationships/notesSlide" Target="../notesSlides/notesSlide14.xml" /><Relationship Id="rId0" Type="http://schemas.openxmlformats.org/officeDocument/2006/relationships/slideLayout" Target="../slideLayouts/slideLayout2.xml" /></Relationships>
</file>

<file path=ppt/slides/_rels/slide26.xml.rels><?xml version="1.0" encoding="UTF-8" standalone="yes"?><Relationships xmlns="http://schemas.openxmlformats.org/package/2006/relationships"><Relationship Id="rId1" Type="http://schemas.openxmlformats.org/officeDocument/2006/relationships/notesSlide" Target="../notesSlides/notesSlide15.xml" /><Relationship Id="rId0" Type="http://schemas.openxmlformats.org/officeDocument/2006/relationships/slideLayout" Target="../slideLayouts/slideLayout2.xml" /></Relationships>
</file>

<file path=ppt/slides/_rels/slide27.xml.rels><?xml version="1.0" encoding="UTF-8" standalone="yes"?><Relationships xmlns="http://schemas.openxmlformats.org/package/2006/relationships"><Relationship Id="rId1" Type="http://schemas.openxmlformats.org/officeDocument/2006/relationships/notesSlide" Target="../notesSlides/notesSlide16.xml" /><Relationship Id="rId0" Type="http://schemas.openxmlformats.org/officeDocument/2006/relationships/slideLayout" Target="../slideLayouts/slideLayout2.xml" /></Relationships>
</file>

<file path=ppt/slides/_rels/slide28.xml.rels><?xml version="1.0" encoding="UTF-8" standalone="yes"?><Relationships xmlns="http://schemas.openxmlformats.org/package/2006/relationships"><Relationship Id="rId1" Type="http://schemas.openxmlformats.org/officeDocument/2006/relationships/notesSlide" Target="../notesSlides/notesSlide17.xml" /><Relationship Id="rId0" Type="http://schemas.openxmlformats.org/officeDocument/2006/relationships/slideLayout" Target="../slideLayouts/slideLayout2.xml" /></Relationships>
</file>

<file path=ppt/slides/_rels/slide29.xml.rels><?xml version="1.0" encoding="UTF-8" standalone="yes"?><Relationships xmlns="http://schemas.openxmlformats.org/package/2006/relationships"><Relationship Id="rId1" Type="http://schemas.openxmlformats.org/officeDocument/2006/relationships/notesSlide" Target="../notesSlides/notesSlide18.xml" /><Relationship Id="rId0" Type="http://schemas.openxmlformats.org/officeDocument/2006/relationships/slideLayout" Target="../slideLayouts/slideLayout2.xml" /></Relationships>
</file>

<file path=ppt/slides/_rels/slide30.xml.rels><?xml version="1.0" encoding="UTF-8" standalone="yes"?><Relationships xmlns="http://schemas.openxmlformats.org/package/2006/relationships"><Relationship Id="rId1" Type="http://schemas.openxmlformats.org/officeDocument/2006/relationships/notesSlide" Target="../notesSlides/notesSlide20.xml" /><Relationship Id="rId0" Type="http://schemas.openxmlformats.org/officeDocument/2006/relationships/slideLayout" Target="../slideLayouts/slideLayout2.xml" /></Relationships>
</file>

<file path=ppt/slides/_rels/slide31.xml.rels><?xml version="1.0" encoding="UTF-8" standalone="yes"?><Relationships xmlns="http://schemas.openxmlformats.org/package/2006/relationships"><Relationship Id="rId1" Type="http://schemas.openxmlformats.org/officeDocument/2006/relationships/notesSlide" Target="../notesSlides/notesSlide21.xml" /><Relationship Id="rId0" Type="http://schemas.openxmlformats.org/officeDocument/2006/relationships/slideLayout" Target="../slideLayouts/slideLayout2.xml" /></Relationships>
</file>

<file path=ppt/slides/_rels/slide32.xml.rels><?xml version="1.0" encoding="UTF-8" standalone="yes"?><Relationships xmlns="http://schemas.openxmlformats.org/package/2006/relationships"><Relationship Id="rId1" Type="http://schemas.openxmlformats.org/officeDocument/2006/relationships/notesSlide" Target="../notesSlides/notesSlide22.xml" /><Relationship Id="rId0" Type="http://schemas.openxmlformats.org/officeDocument/2006/relationships/slideLayout" Target="../slideLayouts/slideLayout2.xml" /></Relationships>
</file>

<file path=ppt/slides/_rels/slide33.xml.rels><?xml version="1.0" encoding="UTF-8" standalone="yes"?><Relationships xmlns="http://schemas.openxmlformats.org/package/2006/relationships"><Relationship Id="rId1" Type="http://schemas.openxmlformats.org/officeDocument/2006/relationships/notesSlide" Target="../notesSlides/notesSlide23.xml" /><Relationship Id="rId0" Type="http://schemas.openxmlformats.org/officeDocument/2006/relationships/slideLayout" Target="../slideLayouts/slideLayout2.xml" /></Relationships>
</file>

<file path=ppt/slides/_rels/slide34.xml.rels><?xml version="1.0" encoding="UTF-8" standalone="yes"?><Relationships xmlns="http://schemas.openxmlformats.org/package/2006/relationships"><Relationship Id="rId1" Type="http://schemas.openxmlformats.org/officeDocument/2006/relationships/notesSlide" Target="../notesSlides/notesSlide24.xml" /><Relationship Id="rId0" Type="http://schemas.openxmlformats.org/officeDocument/2006/relationships/slideLayout" Target="../slideLayouts/slideLayout2.xml" /></Relationships>
</file>

<file path=ppt/slides/_rels/slide35.xml.rels><?xml version="1.0" encoding="UTF-8" standalone="yes"?><Relationships xmlns="http://schemas.openxmlformats.org/package/2006/relationships"><Relationship Id="rId1" Type="http://schemas.openxmlformats.org/officeDocument/2006/relationships/notesSlide" Target="../notesSlides/notesSlide25.xml" /><Relationship Id="rId0" Type="http://schemas.openxmlformats.org/officeDocument/2006/relationships/slideLayout" Target="../slideLayouts/slideLayout2.xml" /></Relationships>
</file>

<file path=ppt/slides/_rels/slide36.xml.rels><?xml version="1.0" encoding="UTF-8" standalone="yes"?><Relationships xmlns="http://schemas.openxmlformats.org/package/2006/relationships"><Relationship Id="rId1" Type="http://schemas.openxmlformats.org/officeDocument/2006/relationships/notesSlide" Target="../notesSlides/notesSlide26.xml" /><Relationship Id="rId0" Type="http://schemas.openxmlformats.org/officeDocument/2006/relationships/slideLayout" Target="../slideLayouts/slideLayout2.xml" /></Relationships>
</file>

<file path=ppt/slides/_rels/slide37.xml.rels><?xml version="1.0" encoding="UTF-8" standalone="yes"?><Relationships xmlns="http://schemas.openxmlformats.org/package/2006/relationships"><Relationship Id="rId1" Type="http://schemas.openxmlformats.org/officeDocument/2006/relationships/notesSlide" Target="../notesSlides/notesSlide27.xml" /><Relationship Id="rId0" Type="http://schemas.openxmlformats.org/officeDocument/2006/relationships/slideLayout" Target="../slideLayouts/slideLayout2.xml" /></Relationships>
</file>

<file path=ppt/slides/_rels/slide38.xml.rels><?xml version="1.0" encoding="UTF-8" standalone="yes"?><Relationships xmlns="http://schemas.openxmlformats.org/package/2006/relationships"><Relationship Id="rId1" Type="http://schemas.openxmlformats.org/officeDocument/2006/relationships/notesSlide" Target="../notesSlides/notesSlide28.xml" /><Relationship Id="rId0" Type="http://schemas.openxmlformats.org/officeDocument/2006/relationships/slideLayout" Target="../slideLayouts/slideLayout2.xml" /></Relationships>
</file>

<file path=ppt/slides/_rels/slide39.xml.rels><?xml version="1.0" encoding="UTF-8" standalone="yes"?><Relationships xmlns="http://schemas.openxmlformats.org/package/2006/relationships"><Relationship Id="rId1" Type="http://schemas.openxmlformats.org/officeDocument/2006/relationships/notesSlide" Target="../notesSlides/notesSlide29.xml" /><Relationship Id="rId0" Type="http://schemas.openxmlformats.org/officeDocument/2006/relationships/slideLayout" Target="../slideLayouts/slideLayout2.xml" /></Relationships>
</file>

<file path=ppt/slides/_rels/slide40.xml.rels><?xml version="1.0" encoding="UTF-8" standalone="yes"?><Relationships xmlns="http://schemas.openxmlformats.org/package/2006/relationships"><Relationship Id="rId1" Type="http://schemas.openxmlformats.org/officeDocument/2006/relationships/notesSlide" Target="../notesSlides/notesSlide31.xml" /><Relationship Id="rId0" Type="http://schemas.openxmlformats.org/officeDocument/2006/relationships/slideLayout" Target="../slideLayouts/slideLayout2.xml" /></Relationships>
</file>

<file path=ppt/slides/_rels/slide41.xml.rels><?xml version="1.0" encoding="UTF-8" standalone="yes"?><Relationships xmlns="http://schemas.openxmlformats.org/package/2006/relationships"><Relationship Id="rId1" Type="http://schemas.openxmlformats.org/officeDocument/2006/relationships/notesSlide" Target="../notesSlides/notesSlide32.xml" /><Relationship Id="rId0" Type="http://schemas.openxmlformats.org/officeDocument/2006/relationships/slideLayout" Target="../slideLayouts/slideLayout2.xml" /></Relationships>
</file>

<file path=ppt/slides/_rels/slide42.xml.rels><?xml version="1.0" encoding="UTF-8" standalone="yes"?><Relationships xmlns="http://schemas.openxmlformats.org/package/2006/relationships"><Relationship Id="rId1" Type="http://schemas.openxmlformats.org/officeDocument/2006/relationships/notesSlide" Target="../notesSlides/notesSlide33.xml" /><Relationship Id="rId0" Type="http://schemas.openxmlformats.org/officeDocument/2006/relationships/slideLayout" Target="../slideLayouts/slideLayout2.xml" /></Relationships>
</file>

<file path=ppt/slides/_rels/slide43.xml.rels><?xml version="1.0" encoding="UTF-8" standalone="yes"?><Relationships xmlns="http://schemas.openxmlformats.org/package/2006/relationships"><Relationship Id="rId1" Type="http://schemas.openxmlformats.org/officeDocument/2006/relationships/notesSlide" Target="../notesSlides/notesSlide34.xml" /><Relationship Id="rId0" Type="http://schemas.openxmlformats.org/officeDocument/2006/relationships/slideLayout" Target="../slideLayouts/slideLayout2.xml" /></Relationships>
</file>

<file path=ppt/slides/_rels/slide44.xml.rels><?xml version="1.0" encoding="UTF-8" standalone="yes"?><Relationships xmlns="http://schemas.openxmlformats.org/package/2006/relationships"><Relationship Id="rId1" Type="http://schemas.openxmlformats.org/officeDocument/2006/relationships/notesSlide" Target="../notesSlides/notesSlide35.xml" /><Relationship Id="rId0" Type="http://schemas.openxmlformats.org/officeDocument/2006/relationships/slideLayout" Target="../slideLayouts/slideLayout2.xml" /></Relationships>
</file>

<file path=ppt/slides/_rels/slide45.xml.rels><?xml version="1.0" encoding="UTF-8" standalone="yes"?><Relationships xmlns="http://schemas.openxmlformats.org/package/2006/relationships"><Relationship Id="rId1" Type="http://schemas.openxmlformats.org/officeDocument/2006/relationships/notesSlide" Target="../notesSlides/notesSlide36.xml" /><Relationship Id="rId0" Type="http://schemas.openxmlformats.org/officeDocument/2006/relationships/slideLayout" Target="../slideLayouts/slideLayout2.xml" /></Relationships>
</file>

<file path=ppt/slides/_rels/slide46.xml.rels><?xml version="1.0" encoding="UTF-8" standalone="yes"?><Relationships xmlns="http://schemas.openxmlformats.org/package/2006/relationships"><Relationship Id="rId1" Type="http://schemas.openxmlformats.org/officeDocument/2006/relationships/notesSlide" Target="../notesSlides/notesSlide37.xml" /><Relationship Id="rId0" Type="http://schemas.openxmlformats.org/officeDocument/2006/relationships/slideLayout" Target="../slideLayouts/slideLayout2.xml" /></Relationships>
</file>

<file path=ppt/slides/_rels/slide47.xml.rels><?xml version="1.0" encoding="UTF-8" standalone="yes"?><Relationships xmlns="http://schemas.openxmlformats.org/package/2006/relationships"><Relationship Id="rId3" Type="http://schemas.openxmlformats.org/officeDocument/2006/relationships/image" Target="media/image2.png" /><Relationship Id="rId2" Type="http://schemas.openxmlformats.org/officeDocument/2006/relationships/image" Target="media/image1.png" /><Relationship Id="rId0" Type="http://schemas.openxmlformats.org/officeDocument/2006/relationships/slideLayout" Target="../slideLayouts/slideLayout2.xml" /><Relationship Id="rId1" Type="http://schemas.openxmlformats.org/officeDocument/2006/relationships/notesSlide" Target="../notesSlides/notesSlide38.xml" /></Relationships>
</file>

<file path=ppt/slides/_rels/slide48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2.xml" /></Relationships>
</file>

<file path=ppt/slides/_rels/slide49.xml.rels><?xml version="1.0" encoding="UTF-8" standalone="yes"?><Relationships xmlns="http://schemas.openxmlformats.org/package/2006/relationships"><Relationship Id="rId1" Type="http://schemas.openxmlformats.org/officeDocument/2006/relationships/image" Target="media/image3.png" /><Relationship Id="rId0" Type="http://schemas.openxmlformats.org/officeDocument/2006/relationships/slideLayout" Target="../slideLayouts/slideLayout2.xml" /></Relationships>
</file>

<file path=ppt/slides/_rels/slide50.xml.rels><?xml version="1.0" encoding="UTF-8" standalone="yes"?><Relationships xmlns="http://schemas.openxmlformats.org/package/2006/relationships"><Relationship Id="rId1" Type="http://schemas.openxmlformats.org/officeDocument/2006/relationships/notesSlide" Target="../notesSlides/notesSlide40.xml" /><Relationship Id="rId0" Type="http://schemas.openxmlformats.org/officeDocument/2006/relationships/slideLayout" Target="../slideLayouts/slideLayout2.xml" /></Relationships>
</file>

<file path=ppt/slides/_rels/slide51.xml.rels><?xml version="1.0" encoding="UTF-8" standalone="yes"?><Relationships xmlns="http://schemas.openxmlformats.org/package/2006/relationships"><Relationship Id="rId1" Type="http://schemas.openxmlformats.org/officeDocument/2006/relationships/notesSlide" Target="../notesSlides/notesSlide41.xml" /><Relationship Id="rId0" Type="http://schemas.openxmlformats.org/officeDocument/2006/relationships/slideLayout" Target="../slideLayouts/slideLayout2.xml" /></Relationships>
</file>

<file path=ppt/slides/_rels/slide52.xml.rels><?xml version="1.0" encoding="UTF-8" standalone="yes"?><Relationships xmlns="http://schemas.openxmlformats.org/package/2006/relationships"><Relationship Id="rId1" Type="http://schemas.openxmlformats.org/officeDocument/2006/relationships/notesSlide" Target="../notesSlides/notesSlide42.xml" /><Relationship Id="rId0" Type="http://schemas.openxmlformats.org/officeDocument/2006/relationships/slideLayout" Target="../slideLayouts/slideLayout2.xml" /></Relationships>
</file>

<file path=ppt/slides/_rels/slide53.xml.rels><?xml version="1.0" encoding="UTF-8" standalone="yes"?><Relationships xmlns="http://schemas.openxmlformats.org/package/2006/relationships"><Relationship Id="rId1" Type="http://schemas.openxmlformats.org/officeDocument/2006/relationships/notesSlide" Target="../notesSlides/notesSlide43.xml" /><Relationship Id="rId0" Type="http://schemas.openxmlformats.org/officeDocument/2006/relationships/slideLayout" Target="../slideLayouts/slideLayout2.xml" /></Relationships>
</file>

<file path=ppt/slides/_rels/slide54.xml.rels><?xml version="1.0" encoding="UTF-8" standalone="yes"?><Relationships xmlns="http://schemas.openxmlformats.org/package/2006/relationships"><Relationship Id="rId1" Type="http://schemas.openxmlformats.org/officeDocument/2006/relationships/notesSlide" Target="../notesSlides/notesSlide44.xml" /><Relationship Id="rId0" Type="http://schemas.openxmlformats.org/officeDocument/2006/relationships/slideLayout" Target="../slideLayouts/slideLayout2.xml" /></Relationships>
</file>

<file path=ppt/slides/_rels/slide55.xml.rels><?xml version="1.0" encoding="UTF-8" standalone="yes"?><Relationships xmlns="http://schemas.openxmlformats.org/package/2006/relationships"><Relationship Id="rId1" Type="http://schemas.openxmlformats.org/officeDocument/2006/relationships/notesSlide" Target="../notesSlides/notesSlide45.xml" /><Relationship Id="rId0" Type="http://schemas.openxmlformats.org/officeDocument/2006/relationships/slideLayout" Target="../slideLayouts/slideLayout2.xml" /></Relationships>
</file>

<file path=ppt/slides/_rels/slide56.xml.rels><?xml version="1.0" encoding="UTF-8" standalone="yes"?><Relationships xmlns="http://schemas.openxmlformats.org/package/2006/relationships"><Relationship Id="rId1" Type="http://schemas.openxmlformats.org/officeDocument/2006/relationships/notesSlide" Target="../notesSlides/notesSlide46.xml" /><Relationship Id="rId0" Type="http://schemas.openxmlformats.org/officeDocument/2006/relationships/slideLayout" Target="../slideLayouts/slideLayout2.xml" /></Relationships>
</file>

<file path=ppt/slides/_rels/slide57.xml.rels><?xml version="1.0" encoding="UTF-8" standalone="yes"?><Relationships xmlns="http://schemas.openxmlformats.org/package/2006/relationships"><Relationship Id="rId1" Type="http://schemas.openxmlformats.org/officeDocument/2006/relationships/notesSlide" Target="../notesSlides/notesSlide47.xml" /><Relationship Id="rId0" Type="http://schemas.openxmlformats.org/officeDocument/2006/relationships/slideLayout" Target="../slideLayouts/slideLayout2.xml" /></Relationships>
</file>

<file path=ppt/slides/_rels/slide58.xml.rels><?xml version="1.0" encoding="UTF-8" standalone="yes"?><Relationships xmlns="http://schemas.openxmlformats.org/package/2006/relationships"><Relationship Id="rId2" Type="http://schemas.openxmlformats.org/officeDocument/2006/relationships/image" Target="media/image4.png" /><Relationship Id="rId0" Type="http://schemas.openxmlformats.org/officeDocument/2006/relationships/slideLayout" Target="../slideLayouts/slideLayout2.xml" /><Relationship Id="rId1" Type="http://schemas.openxmlformats.org/officeDocument/2006/relationships/notesSlide" Target="../notesSlides/notesSlide48.xml" /></Relationships>
</file>

<file path=ppt/slides/_rels/slide59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2.xml" /></Relationships>
</file>

<file path=ppt/slides/_rels/slide60.xml.rels><?xml version="1.0" encoding="UTF-8" standalone="yes"?><Relationships xmlns="http://schemas.openxmlformats.org/package/2006/relationships"><Relationship Id="rId1" Type="http://schemas.openxmlformats.org/officeDocument/2006/relationships/notesSlide" Target="../notesSlides/notesSlide50.xml" /><Relationship Id="rId0" Type="http://schemas.openxmlformats.org/officeDocument/2006/relationships/slideLayout" Target="../slideLayouts/slideLayout2.xml" /></Relationships>
</file>

<file path=ppt/slides/_rels/slide61.xml.rels><?xml version="1.0" encoding="UTF-8" standalone="yes"?><Relationships xmlns="http://schemas.openxmlformats.org/package/2006/relationships"><Relationship Id="rId1" Type="http://schemas.openxmlformats.org/officeDocument/2006/relationships/notesSlide" Target="../notesSlides/notesSlide51.xml" /><Relationship Id="rId0" Type="http://schemas.openxmlformats.org/officeDocument/2006/relationships/slideLayout" Target="../slideLayouts/slideLayout2.xml" /></Relationships>
</file>

<file path=ppt/slides/_rels/slide62.xml.rels><?xml version="1.0" encoding="UTF-8" standalone="yes"?><Relationships xmlns="http://schemas.openxmlformats.org/package/2006/relationships"><Relationship Id="rId1" Type="http://schemas.openxmlformats.org/officeDocument/2006/relationships/notesSlide" Target="../notesSlides/notesSlide52.xml" /><Relationship Id="rId0" Type="http://schemas.openxmlformats.org/officeDocument/2006/relationships/slideLayout" Target="../slideLayouts/slideLayout2.xml" /></Relationships>
</file>

<file path=ppt/slides/_rels/slide63.xml.rels><?xml version="1.0" encoding="UTF-8" standalone="yes"?><Relationships xmlns="http://schemas.openxmlformats.org/package/2006/relationships"><Relationship Id="rId1" Type="http://schemas.openxmlformats.org/officeDocument/2006/relationships/notesSlide" Target="../notesSlides/notesSlide53.xml" /><Relationship Id="rId0" Type="http://schemas.openxmlformats.org/officeDocument/2006/relationships/slideLayout" Target="../slideLayouts/slideLayout13.xml" /></Relationships>
</file>

<file path=ppt/slides/_rels/slide64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2.xml" /></Relationships>
</file>

<file path=ppt/slides/_rels/slide65.xml.rels><?xml version="1.0" encoding="UTF-8" standalone="yes"?><Relationships xmlns="http://schemas.openxmlformats.org/package/2006/relationships"><Relationship Id="rId1" Type="http://schemas.openxmlformats.org/officeDocument/2006/relationships/notesSlide" Target="../notesSlides/notesSlide54.xml" /><Relationship Id="rId0" Type="http://schemas.openxmlformats.org/officeDocument/2006/relationships/slideLayout" Target="../slideLayouts/slideLayout2.xml" /></Relationships>
</file>

<file path=ppt/slides/_rels/slide66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2.xml" /></Relationships>
</file>

<file path=ppt/slides/_rels/slide67.xml.rels><?xml version="1.0" encoding="UTF-8" standalone="yes"?><Relationships xmlns="http://schemas.openxmlformats.org/package/2006/relationships"><Relationship Id="rId1" Type="http://schemas.openxmlformats.org/officeDocument/2006/relationships/notesSlide" Target="../notesSlides/notesSlide55.xml" /><Relationship Id="rId0" Type="http://schemas.openxmlformats.org/officeDocument/2006/relationships/slideLayout" Target="../slideLayouts/slideLayout2.xml" /></Relationships>
</file>

<file path=ppt/slides/_rels/slide68.xml.rels><?xml version="1.0" encoding="UTF-8" standalone="yes"?><Relationships xmlns="http://schemas.openxmlformats.org/package/2006/relationships"><Relationship Id="rId1" Type="http://schemas.openxmlformats.org/officeDocument/2006/relationships/notesSlide" Target="../notesSlides/notesSlide56.xml" /><Relationship Id="rId0" Type="http://schemas.openxmlformats.org/officeDocument/2006/relationships/slideLayout" Target="../slideLayouts/slideLayout2.xml" /></Relationships>
</file>

<file path=ppt/slides/_rels/slide69.xml.rels><?xml version="1.0" encoding="UTF-8" standalone="yes"?><Relationships xmlns="http://schemas.openxmlformats.org/package/2006/relationships"><Relationship Id="rId1" Type="http://schemas.openxmlformats.org/officeDocument/2006/relationships/notesSlide" Target="../notesSlides/notesSlide57.xml" /><Relationship Id="rId0" Type="http://schemas.openxmlformats.org/officeDocument/2006/relationships/slideLayout" Target="../slideLayouts/slideLayout2.xml" /></Relationships>
</file>

<file path=ppt/slides/_rels/slide70.xml.rels><?xml version="1.0" encoding="UTF-8" standalone="yes"?><Relationships xmlns="http://schemas.openxmlformats.org/package/2006/relationships"><Relationship Id="rId1" Type="http://schemas.openxmlformats.org/officeDocument/2006/relationships/notesSlide" Target="../notesSlides/notesSlide59.xml" /><Relationship Id="rId0" Type="http://schemas.openxmlformats.org/officeDocument/2006/relationships/slideLayout" Target="../slideLayouts/slideLayout2.xml" /></Relationships>
</file>

<file path=ppt/slides/_rels/slide71.xml.rels><?xml version="1.0" encoding="UTF-8" standalone="yes"?><Relationships xmlns="http://schemas.openxmlformats.org/package/2006/relationships"><Relationship Id="rId1" Type="http://schemas.openxmlformats.org/officeDocument/2006/relationships/notesSlide" Target="../notesSlides/notesSlide60.xml" /><Relationship Id="rId0" Type="http://schemas.openxmlformats.org/officeDocument/2006/relationships/slideLayout" Target="../slideLayouts/slideLayout2.xml" /></Relationships>
</file>

<file path=ppt/slides/_rels/slide72.xml.rels><?xml version="1.0" encoding="UTF-8" standalone="yes"?><Relationships xmlns="http://schemas.openxmlformats.org/package/2006/relationships"><Relationship Id="rId1" Type="http://schemas.openxmlformats.org/officeDocument/2006/relationships/image" Target="media/image5.png" /><Relationship Id="rId0" Type="http://schemas.openxmlformats.org/officeDocument/2006/relationships/slideLayout" Target="../slideLayouts/slideLayout2.xml" /></Relationships>
</file>

<file path=ppt/slides/_rels/slide73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2.xml" /></Relationships>
</file>

<file path=ppt/slides/_rels/slide74.xml.rels><?xml version="1.0" encoding="UTF-8" standalone="yes"?><Relationships xmlns="http://schemas.openxmlformats.org/package/2006/relationships"><Relationship Id="rId2" Type="http://schemas.openxmlformats.org/officeDocument/2006/relationships/image" Target="media/image7.png" /><Relationship Id="rId0" Type="http://schemas.openxmlformats.org/officeDocument/2006/relationships/slideLayout" Target="../slideLayouts/slideLayout2.xml" /><Relationship Id="rId1" Type="http://schemas.openxmlformats.org/officeDocument/2006/relationships/image" Target="media/image6.png" /></Relationships>
</file>

<file path=ppt/slides/_rels/slide75.xml.rels><?xml version="1.0" encoding="UTF-8" standalone="yes"?><Relationships xmlns="http://schemas.openxmlformats.org/package/2006/relationships"><Relationship Id="rId2" Type="http://schemas.openxmlformats.org/officeDocument/2006/relationships/image" Target="media/image7.png" /><Relationship Id="rId0" Type="http://schemas.openxmlformats.org/officeDocument/2006/relationships/slideLayout" Target="../slideLayouts/slideLayout2.xml" /><Relationship Id="rId1" Type="http://schemas.openxmlformats.org/officeDocument/2006/relationships/image" Target="media/image6.png" /></Relationships>
</file>

<file path=ppt/slides/_rels/slide76.xml.rels><?xml version="1.0" encoding="UTF-8" standalone="yes"?><Relationships xmlns="http://schemas.openxmlformats.org/package/2006/relationships"><Relationship Id="rId1" Type="http://schemas.openxmlformats.org/officeDocument/2006/relationships/notesSlide" Target="../notesSlides/notesSlide61.xml" /><Relationship Id="rId0" Type="http://schemas.openxmlformats.org/officeDocument/2006/relationships/slideLayout" Target="../slideLayouts/slideLayout2.xml" /></Relationships>
</file>

<file path=ppt/slides/_rels/slide77.xml.rels><?xml version="1.0" encoding="UTF-8" standalone="yes"?><Relationships xmlns="http://schemas.openxmlformats.org/package/2006/relationships"><Relationship Id="rId1" Type="http://schemas.openxmlformats.org/officeDocument/2006/relationships/notesSlide" Target="../notesSlides/notesSlide62.xml" /><Relationship Id="rId0" Type="http://schemas.openxmlformats.org/officeDocument/2006/relationships/slideLayout" Target="../slideLayouts/slideLayout2.xml" /></Relationships>
</file>

<file path=ppt/slides/_rels/slide78.xml.rels><?xml version="1.0" encoding="UTF-8" standalone="yes"?><Relationships xmlns="http://schemas.openxmlformats.org/package/2006/relationships"><Relationship Id="rId1" Type="http://schemas.openxmlformats.org/officeDocument/2006/relationships/notesSlide" Target="../notesSlides/notesSlide63.xml" /><Relationship Id="rId0" Type="http://schemas.openxmlformats.org/officeDocument/2006/relationships/slideLayout" Target="../slideLayouts/slideLayout2.xml" /></Relationships>
</file>

<file path=ppt/slides/_rels/slide79.xml.rels><?xml version="1.0" encoding="UTF-8" standalone="yes"?><Relationships xmlns="http://schemas.openxmlformats.org/package/2006/relationships"><Relationship Id="rId1" Type="http://schemas.openxmlformats.org/officeDocument/2006/relationships/notesSlide" Target="../notesSlides/notesSlide64.xml" /><Relationship Id="rId0" Type="http://schemas.openxmlformats.org/officeDocument/2006/relationships/slideLayout" Target="../slideLayouts/slideLayout2.xml" /></Relationships>
</file>

<file path=ppt/slides/_rels/slide80.xml.rels><?xml version="1.0" encoding="UTF-8" standalone="yes"?><Relationships xmlns="http://schemas.openxmlformats.org/package/2006/relationships"><Relationship Id="rId1" Type="http://schemas.openxmlformats.org/officeDocument/2006/relationships/notesSlide" Target="../notesSlides/notesSlide65.xml" /><Relationship Id="rId0" Type="http://schemas.openxmlformats.org/officeDocument/2006/relationships/slideLayout" Target="../slideLayouts/slideLayout2.xml" /></Relationships>
</file>

<file path=ppt/slides/_rels/slide81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2.xml" /></Relationships>
</file>

<file path=ppt/slides/_rels/slide82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2.xml" /></Relationships>
</file>

<file path=ppt/slides/_rels/slide83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2.xml" /></Relationships>
</file>

<file path=ppt/slides/_rels/slide84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2.xml" /></Relationships>
</file>

<file path=ppt/slides/_rels/slide85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2.xml" /></Relationships>
</file>

<file path=ppt/slides/slide1.xml><?xml version="1.0" encoding="utf-8"?>
<p:sld xmlns:a="http://schemas.openxmlformats.org/drawingml/2006/main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030"/>
          <p:cNvSpPr>
            <a:spLocks noGrp="true" noChangeArrowheads="true"/>
          </p:cNvSpPr>
          <p:nvPr>
            <p:ph type="sldNum" sz="quarter" idx="12"/>
          </p:nvPr>
        </p:nvSpPr>
        <p:spPr>
          <a:noFill/>
          <a:extLst>
            <a:ext uri="{909E8E84-426E-40DD-AFC4-6F175D3DCCD1}"/>
            <a:ext uri="{91240B29-F687-4F45-9708-019B960494DF}"/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Comic Sans MS" panose="030F070203030202020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Comic Sans MS" panose="030F070203030202020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anose="030F070203030202020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Comic Sans MS" panose="030F070203030202020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Comic Sans MS" panose="030F0702030302020204" charset="0"/>
              </a:defRPr>
            </a:lvl5pPr>
            <a:lvl6pPr marL="2514600" indent="-228600" eaLnBrk="false" fontAlgn="base" hangingPunct="false">
              <a:spcBef>
                <a:spcPct val="20000"/>
              </a:spcBef>
              <a:spcAft>
                <a:spcPct val="1"/>
              </a:spcAft>
              <a:buChar char="»"/>
              <a:defRPr sz="2000">
                <a:solidFill>
                  <a:schemeClr val="tx1"/>
                </a:solidFill>
                <a:latin typeface="Comic Sans MS" panose="030F0702030302020204" charset="0"/>
              </a:defRPr>
            </a:lvl6pPr>
            <a:lvl7pPr marL="2971800" indent="-228600" eaLnBrk="false" fontAlgn="base" hangingPunct="false">
              <a:spcBef>
                <a:spcPct val="20000"/>
              </a:spcBef>
              <a:spcAft>
                <a:spcPct val="1"/>
              </a:spcAft>
              <a:buChar char="»"/>
              <a:defRPr sz="2000">
                <a:solidFill>
                  <a:schemeClr val="tx1"/>
                </a:solidFill>
                <a:latin typeface="Comic Sans MS" panose="030F0702030302020204" charset="0"/>
              </a:defRPr>
            </a:lvl7pPr>
            <a:lvl8pPr marL="3429000" indent="-228600" eaLnBrk="false" fontAlgn="base" hangingPunct="false">
              <a:spcBef>
                <a:spcPct val="20000"/>
              </a:spcBef>
              <a:spcAft>
                <a:spcPct val="1"/>
              </a:spcAft>
              <a:buChar char="»"/>
              <a:defRPr sz="2000">
                <a:solidFill>
                  <a:schemeClr val="tx1"/>
                </a:solidFill>
                <a:latin typeface="Comic Sans MS" panose="030F0702030302020204" charset="0"/>
              </a:defRPr>
            </a:lvl8pPr>
            <a:lvl9pPr marL="3886200" indent="-228600" eaLnBrk="false" fontAlgn="base" hangingPunct="false">
              <a:spcBef>
                <a:spcPct val="20000"/>
              </a:spcBef>
              <a:spcAft>
                <a:spcPct val="1"/>
              </a:spcAft>
              <a:buChar char="»"/>
              <a:defRPr sz="2000">
                <a:solidFill>
                  <a:schemeClr val="tx1"/>
                </a:solidFill>
                <a:latin typeface="Comic Sans MS" panose="030F0702030302020204" charset="0"/>
              </a:defRPr>
            </a:lvl9pPr>
          </a:lstStyle>
          <a:p>
            <a:pPr>
              <a:spcBef>
                <a:spcPct val="1"/>
              </a:spcBef>
              <a:buFontTx/>
              <a:buNone/>
            </a:pPr>
            <a:fld id="{89343E1F-5317-EA4F-A5CA-23E3622F139C}" type="slidenum">
              <a:rPr lang="zh-CN" altLang="en-US" sz="1400">
                <a:latin typeface="Times New Roman" panose="02020603050405020304" pitchFamily="18" charset="0"/>
                <a:ea typeface="宋体" pitchFamily="2" charset="-122"/>
              </a:rPr>
              <a:t>1</a:t>
            </a:fld>
            <a:endParaRPr lang="en-US" altLang="zh-CN" sz="1400">
              <a:latin typeface="Times New Roman" panose="02020603050405020304" pitchFamily="18" charset="0"/>
              <a:ea typeface="宋体" pitchFamily="2" charset="-122"/>
            </a:endParaRPr>
          </a:p>
        </p:txBody>
      </p:sp>
      <p:sp>
        <p:nvSpPr>
          <p:cNvPr id="3" name="Rectangle 2"/>
          <p:cNvSpPr>
            <a:spLocks noGrp="true" noChangeArrowheads="true"/>
          </p:cNvSpPr>
          <p:nvPr>
            <p:ph type="ctrTitle"/>
          </p:nvPr>
        </p:nvSpPr>
        <p:spPr>
          <a:xfrm>
            <a:off x="685800" y="2133600"/>
            <a:ext cx="7772400" cy="1828800"/>
          </a:xfrm>
        </p:spPr>
        <p:txBody>
          <a:bodyPr/>
          <a:lstStyle/>
          <a:p>
            <a:pPr/>
            <a:r>
              <a:rPr lang="en-US" altLang="zh-CN" sz="3200">
                <a:ea typeface="宋体" pitchFamily="2" charset="-122"/>
              </a:rPr>
              <a:t>Exceptional Control Flow III</a:t>
            </a:r>
            <a:br>
              <a:rPr lang="en-US" altLang="zh-CN" sz="3200">
                <a:ea typeface="宋体" pitchFamily="2" charset="-122"/>
              </a:rPr>
            </a:br>
            <a:r>
              <a:rPr lang="en-US" altLang="zh-CN" sz="3200">
                <a:ea typeface="宋体" pitchFamily="2" charset="-122"/>
              </a:rPr>
              <a:t>(Signal)</a:t>
            </a:r>
            <a:endParaRPr lang="en-US" altLang="zh-CN" sz="3200">
              <a:latin typeface="宋体" pitchFamily="2" charset="-122"/>
              <a:ea typeface="宋体" pitchFamily="2" charset="-122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>
  <p:cSld>
    <p:spTree>
      <p:nvGrpSpPr>
        <p:cNvPr id="49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灯片编号占位符 5"/>
          <p:cNvSpPr>
            <a:spLocks noGrp="true"/>
          </p:cNvSpPr>
          <p:nvPr>
            <p:ph type="sldNum" sz="quarter" idx="12"/>
          </p:nvPr>
        </p:nvSpPr>
        <p:spPr>
          <a:noFill/>
          <a:extLst>
            <a:ext uri="{909E8E84-426E-40DD-AFC4-6F175D3DCCD1}"/>
            <a:ext uri="{91240B29-F687-4F45-9708-019B960494DF}"/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Comic Sans MS" panose="030F070203030202020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Comic Sans MS" panose="030F070203030202020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anose="030F070203030202020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Comic Sans MS" panose="030F070203030202020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Comic Sans MS" panose="030F0702030302020204" charset="0"/>
              </a:defRPr>
            </a:lvl5pPr>
            <a:lvl6pPr marL="2514600" indent="-228600" eaLnBrk="false" fontAlgn="base" hangingPunct="false">
              <a:spcBef>
                <a:spcPct val="20000"/>
              </a:spcBef>
              <a:spcAft>
                <a:spcPct val="1"/>
              </a:spcAft>
              <a:buChar char="»"/>
              <a:defRPr sz="2000">
                <a:solidFill>
                  <a:schemeClr val="tx1"/>
                </a:solidFill>
                <a:latin typeface="Comic Sans MS" panose="030F0702030302020204" charset="0"/>
              </a:defRPr>
            </a:lvl6pPr>
            <a:lvl7pPr marL="2971800" indent="-228600" eaLnBrk="false" fontAlgn="base" hangingPunct="false">
              <a:spcBef>
                <a:spcPct val="20000"/>
              </a:spcBef>
              <a:spcAft>
                <a:spcPct val="1"/>
              </a:spcAft>
              <a:buChar char="»"/>
              <a:defRPr sz="2000">
                <a:solidFill>
                  <a:schemeClr val="tx1"/>
                </a:solidFill>
                <a:latin typeface="Comic Sans MS" panose="030F0702030302020204" charset="0"/>
              </a:defRPr>
            </a:lvl7pPr>
            <a:lvl8pPr marL="3429000" indent="-228600" eaLnBrk="false" fontAlgn="base" hangingPunct="false">
              <a:spcBef>
                <a:spcPct val="20000"/>
              </a:spcBef>
              <a:spcAft>
                <a:spcPct val="1"/>
              </a:spcAft>
              <a:buChar char="»"/>
              <a:defRPr sz="2000">
                <a:solidFill>
                  <a:schemeClr val="tx1"/>
                </a:solidFill>
                <a:latin typeface="Comic Sans MS" panose="030F0702030302020204" charset="0"/>
              </a:defRPr>
            </a:lvl8pPr>
            <a:lvl9pPr marL="3886200" indent="-228600" eaLnBrk="false" fontAlgn="base" hangingPunct="false">
              <a:spcBef>
                <a:spcPct val="20000"/>
              </a:spcBef>
              <a:spcAft>
                <a:spcPct val="1"/>
              </a:spcAft>
              <a:buChar char="»"/>
              <a:defRPr sz="2000">
                <a:solidFill>
                  <a:schemeClr val="tx1"/>
                </a:solidFill>
                <a:latin typeface="Comic Sans MS" panose="030F0702030302020204" charset="0"/>
              </a:defRPr>
            </a:lvl9pPr>
          </a:lstStyle>
          <a:p>
            <a:pPr>
              <a:spcBef>
                <a:spcPct val="1"/>
              </a:spcBef>
              <a:buFontTx/>
              <a:buNone/>
            </a:pPr>
            <a:fld id="{A48E1514-BFCB-E04D-A273-A4845B768FAB}" type="slidenum">
              <a:rPr lang="zh-CN" altLang="en-US" sz="1400">
                <a:latin typeface="Times New Roman" panose="02020603050405020304" pitchFamily="18" charset="0"/>
                <a:ea typeface="宋体" pitchFamily="2" charset="-122"/>
              </a:rPr>
              <a:t>2</a:t>
            </a:fld>
            <a:endParaRPr lang="en-US" altLang="zh-CN" sz="1400">
              <a:latin typeface="Times New Roman" panose="02020603050405020304" pitchFamily="18" charset="0"/>
              <a:ea typeface="宋体" pitchFamily="2" charset="-122"/>
            </a:endParaRPr>
          </a:p>
        </p:txBody>
      </p:sp>
      <p:sp>
        <p:nvSpPr>
          <p:cNvPr id="51" name="Rectangle 2"/>
          <p:cNvSpPr>
            <a:spLocks noGrp="true" noChangeArrowheads="true"/>
          </p:cNvSpPr>
          <p:nvPr>
            <p:ph type="title"/>
          </p:nvPr>
        </p:nvSpPr>
        <p:spPr/>
        <p:txBody>
          <a:bodyPr/>
          <a:lstStyle/>
          <a:p>
            <a:pPr/>
            <a:r>
              <a:rPr lang="en-US" altLang="zh-CN">
                <a:ea typeface="宋体" pitchFamily="2" charset="-122"/>
              </a:rPr>
              <a:t>Outline</a:t>
            </a:r>
            <a:endParaRPr/>
          </a:p>
        </p:txBody>
      </p:sp>
      <p:sp>
        <p:nvSpPr>
          <p:cNvPr id="52" name="Rectangle 3"/>
          <p:cNvSpPr>
            <a:spLocks noGrp="true" noChangeArrowheads="true"/>
          </p:cNvSpPr>
          <p:nvPr>
            <p:ph type="body" idx="1"/>
          </p:nvPr>
        </p:nvSpPr>
        <p:spPr/>
        <p:txBody>
          <a:bodyPr/>
          <a:lstStyle/>
          <a:p>
            <a:pPr/>
            <a:r>
              <a:rPr lang="en-US" altLang="zh-CN">
                <a:ea typeface="宋体" pitchFamily="2" charset="-122"/>
              </a:rPr>
              <a:t>Signal Terminology</a:t>
            </a:r>
            <a:endParaRPr/>
          </a:p>
          <a:p>
            <a:pPr/>
            <a:r>
              <a:rPr lang="en-US" altLang="zh-CN">
                <a:ea typeface="宋体" pitchFamily="2" charset="-122"/>
              </a:rPr>
              <a:t>Sending Signals</a:t>
            </a:r>
            <a:endParaRPr/>
          </a:p>
          <a:p>
            <a:pPr/>
            <a:r>
              <a:rPr lang="en-US" altLang="zh-CN">
                <a:ea typeface="宋体" pitchFamily="2" charset="-122"/>
              </a:rPr>
              <a:t>Receiving Signals</a:t>
            </a:r>
            <a:endParaRPr lang="zh-CN" altLang="en-US">
              <a:ea typeface="宋体" pitchFamily="2" charset="-122"/>
            </a:endParaRPr>
          </a:p>
          <a:p>
            <a:pPr/>
            <a:r>
              <a:rPr lang="en-US" altLang="zh-CN">
                <a:ea typeface="宋体" pitchFamily="2" charset="-122"/>
              </a:rPr>
              <a:t>Signal Handling Issues</a:t>
            </a:r>
            <a:endParaRPr/>
          </a:p>
          <a:p>
            <a:pPr/>
            <a:r>
              <a:rPr lang="en-US" altLang="zh-CN">
                <a:ea typeface="宋体" pitchFamily="2" charset="-122"/>
              </a:rPr>
              <a:t>Portable Signal Handling</a:t>
            </a:r>
            <a:endParaRPr/>
          </a:p>
          <a:p>
            <a:pPr/>
            <a:r>
              <a:rPr lang="en-US" altLang="zh-CN">
                <a:ea typeface="宋体" pitchFamily="2" charset="-122"/>
              </a:rPr>
              <a:t>Explicitly Blocking Signals</a:t>
            </a:r>
            <a:endParaRPr/>
          </a:p>
          <a:p>
            <a:pPr/>
            <a:r>
              <a:rPr lang="en-US" altLang="zh-CN">
                <a:ea typeface="宋体" pitchFamily="2" charset="-122"/>
              </a:rPr>
              <a:t>Synchronizing Flows to Avoid Nasty Concurrency Bugs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>
  <p:cSld>
    <p:spTree>
      <p:nvGrpSpPr>
        <p:cNvPr id="120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灯片编号占位符 5"/>
          <p:cNvSpPr>
            <a:spLocks noGrp="true"/>
          </p:cNvSpPr>
          <p:nvPr>
            <p:ph type="sldNum" sz="quarter" idx="12"/>
          </p:nvPr>
        </p:nvSpPr>
        <p:spPr>
          <a:noFill/>
          <a:extLst>
            <a:ext uri="{909E8E84-426E-40DD-AFC4-6F175D3DCCD1}"/>
            <a:ext uri="{91240B29-F687-4F45-9708-019B960494DF}"/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Comic Sans MS" panose="030F070203030202020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Comic Sans MS" panose="030F070203030202020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anose="030F070203030202020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Comic Sans MS" panose="030F070203030202020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Comic Sans MS" panose="030F0702030302020204" charset="0"/>
              </a:defRPr>
            </a:lvl5pPr>
            <a:lvl6pPr marL="2514600" indent="-228600" eaLnBrk="false" fontAlgn="base" hangingPunct="false">
              <a:spcBef>
                <a:spcPct val="20000"/>
              </a:spcBef>
              <a:spcAft>
                <a:spcPct val="1"/>
              </a:spcAft>
              <a:buChar char="»"/>
              <a:defRPr sz="2000">
                <a:solidFill>
                  <a:schemeClr val="tx1"/>
                </a:solidFill>
                <a:latin typeface="Comic Sans MS" panose="030F0702030302020204" charset="0"/>
              </a:defRPr>
            </a:lvl6pPr>
            <a:lvl7pPr marL="2971800" indent="-228600" eaLnBrk="false" fontAlgn="base" hangingPunct="false">
              <a:spcBef>
                <a:spcPct val="20000"/>
              </a:spcBef>
              <a:spcAft>
                <a:spcPct val="1"/>
              </a:spcAft>
              <a:buChar char="»"/>
              <a:defRPr sz="2000">
                <a:solidFill>
                  <a:schemeClr val="tx1"/>
                </a:solidFill>
                <a:latin typeface="Comic Sans MS" panose="030F0702030302020204" charset="0"/>
              </a:defRPr>
            </a:lvl7pPr>
            <a:lvl8pPr marL="3429000" indent="-228600" eaLnBrk="false" fontAlgn="base" hangingPunct="false">
              <a:spcBef>
                <a:spcPct val="20000"/>
              </a:spcBef>
              <a:spcAft>
                <a:spcPct val="1"/>
              </a:spcAft>
              <a:buChar char="»"/>
              <a:defRPr sz="2000">
                <a:solidFill>
                  <a:schemeClr val="tx1"/>
                </a:solidFill>
                <a:latin typeface="Comic Sans MS" panose="030F0702030302020204" charset="0"/>
              </a:defRPr>
            </a:lvl8pPr>
            <a:lvl9pPr marL="3886200" indent="-228600" eaLnBrk="false" fontAlgn="base" hangingPunct="false">
              <a:spcBef>
                <a:spcPct val="20000"/>
              </a:spcBef>
              <a:spcAft>
                <a:spcPct val="1"/>
              </a:spcAft>
              <a:buChar char="»"/>
              <a:defRPr sz="2000">
                <a:solidFill>
                  <a:schemeClr val="tx1"/>
                </a:solidFill>
                <a:latin typeface="Comic Sans MS" panose="030F0702030302020204" charset="0"/>
              </a:defRPr>
            </a:lvl9pPr>
          </a:lstStyle>
          <a:p>
            <a:pPr>
              <a:spcBef>
                <a:spcPct val="1"/>
              </a:spcBef>
              <a:buFontTx/>
              <a:buNone/>
            </a:pPr>
            <a:fld id="{51DDD340-9F23-7241-9225-0C55EDA01288}" type="slidenum">
              <a:rPr lang="zh-CN" altLang="en-US" sz="1400">
                <a:latin typeface="Times New Roman" panose="02020603050405020304" pitchFamily="18" charset="0"/>
                <a:ea typeface="宋体" pitchFamily="2" charset="-122"/>
              </a:rPr>
              <a:t>3</a:t>
            </a:fld>
            <a:endParaRPr lang="en-US" altLang="zh-CN" sz="1400">
              <a:latin typeface="Times New Roman" panose="02020603050405020304" pitchFamily="18" charset="0"/>
              <a:ea typeface="宋体" pitchFamily="2" charset="-122"/>
            </a:endParaRPr>
          </a:p>
        </p:txBody>
      </p:sp>
      <p:sp>
        <p:nvSpPr>
          <p:cNvPr id="122" name="Rectangle 2"/>
          <p:cNvSpPr>
            <a:spLocks noGrp="true" noChangeArrowheads="true"/>
          </p:cNvSpPr>
          <p:nvPr>
            <p:ph type="title"/>
          </p:nvPr>
        </p:nvSpPr>
        <p:spPr/>
        <p:txBody>
          <a:bodyPr/>
          <a:lstStyle/>
          <a:p>
            <a:pPr/>
            <a:r>
              <a:rPr lang="en-US" altLang="zh-CN">
                <a:ea typeface="宋体" pitchFamily="2" charset="-122"/>
              </a:rPr>
              <a:t>Signals</a:t>
            </a:r>
            <a:endParaRPr/>
          </a:p>
        </p:txBody>
      </p:sp>
      <p:sp>
        <p:nvSpPr>
          <p:cNvPr id="123" name="Rectangle 3"/>
          <p:cNvSpPr>
            <a:spLocks noGrp="true" noChangeArrowheads="true"/>
          </p:cNvSpPr>
          <p:nvPr>
            <p:ph type="body" idx="1"/>
          </p:nvPr>
        </p:nvSpPr>
        <p:spPr>
          <a:xfrm>
            <a:off x="457200" y="1600200"/>
            <a:ext cx="8077200" cy="4419600"/>
          </a:xfrm>
        </p:spPr>
        <p:txBody>
          <a:bodyPr/>
          <a:lstStyle/>
          <a:p>
            <a:pPr>
              <a:lnSpc>
                <a:spcPct val="130000"/>
              </a:lnSpc>
              <a:buChar char="•"/>
              <a:defRPr sz="2800">
                <a:solidFill>
                  <a:schemeClr val="tx1">
                    <a:alpha val="100000"/>
                  </a:schemeClr>
                </a:solidFill>
                <a:latin typeface="Comic Sans MS"/>
                <a:ea typeface="Comic Sans MS"/>
                <a:cs typeface="+mn-cs"/>
              </a:defRPr>
            </a:pPr>
            <a:r>
              <a:rPr lang="en-US">
                <a:latin typeface="Comic Sans MS"/>
                <a:ea typeface="宋体"/>
                <a:cs typeface="+mn-cs"/>
              </a:rPr>
              <a:t>Linux/Unix </a:t>
            </a:r>
            <a:r>
              <a:rPr lang="en-US" sz="3200">
                <a:effectLst>
                  <a:outerShdw blurRad="38100" dist="38100" dir="2700000" sx="100000" sy="100000" algn="tl">
                    <a:srgbClr val="000000">
                      <a:alpha val="43137"/>
                    </a:srgbClr>
                  </a:outerShdw>
                </a:effectLst>
                <a:latin typeface="Comic Sans MS"/>
                <a:ea typeface="宋体"/>
                <a:cs typeface="+mn-cs"/>
              </a:rPr>
              <a:t>signal</a:t>
            </a:r>
            <a:endParaRPr lang="en-US">
              <a:effectLst>
                <a:outerShdw blurRad="38100" dist="38100" dir="2700000" sx="100000" sy="100000" algn="tl">
                  <a:srgbClr val="000000">
                    <a:alpha val="43137"/>
                  </a:srgbClr>
                </a:outerShdw>
              </a:effectLst>
              <a:latin typeface="Comic Sans MS"/>
              <a:ea typeface="宋体"/>
              <a:cs typeface="+mn-cs"/>
            </a:endParaRPr>
          </a:p>
          <a:p>
            <a:pPr lvl="1">
              <a:lnSpc>
                <a:spcPct val="130000"/>
              </a:lnSpc>
              <a:buChar char="–"/>
              <a:defRPr sz="2400">
                <a:solidFill>
                  <a:schemeClr val="tx1">
                    <a:alpha val="100000"/>
                  </a:schemeClr>
                </a:solidFill>
                <a:latin typeface="Comic Sans MS"/>
              </a:defRPr>
            </a:pPr>
            <a:r>
              <a:rPr lang="zh-CN">
                <a:latin typeface="Comic Sans MS"/>
                <a:ea typeface="宋体"/>
              </a:rPr>
              <a:t>用于进程之间的通信</a:t>
            </a:r>
            <a:endParaRPr lang="en-US">
              <a:latin typeface="Comic Sans MS"/>
              <a:ea typeface="宋体"/>
            </a:endParaRPr>
          </a:p>
          <a:p>
            <a:pPr lvl="2">
              <a:lnSpc>
                <a:spcPct val="130000"/>
              </a:lnSpc>
              <a:buChar char="–"/>
              <a:defRPr sz="2400">
                <a:solidFill>
                  <a:schemeClr val="tx1">
                    <a:alpha val="100000"/>
                  </a:schemeClr>
                </a:solidFill>
                <a:latin typeface="Comic Sans MS"/>
              </a:defRPr>
            </a:pPr>
            <a:r>
              <a:rPr lang="en-US">
                <a:latin typeface="Comic Sans MS"/>
                <a:ea typeface="宋体"/>
              </a:rPr>
              <a:t>A small message that notifies a process that an event has occurred in the system</a:t>
            </a:r>
            <a:endParaRPr/>
          </a:p>
          <a:p>
            <a:pPr lvl="1">
              <a:lnSpc>
                <a:spcPct val="130000"/>
              </a:lnSpc>
              <a:buChar char="–"/>
              <a:defRPr sz="2400">
                <a:solidFill>
                  <a:schemeClr val="tx1">
                    <a:alpha val="100000"/>
                  </a:schemeClr>
                </a:solidFill>
                <a:latin typeface="Comic Sans MS"/>
              </a:defRPr>
            </a:pPr>
            <a:r>
              <a:rPr lang="en-US">
                <a:latin typeface="Comic Sans MS"/>
                <a:ea typeface="宋体"/>
              </a:rPr>
              <a:t>A higher-level </a:t>
            </a:r>
            <a:r>
              <a:rPr lang="en-US">
                <a:solidFill>
                  <a:srgbClr val="FF0000">
                    <a:alpha val="100000"/>
                  </a:srgbClr>
                </a:solidFill>
                <a:latin typeface="Comic Sans MS"/>
                <a:ea typeface="宋体"/>
              </a:rPr>
              <a:t>software</a:t>
            </a:r>
            <a:r>
              <a:rPr lang="en-US">
                <a:latin typeface="Comic Sans MS"/>
                <a:ea typeface="宋体"/>
              </a:rPr>
              <a:t> form of </a:t>
            </a:r>
            <a:r>
              <a:rPr lang="en-US">
                <a:solidFill>
                  <a:srgbClr val="FF0000">
                    <a:alpha val="100000"/>
                  </a:srgbClr>
                </a:solidFill>
                <a:effectLst>
                  <a:outerShdw blurRad="38100" dist="38100" dir="2700000" sx="100000" sy="100000" algn="tl">
                    <a:srgbClr val="000000">
                      <a:alpha val="43137"/>
                    </a:srgbClr>
                  </a:outerShdw>
                </a:effectLst>
                <a:latin typeface="Comic Sans MS"/>
                <a:ea typeface="宋体"/>
              </a:rPr>
              <a:t>exception</a:t>
            </a:r>
            <a:endParaRPr/>
          </a:p>
          <a:p>
            <a:pPr lvl="2">
              <a:lnSpc>
                <a:spcPct val="130000"/>
              </a:lnSpc>
              <a:buChar char="–"/>
              <a:defRPr sz="2400">
                <a:solidFill>
                  <a:schemeClr val="tx1">
                    <a:alpha val="100000"/>
                  </a:schemeClr>
                </a:solidFill>
                <a:latin typeface="Comic Sans MS"/>
              </a:defRPr>
            </a:pPr>
            <a:r>
              <a:rPr lang="en-US">
                <a:latin typeface="Comic Sans MS"/>
                <a:ea typeface="宋体"/>
              </a:rPr>
              <a:t>That allows processes and the kernel to interrupt other processes</a:t>
            </a:r>
            <a:endParaRPr/>
          </a:p>
        </p:txBody>
      </p:sp>
      <p:sp>
        <p:nvSpPr>
          <p:cNvPr id="124" name=""/>
          <p:cNvSpPr txBox="true"/>
          <p:nvPr/>
        </p:nvSpPr>
        <p:spPr>
          <a:xfrm rot="0" flipH="false" flipV="false">
            <a:off x="1212850" y="5626100"/>
            <a:ext cx="7016750" cy="393700"/>
          </a:xfrm>
          <a:prstGeom prst="rect">
            <a:avLst/>
          </a:prstGeom>
          <a:ln w="6350">
            <a:prstDash val="solid"/>
          </a:ln>
        </p:spPr>
        <p:txBody>
          <a:bodyPr wrap="square">
            <a:spAutoFit/>
          </a:bodyPr>
          <a:lstStyle/>
          <a:p>
            <a:pPr/>
            <a:r>
              <a:rPr lang="zh-CN"/>
              <a:t>之前讲的</a:t>
            </a:r>
            <a:r>
              <a:rPr lang="en-US"/>
              <a:t>4</a:t>
            </a:r>
            <a:r>
              <a:rPr lang="zh-CN"/>
              <a:t>种</a:t>
            </a:r>
            <a:r>
              <a:rPr lang="en-US"/>
              <a:t>Exception</a:t>
            </a:r>
            <a:r>
              <a:rPr lang="zh-CN"/>
              <a:t>需要由硬件触发或程序自己触发</a:t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>
  <p:cSld>
    <p:spTree>
      <p:nvGrpSpPr>
        <p:cNvPr id="22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3" name="灯片编号占位符 5"/>
          <p:cNvSpPr>
            <a:spLocks noGrp="true"/>
          </p:cNvSpPr>
          <p:nvPr>
            <p:ph type="sldNum" sz="quarter" idx="12"/>
          </p:nvPr>
        </p:nvSpPr>
        <p:spPr>
          <a:noFill/>
          <a:extLst>
            <a:ext uri="{909E8E84-426E-40DD-AFC4-6F175D3DCCD1}"/>
            <a:ext uri="{91240B29-F687-4F45-9708-019B960494DF}"/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Comic Sans MS" panose="030F070203030202020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Comic Sans MS" panose="030F070203030202020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anose="030F070203030202020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Comic Sans MS" panose="030F070203030202020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Comic Sans MS" panose="030F0702030302020204" charset="0"/>
              </a:defRPr>
            </a:lvl5pPr>
            <a:lvl6pPr marL="2514600" indent="-228600" eaLnBrk="false" fontAlgn="base" hangingPunct="false">
              <a:spcBef>
                <a:spcPct val="20000"/>
              </a:spcBef>
              <a:spcAft>
                <a:spcPct val="1"/>
              </a:spcAft>
              <a:buChar char="»"/>
              <a:defRPr sz="2000">
                <a:solidFill>
                  <a:schemeClr val="tx1"/>
                </a:solidFill>
                <a:latin typeface="Comic Sans MS" panose="030F0702030302020204" charset="0"/>
              </a:defRPr>
            </a:lvl6pPr>
            <a:lvl7pPr marL="2971800" indent="-228600" eaLnBrk="false" fontAlgn="base" hangingPunct="false">
              <a:spcBef>
                <a:spcPct val="20000"/>
              </a:spcBef>
              <a:spcAft>
                <a:spcPct val="1"/>
              </a:spcAft>
              <a:buChar char="»"/>
              <a:defRPr sz="2000">
                <a:solidFill>
                  <a:schemeClr val="tx1"/>
                </a:solidFill>
                <a:latin typeface="Comic Sans MS" panose="030F0702030302020204" charset="0"/>
              </a:defRPr>
            </a:lvl7pPr>
            <a:lvl8pPr marL="3429000" indent="-228600" eaLnBrk="false" fontAlgn="base" hangingPunct="false">
              <a:spcBef>
                <a:spcPct val="20000"/>
              </a:spcBef>
              <a:spcAft>
                <a:spcPct val="1"/>
              </a:spcAft>
              <a:buChar char="»"/>
              <a:defRPr sz="2000">
                <a:solidFill>
                  <a:schemeClr val="tx1"/>
                </a:solidFill>
                <a:latin typeface="Comic Sans MS" panose="030F0702030302020204" charset="0"/>
              </a:defRPr>
            </a:lvl8pPr>
            <a:lvl9pPr marL="3886200" indent="-228600" eaLnBrk="false" fontAlgn="base" hangingPunct="false">
              <a:spcBef>
                <a:spcPct val="20000"/>
              </a:spcBef>
              <a:spcAft>
                <a:spcPct val="1"/>
              </a:spcAft>
              <a:buChar char="»"/>
              <a:defRPr sz="2000">
                <a:solidFill>
                  <a:schemeClr val="tx1"/>
                </a:solidFill>
                <a:latin typeface="Comic Sans MS" panose="030F0702030302020204" charset="0"/>
              </a:defRPr>
            </a:lvl9pPr>
          </a:lstStyle>
          <a:p>
            <a:pPr>
              <a:spcBef>
                <a:spcPct val="1"/>
              </a:spcBef>
              <a:buFontTx/>
              <a:buNone/>
            </a:pPr>
            <a:fld id="{899F1C7F-E482-FF45-85D1-6476EDCC183A}" type="slidenum">
              <a:rPr lang="zh-CN" altLang="en-US" sz="1400">
                <a:latin typeface="Times New Roman" panose="02020603050405020304" pitchFamily="18" charset="0"/>
                <a:ea typeface="宋体" pitchFamily="2" charset="-122"/>
              </a:rPr>
              <a:t>4</a:t>
            </a:fld>
            <a:endParaRPr lang="en-US" altLang="zh-CN" sz="1400">
              <a:latin typeface="Times New Roman" panose="02020603050405020304" pitchFamily="18" charset="0"/>
              <a:ea typeface="宋体" pitchFamily="2" charset="-122"/>
            </a:endParaRPr>
          </a:p>
        </p:txBody>
      </p:sp>
      <p:sp>
        <p:nvSpPr>
          <p:cNvPr id="224" name="Rectangle 2"/>
          <p:cNvSpPr>
            <a:spLocks noGrp="true" noChangeArrowheads="true"/>
          </p:cNvSpPr>
          <p:nvPr>
            <p:ph type="title"/>
          </p:nvPr>
        </p:nvSpPr>
        <p:spPr/>
        <p:txBody>
          <a:bodyPr/>
          <a:lstStyle/>
          <a:p>
            <a:pPr/>
            <a:r>
              <a:rPr lang="en-US">
                <a:latin typeface="Comic Sans MS"/>
                <a:ea typeface="宋体"/>
                <a:cs typeface="+mj-cs"/>
              </a:rPr>
              <a:t>Example: The kill Program</a:t>
            </a:r>
            <a:endParaRPr/>
          </a:p>
        </p:txBody>
      </p:sp>
      <p:sp>
        <p:nvSpPr>
          <p:cNvPr id="225" name="Rectangle 3"/>
          <p:cNvSpPr>
            <a:spLocks noGrp="true" noChangeArrowheads="true"/>
          </p:cNvSpPr>
          <p:nvPr>
            <p:ph type="body" idx="1"/>
          </p:nvPr>
        </p:nvSpPr>
        <p:spPr>
          <a:xfrm>
            <a:off x="457200" y="1600200"/>
            <a:ext cx="8077200" cy="4419600"/>
          </a:xfrm>
        </p:spPr>
        <p:txBody>
          <a:bodyPr/>
          <a:lstStyle/>
          <a:p>
            <a:pPr>
              <a:lnSpc>
                <a:spcPct val="140000"/>
              </a:lnSpc>
            </a:pPr>
            <a:r>
              <a:rPr lang="en-US" altLang="zh-CN">
                <a:ea typeface="宋体" pitchFamily="2" charset="-122"/>
              </a:rPr>
              <a:t>Kill program</a:t>
            </a:r>
            <a:endParaRPr/>
          </a:p>
          <a:p>
            <a:pPr lvl="1">
              <a:lnSpc>
                <a:spcPct val="140000"/>
              </a:lnSpc>
            </a:pPr>
            <a:r>
              <a:rPr lang="en-US" altLang="zh-CN">
                <a:ea typeface="宋体" pitchFamily="2" charset="-122"/>
              </a:rPr>
              <a:t>is located in directory</a:t>
            </a:r>
            <a:r>
              <a:rPr lang="en-US" altLang="zh-CN" b="true">
                <a:effectLst>
                  <a:outerShdw blurRad="38100" dist="38100" dir="2700000" algn="tl">
                    <a:srgbClr val="C0C0C0"/>
                  </a:outerShdw>
                </a:effectLst>
                <a:latin typeface="Courier New" panose="02070309020205020404" charset="0"/>
                <a:ea typeface="宋体" pitchFamily="2" charset="-122"/>
                <a:cs typeface="Courier New" panose="02070309020205020404" charset="0"/>
              </a:rPr>
              <a:t> /bin/</a:t>
            </a:r>
            <a:endParaRPr/>
          </a:p>
          <a:p>
            <a:pPr lvl="1">
              <a:lnSpc>
                <a:spcPct val="140000"/>
              </a:lnSpc>
            </a:pPr>
            <a:r>
              <a:rPr lang="en-US" altLang="zh-CN">
                <a:ea typeface="宋体" pitchFamily="2" charset="-122"/>
              </a:rPr>
              <a:t>sends an arbitrary </a:t>
            </a:r>
            <a:r>
              <a:rPr lang="en-US" altLang="zh-CN">
                <a:effectLst>
                  <a:outerShdw blurRad="38100" dist="38100" dir="2700000" algn="tl">
                    <a:srgbClr val="C0C0C0"/>
                  </a:outerShdw>
                </a:effectLst>
                <a:ea typeface="宋体" pitchFamily="2" charset="-122"/>
              </a:rPr>
              <a:t>signal</a:t>
            </a:r>
            <a:r>
              <a:rPr lang="en-US" altLang="zh-CN">
                <a:ea typeface="宋体" pitchFamily="2" charset="-122"/>
              </a:rPr>
              <a:t> to another process</a:t>
            </a:r>
            <a:r>
              <a:rPr lang="zh-CN" altLang="en-US">
                <a:ea typeface="宋体" pitchFamily="2" charset="-122"/>
              </a:rPr>
              <a:t> </a:t>
            </a:r>
            <a:r>
              <a:rPr lang="en-US" altLang="zh-CN">
                <a:ea typeface="宋体" pitchFamily="2" charset="-122"/>
              </a:rPr>
              <a:t>(</a:t>
            </a:r>
            <a:r>
              <a:rPr lang="zh-CN" altLang="en-US">
                <a:ea typeface="宋体" pitchFamily="2" charset="-122"/>
              </a:rPr>
              <a:t>不一定是杀死进程，可以是其他类型的信号</a:t>
            </a:r>
            <a:r>
              <a:rPr lang="en-US" altLang="zh-CN">
                <a:ea typeface="宋体" pitchFamily="2" charset="-122"/>
              </a:rPr>
              <a:t>)</a:t>
            </a:r>
            <a:endParaRPr/>
          </a:p>
          <a:p>
            <a:pPr>
              <a:lnSpc>
                <a:spcPct val="140000"/>
              </a:lnSpc>
              <a:buFontTx/>
              <a:buNone/>
            </a:pPr>
            <a:endParaRPr lang="en-US" altLang="zh-CN" sz="2400" b="true">
              <a:latin typeface="Courier New" panose="02070309020205020404" charset="0"/>
              <a:ea typeface="Courier New" panose="02070309020205020404" charset="0"/>
              <a:cs typeface="Courier New" panose="02070309020205020404" charset="0"/>
            </a:endParaRPr>
          </a:p>
          <a:p>
            <a:pPr>
              <a:lnSpc>
                <a:spcPct val="140000"/>
              </a:lnSpc>
              <a:buFontTx/>
              <a:buNone/>
            </a:pPr>
            <a:r>
              <a:rPr lang="en-US" altLang="zh-CN" sz="2400" b="true">
                <a:latin typeface="Courier New" panose="02070309020205020404" charset="0"/>
                <a:ea typeface="Courier New" panose="02070309020205020404" charset="0"/>
                <a:cs typeface="Courier New" panose="02070309020205020404" charset="0"/>
              </a:rPr>
              <a:t>e.g. unix&gt; kill -9 15213</a:t>
            </a:r>
            <a:endParaRPr/>
          </a:p>
          <a:p>
            <a:pPr lvl="1">
              <a:lnSpc>
                <a:spcPct val="140000"/>
              </a:lnSpc>
            </a:pPr>
            <a:r>
              <a:rPr lang="en-US" altLang="zh-CN">
                <a:ea typeface="宋体" pitchFamily="2" charset="-122"/>
              </a:rPr>
              <a:t>sends signal 9 (SIGKILL) to process 15213. </a:t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>
  <p:cSld>
    <p:spTree>
      <p:nvGrpSpPr>
        <p:cNvPr id="27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2" name="灯片编号占位符 5"/>
          <p:cNvSpPr>
            <a:spLocks noGrp="true"/>
          </p:cNvSpPr>
          <p:nvPr>
            <p:ph type="sldNum" sz="quarter" idx="12"/>
          </p:nvPr>
        </p:nvSpPr>
        <p:spPr>
          <a:noFill/>
          <a:extLst>
            <a:ext uri="{909E8E84-426E-40DD-AFC4-6F175D3DCCD1}"/>
            <a:ext uri="{91240B29-F687-4F45-9708-019B960494DF}"/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Comic Sans MS" panose="030F070203030202020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Comic Sans MS" panose="030F070203030202020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anose="030F070203030202020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Comic Sans MS" panose="030F070203030202020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Comic Sans MS" panose="030F0702030302020204" charset="0"/>
              </a:defRPr>
            </a:lvl5pPr>
            <a:lvl6pPr marL="2514600" indent="-228600" eaLnBrk="false" fontAlgn="base" hangingPunct="false">
              <a:spcBef>
                <a:spcPct val="20000"/>
              </a:spcBef>
              <a:spcAft>
                <a:spcPct val="1"/>
              </a:spcAft>
              <a:buChar char="»"/>
              <a:defRPr sz="2000">
                <a:solidFill>
                  <a:schemeClr val="tx1"/>
                </a:solidFill>
                <a:latin typeface="Comic Sans MS" panose="030F0702030302020204" charset="0"/>
              </a:defRPr>
            </a:lvl6pPr>
            <a:lvl7pPr marL="2971800" indent="-228600" eaLnBrk="false" fontAlgn="base" hangingPunct="false">
              <a:spcBef>
                <a:spcPct val="20000"/>
              </a:spcBef>
              <a:spcAft>
                <a:spcPct val="1"/>
              </a:spcAft>
              <a:buChar char="»"/>
              <a:defRPr sz="2000">
                <a:solidFill>
                  <a:schemeClr val="tx1"/>
                </a:solidFill>
                <a:latin typeface="Comic Sans MS" panose="030F0702030302020204" charset="0"/>
              </a:defRPr>
            </a:lvl7pPr>
            <a:lvl8pPr marL="3429000" indent="-228600" eaLnBrk="false" fontAlgn="base" hangingPunct="false">
              <a:spcBef>
                <a:spcPct val="20000"/>
              </a:spcBef>
              <a:spcAft>
                <a:spcPct val="1"/>
              </a:spcAft>
              <a:buChar char="»"/>
              <a:defRPr sz="2000">
                <a:solidFill>
                  <a:schemeClr val="tx1"/>
                </a:solidFill>
                <a:latin typeface="Comic Sans MS" panose="030F0702030302020204" charset="0"/>
              </a:defRPr>
            </a:lvl8pPr>
            <a:lvl9pPr marL="3886200" indent="-228600" eaLnBrk="false" fontAlgn="base" hangingPunct="false">
              <a:spcBef>
                <a:spcPct val="20000"/>
              </a:spcBef>
              <a:spcAft>
                <a:spcPct val="1"/>
              </a:spcAft>
              <a:buChar char="»"/>
              <a:defRPr sz="2000">
                <a:solidFill>
                  <a:schemeClr val="tx1"/>
                </a:solidFill>
                <a:latin typeface="Comic Sans MS" panose="030F0702030302020204" charset="0"/>
              </a:defRPr>
            </a:lvl9pPr>
          </a:lstStyle>
          <a:p>
            <a:pPr>
              <a:spcBef>
                <a:spcPct val="1"/>
              </a:spcBef>
              <a:buFontTx/>
              <a:buNone/>
            </a:pPr>
            <a:fld id="{E2493B75-8535-7C42-AFA5-EB0C7E6A7077}" type="slidenum">
              <a:rPr lang="zh-CN" altLang="en-US" sz="1400">
                <a:latin typeface="Times New Roman" panose="02020603050405020304" pitchFamily="18" charset="0"/>
                <a:ea typeface="宋体" pitchFamily="2" charset="-122"/>
              </a:rPr>
              <a:t>5</a:t>
            </a:fld>
            <a:endParaRPr lang="en-US" altLang="zh-CN" sz="1400">
              <a:latin typeface="Times New Roman" panose="02020603050405020304" pitchFamily="18" charset="0"/>
              <a:ea typeface="宋体" pitchFamily="2" charset="-122"/>
            </a:endParaRPr>
          </a:p>
        </p:txBody>
      </p:sp>
      <p:sp>
        <p:nvSpPr>
          <p:cNvPr id="273" name="Rectangle 2"/>
          <p:cNvSpPr>
            <a:spLocks noGrp="true" noChangeArrowheads="true"/>
          </p:cNvSpPr>
          <p:nvPr>
            <p:ph type="title"/>
          </p:nvPr>
        </p:nvSpPr>
        <p:spPr/>
        <p:txBody>
          <a:bodyPr/>
          <a:lstStyle/>
          <a:p>
            <a:pPr/>
            <a:r>
              <a:rPr lang="en-US" altLang="zh-CN">
                <a:ea typeface="宋体" pitchFamily="2" charset="-122"/>
              </a:rPr>
              <a:t>Signals Type</a:t>
            </a:r>
            <a:endParaRPr/>
          </a:p>
        </p:txBody>
      </p:sp>
      <p:sp>
        <p:nvSpPr>
          <p:cNvPr id="274" name="Rectangle 3"/>
          <p:cNvSpPr>
            <a:spLocks noGrp="true" noChangeArrowheads="true"/>
          </p:cNvSpPr>
          <p:nvPr>
            <p:ph type="body" idx="1"/>
          </p:nvPr>
        </p:nvSpPr>
        <p:spPr>
          <a:xfrm>
            <a:off x="457200" y="1676400"/>
            <a:ext cx="8229600" cy="4800600"/>
          </a:xfrm>
        </p:spPr>
        <p:txBody>
          <a:bodyPr/>
          <a:lstStyle/>
          <a:p>
            <a:pPr>
              <a:lnSpc>
                <a:spcPct val="90000"/>
              </a:lnSpc>
              <a:buChar char="•"/>
              <a:defRPr sz="2800">
                <a:solidFill>
                  <a:schemeClr val="tx1">
                    <a:alpha val="100000"/>
                  </a:schemeClr>
                </a:solidFill>
                <a:latin typeface="Comic Sans MS"/>
                <a:ea typeface="Comic Sans MS"/>
                <a:cs typeface="+mn-cs"/>
              </a:defRPr>
            </a:pPr>
            <a:r>
              <a:rPr lang="en-US">
                <a:effectLst>
                  <a:outerShdw blurRad="38100" dist="38100" dir="2700000" sx="100000" sy="100000" algn="tl">
                    <a:srgbClr val="000000">
                      <a:alpha val="43137"/>
                    </a:srgbClr>
                  </a:outerShdw>
                </a:effectLst>
                <a:latin typeface="Comic Sans MS"/>
                <a:ea typeface="宋体"/>
                <a:cs typeface="+mn-cs"/>
              </a:rPr>
              <a:t>Signal</a:t>
            </a:r>
            <a:r>
              <a:rPr lang="zh-CN">
                <a:effectLst>
                  <a:outerShdw blurRad="38100" dist="38100" dir="2700000" sx="100000" sy="100000" algn="tl">
                    <a:srgbClr val="000000">
                      <a:alpha val="43137"/>
                    </a:srgbClr>
                  </a:outerShdw>
                </a:effectLst>
                <a:latin typeface="Comic Sans MS"/>
                <a:ea typeface="宋体"/>
                <a:cs typeface="+mn-cs"/>
              </a:rPr>
              <a:t>是通知一个进程的一个消息：</a:t>
            </a:r>
            <a:endParaRPr lang="en-US">
              <a:latin typeface="Comic Sans MS"/>
              <a:ea typeface="宋体"/>
              <a:cs typeface="+mn-cs"/>
            </a:endParaRPr>
          </a:p>
          <a:p>
            <a:pPr lvl="1">
              <a:lnSpc>
                <a:spcPct val="90000"/>
              </a:lnSpc>
              <a:buChar char="–"/>
              <a:defRPr sz="2400">
                <a:solidFill>
                  <a:schemeClr val="tx1">
                    <a:alpha val="100000"/>
                  </a:schemeClr>
                </a:solidFill>
                <a:latin typeface="Comic Sans MS"/>
              </a:defRPr>
            </a:pPr>
            <a:r>
              <a:rPr lang="zh-CN">
                <a:latin typeface="Comic Sans MS"/>
                <a:ea typeface="宋体"/>
              </a:rPr>
              <a:t>系统中发生了某个类型的事件</a:t>
            </a:r>
            <a:endParaRPr lang="en-US">
              <a:latin typeface="Comic Sans MS"/>
              <a:ea typeface="宋体"/>
            </a:endParaRPr>
          </a:p>
          <a:p>
            <a:pPr marL="457200" lvl="1" indent="0">
              <a:lnSpc>
                <a:spcPct val="90000"/>
              </a:lnSpc>
              <a:buFontTx/>
              <a:buNone/>
              <a:defRPr sz="2400">
                <a:solidFill>
                  <a:schemeClr val="tx1">
                    <a:alpha val="100000"/>
                  </a:schemeClr>
                </a:solidFill>
                <a:latin typeface="Comic Sans MS"/>
              </a:defRPr>
            </a:pPr>
            <a:endParaRPr lang="en-US" sz="800">
              <a:latin typeface="Comic Sans MS"/>
              <a:ea typeface="宋体"/>
            </a:endParaRPr>
          </a:p>
          <a:p>
            <a:pPr>
              <a:lnSpc>
                <a:spcPct val="90000"/>
              </a:lnSpc>
              <a:buChar char="•"/>
              <a:defRPr sz="2800">
                <a:solidFill>
                  <a:schemeClr val="tx1">
                    <a:alpha val="100000"/>
                  </a:schemeClr>
                </a:solidFill>
                <a:latin typeface="Comic Sans MS"/>
                <a:ea typeface="Comic Sans MS"/>
                <a:cs typeface="+mn-cs"/>
              </a:defRPr>
            </a:pPr>
            <a:r>
              <a:rPr lang="zh-CN">
                <a:latin typeface="Comic Sans MS"/>
                <a:ea typeface="宋体"/>
                <a:cs typeface="+mn-cs"/>
              </a:rPr>
              <a:t>每种</a:t>
            </a:r>
            <a:r>
              <a:rPr lang="en-US">
                <a:latin typeface="Comic Sans MS"/>
                <a:ea typeface="宋体"/>
                <a:cs typeface="+mn-cs"/>
              </a:rPr>
              <a:t>signal type</a:t>
            </a:r>
            <a:r>
              <a:rPr lang="zh-CN">
                <a:latin typeface="Comic Sans MS"/>
                <a:ea typeface="宋体"/>
                <a:cs typeface="+mn-cs"/>
              </a:rPr>
              <a:t>对应系统事件的某个类型</a:t>
            </a:r>
            <a:endParaRPr lang="en-US">
              <a:latin typeface="Comic Sans MS"/>
              <a:ea typeface="宋体"/>
              <a:cs typeface="+mn-cs"/>
            </a:endParaRPr>
          </a:p>
          <a:p>
            <a:pPr lvl="1">
              <a:lnSpc>
                <a:spcPct val="90000"/>
              </a:lnSpc>
              <a:buChar char="–"/>
              <a:defRPr sz="2400">
                <a:solidFill>
                  <a:schemeClr val="tx1">
                    <a:alpha val="100000"/>
                  </a:schemeClr>
                </a:solidFill>
                <a:latin typeface="Comic Sans MS"/>
              </a:defRPr>
            </a:pPr>
            <a:r>
              <a:rPr lang="zh-CN">
                <a:latin typeface="Comic Sans MS"/>
                <a:ea typeface="宋体"/>
              </a:rPr>
              <a:t>低层次的</a:t>
            </a:r>
            <a:r>
              <a:rPr lang="zh-CN">
                <a:solidFill>
                  <a:srgbClr val="FF0000">
                    <a:alpha val="100000"/>
                  </a:srgbClr>
                </a:solidFill>
                <a:latin typeface="Comic Sans MS"/>
                <a:ea typeface="宋体"/>
              </a:rPr>
              <a:t>硬件</a:t>
            </a:r>
            <a:r>
              <a:rPr lang="zh-CN">
                <a:latin typeface="Comic Sans MS"/>
                <a:ea typeface="宋体"/>
              </a:rPr>
              <a:t>异常</a:t>
            </a:r>
            <a:endParaRPr lang="en-US">
              <a:latin typeface="Comic Sans MS"/>
              <a:ea typeface="宋体"/>
            </a:endParaRPr>
          </a:p>
          <a:p>
            <a:pPr lvl="2">
              <a:lnSpc>
                <a:spcPct val="90000"/>
              </a:lnSpc>
              <a:buChar char="•"/>
              <a:defRPr sz="2000">
                <a:solidFill>
                  <a:schemeClr val="tx1">
                    <a:alpha val="100000"/>
                  </a:schemeClr>
                </a:solidFill>
                <a:latin typeface="Comic Sans MS"/>
              </a:defRPr>
            </a:pPr>
            <a:r>
              <a:rPr lang="zh-CN">
                <a:latin typeface="Comic Sans MS"/>
                <a:ea typeface="宋体"/>
              </a:rPr>
              <a:t>一般由</a:t>
            </a:r>
            <a:r>
              <a:rPr lang="en-US">
                <a:latin typeface="Comic Sans MS"/>
                <a:ea typeface="宋体"/>
              </a:rPr>
              <a:t>kernel</a:t>
            </a:r>
            <a:r>
              <a:rPr lang="zh-CN">
                <a:latin typeface="Comic Sans MS"/>
                <a:ea typeface="宋体"/>
              </a:rPr>
              <a:t>的</a:t>
            </a:r>
            <a:r>
              <a:rPr lang="en-US">
                <a:latin typeface="Comic Sans MS"/>
                <a:ea typeface="宋体"/>
              </a:rPr>
              <a:t>exception</a:t>
            </a:r>
            <a:r>
              <a:rPr lang="zh-CN">
                <a:latin typeface="Comic Sans MS"/>
                <a:ea typeface="宋体"/>
              </a:rPr>
              <a:t> </a:t>
            </a:r>
            <a:r>
              <a:rPr lang="en-US">
                <a:latin typeface="Comic Sans MS"/>
                <a:ea typeface="宋体"/>
              </a:rPr>
              <a:t>handler</a:t>
            </a:r>
            <a:r>
              <a:rPr lang="zh-CN">
                <a:latin typeface="Comic Sans MS"/>
                <a:ea typeface="宋体"/>
              </a:rPr>
              <a:t>处理，正常用户进程看不到</a:t>
            </a:r>
            <a:endParaRPr lang="en-US">
              <a:latin typeface="Comic Sans MS"/>
              <a:ea typeface="宋体"/>
            </a:endParaRPr>
          </a:p>
          <a:p>
            <a:pPr lvl="2">
              <a:lnSpc>
                <a:spcPct val="90000"/>
              </a:lnSpc>
              <a:buChar char="•"/>
              <a:defRPr sz="2000">
                <a:solidFill>
                  <a:schemeClr val="tx1">
                    <a:alpha val="100000"/>
                  </a:schemeClr>
                </a:solidFill>
                <a:latin typeface="Comic Sans MS"/>
              </a:defRPr>
            </a:pPr>
            <a:r>
              <a:rPr lang="en-US">
                <a:latin typeface="Comic Sans MS"/>
                <a:ea typeface="宋体"/>
              </a:rPr>
              <a:t>Signal</a:t>
            </a:r>
            <a:r>
              <a:rPr lang="zh-CN">
                <a:latin typeface="Comic Sans MS"/>
                <a:ea typeface="宋体"/>
              </a:rPr>
              <a:t>提供了一种机制，把这种</a:t>
            </a:r>
            <a:r>
              <a:rPr lang="en-US">
                <a:latin typeface="Comic Sans MS"/>
                <a:ea typeface="宋体"/>
              </a:rPr>
              <a:t>exception</a:t>
            </a:r>
            <a:r>
              <a:rPr lang="zh-CN">
                <a:latin typeface="Comic Sans MS"/>
                <a:ea typeface="宋体"/>
              </a:rPr>
              <a:t>的发生告知用户进程</a:t>
            </a:r>
            <a:endParaRPr lang="en-US">
              <a:latin typeface="Comic Sans MS"/>
              <a:ea typeface="宋体"/>
            </a:endParaRPr>
          </a:p>
          <a:p>
            <a:pPr lvl="1">
              <a:lnSpc>
                <a:spcPct val="90000"/>
              </a:lnSpc>
              <a:buChar char="–"/>
              <a:defRPr sz="2400">
                <a:solidFill>
                  <a:schemeClr val="tx1">
                    <a:alpha val="100000"/>
                  </a:schemeClr>
                </a:solidFill>
                <a:latin typeface="Comic Sans MS"/>
              </a:defRPr>
            </a:pPr>
            <a:r>
              <a:rPr lang="zh-CN">
                <a:latin typeface="Comic Sans MS"/>
                <a:ea typeface="宋体"/>
              </a:rPr>
              <a:t>高层次的</a:t>
            </a:r>
            <a:r>
              <a:rPr lang="zh-CN">
                <a:solidFill>
                  <a:srgbClr val="FF0000">
                    <a:alpha val="100000"/>
                  </a:srgbClr>
                </a:solidFill>
                <a:latin typeface="Comic Sans MS"/>
                <a:ea typeface="宋体"/>
              </a:rPr>
              <a:t>软件</a:t>
            </a:r>
            <a:r>
              <a:rPr lang="zh-CN">
                <a:latin typeface="Comic Sans MS"/>
                <a:ea typeface="宋体"/>
              </a:rPr>
              <a:t>事件</a:t>
            </a:r>
            <a:endParaRPr lang="en-US">
              <a:latin typeface="Comic Sans MS"/>
              <a:ea typeface="宋体"/>
            </a:endParaRPr>
          </a:p>
          <a:p>
            <a:pPr lvl="2">
              <a:lnSpc>
                <a:spcPct val="90000"/>
              </a:lnSpc>
              <a:buChar char="•"/>
              <a:defRPr sz="2000">
                <a:solidFill>
                  <a:schemeClr val="tx1">
                    <a:alpha val="100000"/>
                  </a:schemeClr>
                </a:solidFill>
                <a:latin typeface="Comic Sans MS"/>
              </a:defRPr>
            </a:pPr>
            <a:r>
              <a:rPr lang="zh-CN">
                <a:latin typeface="Comic Sans MS"/>
                <a:ea typeface="宋体"/>
              </a:rPr>
              <a:t>来自</a:t>
            </a:r>
            <a:r>
              <a:rPr lang="en-US">
                <a:latin typeface="Comic Sans MS"/>
                <a:ea typeface="宋体"/>
              </a:rPr>
              <a:t>kernel</a:t>
            </a:r>
            <a:endParaRPr/>
          </a:p>
          <a:p>
            <a:pPr lvl="2">
              <a:lnSpc>
                <a:spcPct val="90000"/>
              </a:lnSpc>
              <a:buChar char="•"/>
              <a:defRPr sz="2000">
                <a:solidFill>
                  <a:schemeClr val="tx1">
                    <a:alpha val="100000"/>
                  </a:schemeClr>
                </a:solidFill>
                <a:latin typeface="Comic Sans MS"/>
              </a:defRPr>
            </a:pPr>
            <a:r>
              <a:rPr lang="zh-CN">
                <a:latin typeface="Comic Sans MS"/>
                <a:ea typeface="宋体"/>
              </a:rPr>
              <a:t>或来自其他用户进程</a:t>
            </a:r>
            <a:endParaRPr lang="en-US">
              <a:latin typeface="Comic Sans MS"/>
              <a:ea typeface="宋体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>
  <p:cSld>
    <p:spTree>
      <p:nvGrpSpPr>
        <p:cNvPr id="313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4" name="灯片编号占位符 5"/>
          <p:cNvSpPr>
            <a:spLocks noGrp="true"/>
          </p:cNvSpPr>
          <p:nvPr>
            <p:ph type="sldNum" sz="quarter" idx="12"/>
          </p:nvPr>
        </p:nvSpPr>
        <p:spPr>
          <a:noFill/>
          <a:extLst>
            <a:ext uri="{909E8E84-426E-40DD-AFC4-6F175D3DCCD1}"/>
            <a:ext uri="{91240B29-F687-4F45-9708-019B960494DF}"/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Comic Sans MS" panose="030F070203030202020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Comic Sans MS" panose="030F070203030202020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anose="030F070203030202020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Comic Sans MS" panose="030F070203030202020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Comic Sans MS" panose="030F0702030302020204" charset="0"/>
              </a:defRPr>
            </a:lvl5pPr>
            <a:lvl6pPr marL="2514600" indent="-228600" eaLnBrk="false" fontAlgn="base" hangingPunct="false">
              <a:spcBef>
                <a:spcPct val="20000"/>
              </a:spcBef>
              <a:spcAft>
                <a:spcPct val="1"/>
              </a:spcAft>
              <a:buChar char="»"/>
              <a:defRPr sz="2000">
                <a:solidFill>
                  <a:schemeClr val="tx1"/>
                </a:solidFill>
                <a:latin typeface="Comic Sans MS" panose="030F0702030302020204" charset="0"/>
              </a:defRPr>
            </a:lvl6pPr>
            <a:lvl7pPr marL="2971800" indent="-228600" eaLnBrk="false" fontAlgn="base" hangingPunct="false">
              <a:spcBef>
                <a:spcPct val="20000"/>
              </a:spcBef>
              <a:spcAft>
                <a:spcPct val="1"/>
              </a:spcAft>
              <a:buChar char="»"/>
              <a:defRPr sz="2000">
                <a:solidFill>
                  <a:schemeClr val="tx1"/>
                </a:solidFill>
                <a:latin typeface="Comic Sans MS" panose="030F0702030302020204" charset="0"/>
              </a:defRPr>
            </a:lvl7pPr>
            <a:lvl8pPr marL="3429000" indent="-228600" eaLnBrk="false" fontAlgn="base" hangingPunct="false">
              <a:spcBef>
                <a:spcPct val="20000"/>
              </a:spcBef>
              <a:spcAft>
                <a:spcPct val="1"/>
              </a:spcAft>
              <a:buChar char="»"/>
              <a:defRPr sz="2000">
                <a:solidFill>
                  <a:schemeClr val="tx1"/>
                </a:solidFill>
                <a:latin typeface="Comic Sans MS" panose="030F0702030302020204" charset="0"/>
              </a:defRPr>
            </a:lvl8pPr>
            <a:lvl9pPr marL="3886200" indent="-228600" eaLnBrk="false" fontAlgn="base" hangingPunct="false">
              <a:spcBef>
                <a:spcPct val="20000"/>
              </a:spcBef>
              <a:spcAft>
                <a:spcPct val="1"/>
              </a:spcAft>
              <a:buChar char="»"/>
              <a:defRPr sz="2000">
                <a:solidFill>
                  <a:schemeClr val="tx1"/>
                </a:solidFill>
                <a:latin typeface="Comic Sans MS" panose="030F0702030302020204" charset="0"/>
              </a:defRPr>
            </a:lvl9pPr>
          </a:lstStyle>
          <a:p>
            <a:pPr>
              <a:spcBef>
                <a:spcPct val="1"/>
              </a:spcBef>
              <a:buFontTx/>
              <a:buNone/>
            </a:pPr>
            <a:fld id="{447810C9-E472-E940-97D8-4CCE30F5BE9E}" type="slidenum">
              <a:rPr lang="zh-CN" altLang="en-US" sz="1400">
                <a:latin typeface="Times New Roman" panose="02020603050405020304" pitchFamily="18" charset="0"/>
                <a:ea typeface="宋体" pitchFamily="2" charset="-122"/>
              </a:rPr>
              <a:t>6</a:t>
            </a:fld>
            <a:endParaRPr lang="en-US" altLang="zh-CN" sz="1400">
              <a:latin typeface="Times New Roman" panose="02020603050405020304" pitchFamily="18" charset="0"/>
              <a:ea typeface="宋体" pitchFamily="2" charset="-122"/>
            </a:endParaRPr>
          </a:p>
        </p:txBody>
      </p:sp>
      <p:sp>
        <p:nvSpPr>
          <p:cNvPr id="315" name="Rectangle 2"/>
          <p:cNvSpPr>
            <a:spLocks noGrp="true" noChangeArrowheads="true"/>
          </p:cNvSpPr>
          <p:nvPr>
            <p:ph type="title"/>
          </p:nvPr>
        </p:nvSpPr>
        <p:spPr/>
        <p:txBody>
          <a:bodyPr/>
          <a:lstStyle/>
          <a:p>
            <a:pPr/>
            <a:r>
              <a:rPr lang="en-US" altLang="zh-CN">
                <a:ea typeface="宋体" pitchFamily="2" charset="-122"/>
              </a:rPr>
              <a:t>Hardware Events</a:t>
            </a:r>
            <a:endParaRPr/>
          </a:p>
        </p:txBody>
      </p:sp>
      <p:sp>
        <p:nvSpPr>
          <p:cNvPr id="316" name="Rectangle 3"/>
          <p:cNvSpPr>
            <a:spLocks noGrp="true" noChangeArrowheads="true"/>
          </p:cNvSpPr>
          <p:nvPr>
            <p:ph type="body" idx="1"/>
          </p:nvPr>
        </p:nvSpPr>
        <p:spPr>
          <a:xfrm>
            <a:off x="457200" y="1600200"/>
            <a:ext cx="8077200" cy="4419600"/>
          </a:xfrm>
        </p:spPr>
        <p:txBody>
          <a:bodyPr/>
          <a:lstStyle/>
          <a:p>
            <a:pPr>
              <a:defRPr/>
            </a:pPr>
            <a:r>
              <a:rPr lang="en-US" altLang="zh-CN" dirty="false">
                <a:ea typeface="宋体" pitchFamily="2" charset="-122"/>
              </a:rPr>
              <a:t>SIGFPE signal (number 8) </a:t>
            </a:r>
            <a:endParaRPr/>
          </a:p>
          <a:p>
            <a:pPr lvl="1">
              <a:defRPr/>
            </a:pPr>
            <a:r>
              <a:rPr lang="en-US" altLang="zh-CN" dirty="false">
                <a:ea typeface="宋体" pitchFamily="2" charset="-122"/>
              </a:rPr>
              <a:t>If a process attempts to </a:t>
            </a:r>
            <a:r>
              <a:rPr lang="en-US" altLang="zh-CN" u="sng" dirty="false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宋体" pitchFamily="2" charset="-122"/>
              </a:rPr>
              <a:t>divide by zero</a:t>
            </a:r>
            <a:r>
              <a:rPr lang="en-US" altLang="zh-CN" dirty="false">
                <a:ea typeface="宋体" pitchFamily="2" charset="-122"/>
              </a:rPr>
              <a:t>, then the kernel sends it a SIGFPE signal </a:t>
            </a:r>
            <a:endParaRPr/>
          </a:p>
          <a:p>
            <a:pPr>
              <a:defRPr/>
            </a:pPr>
            <a:r>
              <a:rPr lang="en-US" altLang="zh-CN" dirty="false">
                <a:ea typeface="宋体" pitchFamily="2" charset="-122"/>
              </a:rPr>
              <a:t>SIGILL signal (number 4) </a:t>
            </a:r>
            <a:endParaRPr/>
          </a:p>
          <a:p>
            <a:pPr lvl="1">
              <a:defRPr/>
            </a:pPr>
            <a:r>
              <a:rPr lang="en-US" altLang="zh-CN" dirty="false">
                <a:ea typeface="宋体" pitchFamily="2" charset="-122"/>
              </a:rPr>
              <a:t>If a process executes </a:t>
            </a:r>
            <a:r>
              <a:rPr lang="en-US" altLang="zh-CN" u="sng" dirty="false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宋体" pitchFamily="2" charset="-122"/>
              </a:rPr>
              <a:t>an illegal instruction</a:t>
            </a:r>
            <a:r>
              <a:rPr lang="en-US" altLang="zh-CN" dirty="false">
                <a:ea typeface="宋体" pitchFamily="2" charset="-122"/>
              </a:rPr>
              <a:t>, the kernel sends it a SIGILL signal. </a:t>
            </a:r>
            <a:endParaRPr/>
          </a:p>
          <a:p>
            <a:pPr>
              <a:defRPr/>
            </a:pPr>
            <a:r>
              <a:rPr lang="en-US" altLang="zh-CN" dirty="false">
                <a:ea typeface="宋体" pitchFamily="2" charset="-122"/>
              </a:rPr>
              <a:t>SIGSEGV signal (number 11) </a:t>
            </a:r>
            <a:endParaRPr/>
          </a:p>
          <a:p>
            <a:pPr lvl="1">
              <a:defRPr/>
            </a:pPr>
            <a:r>
              <a:rPr lang="en-US" altLang="zh-CN" dirty="false">
                <a:ea typeface="宋体" pitchFamily="2" charset="-122"/>
              </a:rPr>
              <a:t>If a process makes </a:t>
            </a:r>
            <a:r>
              <a:rPr lang="en-US" altLang="zh-CN" u="sng" dirty="false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宋体" pitchFamily="2" charset="-122"/>
              </a:rPr>
              <a:t>an illegal memory reference</a:t>
            </a:r>
            <a:r>
              <a:rPr lang="en-US" altLang="zh-CN" dirty="false">
                <a:ea typeface="宋体" pitchFamily="2" charset="-122"/>
              </a:rPr>
              <a:t>, the kernel sends it a SIGSEGV signal. </a:t>
            </a:r>
            <a:endParaRPr lang="zh-CN" altLang="en-US" dirty="false">
              <a:ea typeface="宋体" pitchFamily="2" charset="-122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>
  <p:cSld>
    <p:spTree>
      <p:nvGrpSpPr>
        <p:cNvPr id="357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" name="灯片编号占位符 5"/>
          <p:cNvSpPr>
            <a:spLocks noGrp="true"/>
          </p:cNvSpPr>
          <p:nvPr>
            <p:ph type="sldNum" sz="quarter" idx="12"/>
          </p:nvPr>
        </p:nvSpPr>
        <p:spPr>
          <a:noFill/>
          <a:extLst>
            <a:ext uri="{909E8E84-426E-40DD-AFC4-6F175D3DCCD1}"/>
            <a:ext uri="{91240B29-F687-4F45-9708-019B960494DF}"/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Comic Sans MS" panose="030F070203030202020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Comic Sans MS" panose="030F070203030202020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anose="030F070203030202020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Comic Sans MS" panose="030F070203030202020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Comic Sans MS" panose="030F0702030302020204" charset="0"/>
              </a:defRPr>
            </a:lvl5pPr>
            <a:lvl6pPr marL="2514600" indent="-228600" eaLnBrk="false" fontAlgn="base" hangingPunct="false">
              <a:spcBef>
                <a:spcPct val="20000"/>
              </a:spcBef>
              <a:spcAft>
                <a:spcPct val="1"/>
              </a:spcAft>
              <a:buChar char="»"/>
              <a:defRPr sz="2000">
                <a:solidFill>
                  <a:schemeClr val="tx1"/>
                </a:solidFill>
                <a:latin typeface="Comic Sans MS" panose="030F0702030302020204" charset="0"/>
              </a:defRPr>
            </a:lvl6pPr>
            <a:lvl7pPr marL="2971800" indent="-228600" eaLnBrk="false" fontAlgn="base" hangingPunct="false">
              <a:spcBef>
                <a:spcPct val="20000"/>
              </a:spcBef>
              <a:spcAft>
                <a:spcPct val="1"/>
              </a:spcAft>
              <a:buChar char="»"/>
              <a:defRPr sz="2000">
                <a:solidFill>
                  <a:schemeClr val="tx1"/>
                </a:solidFill>
                <a:latin typeface="Comic Sans MS" panose="030F0702030302020204" charset="0"/>
              </a:defRPr>
            </a:lvl7pPr>
            <a:lvl8pPr marL="3429000" indent="-228600" eaLnBrk="false" fontAlgn="base" hangingPunct="false">
              <a:spcBef>
                <a:spcPct val="20000"/>
              </a:spcBef>
              <a:spcAft>
                <a:spcPct val="1"/>
              </a:spcAft>
              <a:buChar char="»"/>
              <a:defRPr sz="2000">
                <a:solidFill>
                  <a:schemeClr val="tx1"/>
                </a:solidFill>
                <a:latin typeface="Comic Sans MS" panose="030F0702030302020204" charset="0"/>
              </a:defRPr>
            </a:lvl8pPr>
            <a:lvl9pPr marL="3886200" indent="-228600" eaLnBrk="false" fontAlgn="base" hangingPunct="false">
              <a:spcBef>
                <a:spcPct val="20000"/>
              </a:spcBef>
              <a:spcAft>
                <a:spcPct val="1"/>
              </a:spcAft>
              <a:buChar char="»"/>
              <a:defRPr sz="2000">
                <a:solidFill>
                  <a:schemeClr val="tx1"/>
                </a:solidFill>
                <a:latin typeface="Comic Sans MS" panose="030F0702030302020204" charset="0"/>
              </a:defRPr>
            </a:lvl9pPr>
          </a:lstStyle>
          <a:p>
            <a:pPr>
              <a:spcBef>
                <a:spcPct val="1"/>
              </a:spcBef>
              <a:buFontTx/>
              <a:buNone/>
            </a:pPr>
            <a:fld id="{3E5AC440-82AD-9C46-B9F1-384E5D9430D9}" type="slidenum">
              <a:rPr lang="zh-CN" altLang="en-US" sz="1400">
                <a:latin typeface="Times New Roman" panose="02020603050405020304" pitchFamily="18" charset="0"/>
                <a:ea typeface="宋体" pitchFamily="2" charset="-122"/>
              </a:rPr>
              <a:t>7</a:t>
            </a:fld>
            <a:endParaRPr lang="en-US" altLang="zh-CN" sz="1400">
              <a:latin typeface="Times New Roman" panose="02020603050405020304" pitchFamily="18" charset="0"/>
              <a:ea typeface="宋体" pitchFamily="2" charset="-122"/>
            </a:endParaRPr>
          </a:p>
        </p:txBody>
      </p:sp>
      <p:sp>
        <p:nvSpPr>
          <p:cNvPr id="359" name="Rectangle 2"/>
          <p:cNvSpPr>
            <a:spLocks noGrp="true" noChangeArrowheads="true"/>
          </p:cNvSpPr>
          <p:nvPr>
            <p:ph type="title"/>
          </p:nvPr>
        </p:nvSpPr>
        <p:spPr/>
        <p:txBody>
          <a:bodyPr/>
          <a:lstStyle/>
          <a:p>
            <a:pPr/>
            <a:r>
              <a:rPr lang="en-US" altLang="zh-CN">
                <a:ea typeface="宋体" pitchFamily="2" charset="-122"/>
              </a:rPr>
              <a:t>Software Events</a:t>
            </a:r>
            <a:endParaRPr/>
          </a:p>
        </p:txBody>
      </p:sp>
      <p:sp>
        <p:nvSpPr>
          <p:cNvPr id="360" name="Rectangle 3"/>
          <p:cNvSpPr>
            <a:spLocks noGrp="true" noChangeArrowheads="true"/>
          </p:cNvSpPr>
          <p:nvPr>
            <p:ph type="body" idx="1"/>
          </p:nvPr>
        </p:nvSpPr>
        <p:spPr>
          <a:xfrm>
            <a:off x="457200" y="1600200"/>
            <a:ext cx="8077200" cy="4419600"/>
          </a:xfrm>
        </p:spPr>
        <p:txBody>
          <a:bodyPr/>
          <a:lstStyle/>
          <a:p>
            <a:pPr>
              <a:defRPr/>
            </a:pPr>
            <a:r>
              <a:rPr lang="en-US" altLang="zh-CN" dirty="false">
                <a:ea typeface="宋体" pitchFamily="2" charset="-122"/>
              </a:rPr>
              <a:t>SIGINT signal (number 2) </a:t>
            </a:r>
            <a:endParaRPr/>
          </a:p>
          <a:p>
            <a:pPr lvl="1">
              <a:defRPr/>
            </a:pPr>
            <a:r>
              <a:rPr lang="en-US" altLang="zh-CN" sz="2000" dirty="false">
                <a:ea typeface="宋体" pitchFamily="2" charset="-122"/>
              </a:rPr>
              <a:t>While a process is running in the foreground</a:t>
            </a:r>
            <a:endParaRPr/>
          </a:p>
          <a:p>
            <a:pPr lvl="1">
              <a:defRPr/>
            </a:pPr>
            <a:r>
              <a:rPr lang="en-US" altLang="zh-CN" sz="2000" dirty="false">
                <a:ea typeface="宋体" pitchFamily="2" charset="-122"/>
              </a:rPr>
              <a:t>if you type a </a:t>
            </a:r>
            <a:r>
              <a:rPr lang="en-US" altLang="zh-CN" sz="2000" b="true" u="sng" dirty="false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urier New" panose="02070309020205020404" charset="0"/>
                <a:ea typeface="宋体" pitchFamily="2" charset="-122"/>
                <a:cs typeface="Courier New" panose="02070309020205020404" charset="0"/>
              </a:rPr>
              <a:t>ctrl-c</a:t>
            </a:r>
            <a:endParaRPr/>
          </a:p>
          <a:p>
            <a:pPr lvl="1">
              <a:defRPr/>
            </a:pPr>
            <a:r>
              <a:rPr lang="en-US" altLang="zh-CN" sz="2000" dirty="false">
                <a:ea typeface="宋体" pitchFamily="2" charset="-122"/>
              </a:rPr>
              <a:t>then the kernel sends a SIGINT signal to the process </a:t>
            </a:r>
            <a:endParaRPr/>
          </a:p>
          <a:p>
            <a:pPr>
              <a:defRPr/>
            </a:pPr>
            <a:r>
              <a:rPr lang="en-US" altLang="zh-CN" dirty="false">
                <a:ea typeface="宋体" pitchFamily="2" charset="-122"/>
              </a:rPr>
              <a:t>SIGKILL signal (number 9) </a:t>
            </a:r>
            <a:endParaRPr/>
          </a:p>
          <a:p>
            <a:pPr lvl="1">
              <a:defRPr/>
            </a:pPr>
            <a:r>
              <a:rPr lang="en-US" altLang="zh-CN" sz="2000" dirty="false">
                <a:ea typeface="宋体" pitchFamily="2" charset="-122"/>
              </a:rPr>
              <a:t>A process can forcibly </a:t>
            </a:r>
            <a:r>
              <a:rPr lang="en-US" altLang="zh-CN" sz="2000" u="sng" dirty="false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宋体" pitchFamily="2" charset="-122"/>
              </a:rPr>
              <a:t>terminate</a:t>
            </a:r>
            <a:r>
              <a:rPr lang="en-US" altLang="zh-CN" sz="2000" dirty="false">
                <a:ea typeface="宋体" pitchFamily="2" charset="-122"/>
              </a:rPr>
              <a:t> another process</a:t>
            </a:r>
            <a:endParaRPr/>
          </a:p>
          <a:p>
            <a:pPr lvl="1">
              <a:defRPr/>
            </a:pPr>
            <a:r>
              <a:rPr lang="en-US" altLang="zh-CN" sz="2000" dirty="false">
                <a:ea typeface="宋体" pitchFamily="2" charset="-122"/>
              </a:rPr>
              <a:t>by sending it a SIGKILL signal</a:t>
            </a:r>
            <a:endParaRPr/>
          </a:p>
          <a:p>
            <a:pPr>
              <a:defRPr/>
            </a:pPr>
            <a:r>
              <a:rPr lang="en-US" altLang="zh-CN" dirty="false">
                <a:ea typeface="宋体" pitchFamily="2" charset="-122"/>
              </a:rPr>
              <a:t>SIGCHLD signal (number 17) </a:t>
            </a:r>
            <a:endParaRPr/>
          </a:p>
          <a:p>
            <a:pPr lvl="1">
              <a:defRPr/>
            </a:pPr>
            <a:r>
              <a:rPr lang="en-US" altLang="zh-CN" sz="2000" dirty="false">
                <a:ea typeface="宋体" pitchFamily="2" charset="-122"/>
              </a:rPr>
              <a:t>When a child process </a:t>
            </a:r>
            <a:r>
              <a:rPr lang="en-US" altLang="zh-CN" sz="2000" u="sng" dirty="false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宋体" pitchFamily="2" charset="-122"/>
              </a:rPr>
              <a:t>terminates</a:t>
            </a:r>
            <a:r>
              <a:rPr lang="en-US" altLang="zh-CN" sz="2000" dirty="false">
                <a:ea typeface="宋体" pitchFamily="2" charset="-122"/>
              </a:rPr>
              <a:t> or </a:t>
            </a:r>
            <a:r>
              <a:rPr lang="en-US" altLang="zh-CN" sz="2000" u="sng" dirty="false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宋体" pitchFamily="2" charset="-122"/>
              </a:rPr>
              <a:t>stops</a:t>
            </a:r>
            <a:r>
              <a:rPr lang="en-US" altLang="zh-CN" sz="2000" dirty="false">
                <a:ea typeface="宋体" pitchFamily="2" charset="-122"/>
              </a:rPr>
              <a:t>, </a:t>
            </a:r>
            <a:endParaRPr/>
          </a:p>
          <a:p>
            <a:pPr lvl="1">
              <a:defRPr/>
            </a:pPr>
            <a:r>
              <a:rPr lang="en-US" altLang="zh-CN" sz="2000" dirty="false">
                <a:ea typeface="宋体" pitchFamily="2" charset="-122"/>
              </a:rPr>
              <a:t>the kernel sends a SIGCHLD signal to the parent.</a:t>
            </a:r>
            <a:endParaRPr lang="zh-CN" altLang="en-US" sz="2000" dirty="false">
              <a:ea typeface="宋体" pitchFamily="2" charset="-122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410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1" name="Title 1"/>
          <p:cNvSpPr>
            <a:spLocks noGrp="true" noChangeArrowheads="true"/>
          </p:cNvSpPr>
          <p:nvPr>
            <p:ph type="title"/>
          </p:nvPr>
        </p:nvSpPr>
        <p:spPr/>
        <p:txBody>
          <a:bodyPr/>
          <a:lstStyle/>
          <a:p>
            <a:pPr/>
            <a:r>
              <a:rPr lang="en-US" altLang="zh-CN">
                <a:ea typeface="宋体" pitchFamily="2" charset="-122"/>
              </a:rPr>
              <a:t>Linux Signals</a:t>
            </a:r>
            <a:endParaRPr lang="zh-CN" altLang="en-US">
              <a:ea typeface="宋体" pitchFamily="2" charset="-122"/>
            </a:endParaRPr>
          </a:p>
        </p:txBody>
      </p:sp>
      <p:sp>
        <p:nvSpPr>
          <p:cNvPr id="412" name="Slide Number Placeholder 3"/>
          <p:cNvSpPr>
            <a:spLocks noGrp="true"/>
          </p:cNvSpPr>
          <p:nvPr>
            <p:ph type="sldNum" sz="quarter" idx="12"/>
          </p:nvPr>
        </p:nvSpPr>
        <p:spPr>
          <a:noFill/>
          <a:extLst>
            <a:ext uri="{909E8E84-426E-40DD-AFC4-6F175D3DCCD1}"/>
            <a:ext uri="{91240B29-F687-4F45-9708-019B960494DF}"/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Comic Sans MS" panose="030F070203030202020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Comic Sans MS" panose="030F070203030202020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anose="030F070203030202020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Comic Sans MS" panose="030F070203030202020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Comic Sans MS" panose="030F0702030302020204" charset="0"/>
              </a:defRPr>
            </a:lvl5pPr>
            <a:lvl6pPr marL="2514600" indent="-228600" eaLnBrk="false" fontAlgn="base" hangingPunct="false">
              <a:spcBef>
                <a:spcPct val="20000"/>
              </a:spcBef>
              <a:spcAft>
                <a:spcPct val="1"/>
              </a:spcAft>
              <a:buChar char="»"/>
              <a:defRPr sz="2000">
                <a:solidFill>
                  <a:schemeClr val="tx1"/>
                </a:solidFill>
                <a:latin typeface="Comic Sans MS" panose="030F0702030302020204" charset="0"/>
              </a:defRPr>
            </a:lvl6pPr>
            <a:lvl7pPr marL="2971800" indent="-228600" eaLnBrk="false" fontAlgn="base" hangingPunct="false">
              <a:spcBef>
                <a:spcPct val="20000"/>
              </a:spcBef>
              <a:spcAft>
                <a:spcPct val="1"/>
              </a:spcAft>
              <a:buChar char="»"/>
              <a:defRPr sz="2000">
                <a:solidFill>
                  <a:schemeClr val="tx1"/>
                </a:solidFill>
                <a:latin typeface="Comic Sans MS" panose="030F0702030302020204" charset="0"/>
              </a:defRPr>
            </a:lvl7pPr>
            <a:lvl8pPr marL="3429000" indent="-228600" eaLnBrk="false" fontAlgn="base" hangingPunct="false">
              <a:spcBef>
                <a:spcPct val="20000"/>
              </a:spcBef>
              <a:spcAft>
                <a:spcPct val="1"/>
              </a:spcAft>
              <a:buChar char="»"/>
              <a:defRPr sz="2000">
                <a:solidFill>
                  <a:schemeClr val="tx1"/>
                </a:solidFill>
                <a:latin typeface="Comic Sans MS" panose="030F0702030302020204" charset="0"/>
              </a:defRPr>
            </a:lvl8pPr>
            <a:lvl9pPr marL="3886200" indent="-228600" eaLnBrk="false" fontAlgn="base" hangingPunct="false">
              <a:spcBef>
                <a:spcPct val="20000"/>
              </a:spcBef>
              <a:spcAft>
                <a:spcPct val="1"/>
              </a:spcAft>
              <a:buChar char="»"/>
              <a:defRPr sz="2000">
                <a:solidFill>
                  <a:schemeClr val="tx1"/>
                </a:solidFill>
                <a:latin typeface="Comic Sans MS" panose="030F0702030302020204" charset="0"/>
              </a:defRPr>
            </a:lvl9pPr>
          </a:lstStyle>
          <a:p>
            <a:pPr>
              <a:spcBef>
                <a:spcPct val="1"/>
              </a:spcBef>
              <a:buFontTx/>
              <a:buNone/>
            </a:pPr>
            <a:fld id="{D70A39D4-EF6B-BA41-8059-D22E5FB5BB56}" type="slidenum">
              <a:rPr lang="zh-CN" altLang="en-US" sz="1400">
                <a:latin typeface="Times New Roman" panose="02020603050405020304" pitchFamily="18" charset="0"/>
                <a:ea typeface="宋体" pitchFamily="2" charset="-122"/>
              </a:rPr>
              <a:t>8</a:t>
            </a:fld>
            <a:endParaRPr lang="en-US" altLang="zh-CN" sz="1400">
              <a:latin typeface="Times New Roman" panose="02020603050405020304" pitchFamily="18" charset="0"/>
              <a:ea typeface="宋体" pitchFamily="2" charset="-122"/>
            </a:endParaRPr>
          </a:p>
        </p:txBody>
      </p:sp>
      <p:pic>
        <p:nvPicPr>
          <p:cNvPr id="413" name="Picture 2"/>
          <p:cNvPicPr>
            <a:picLocks noChangeAspect="true" noChangeArrowheads="true"/>
          </p:cNvPicPr>
          <p:nvPr/>
        </p:nvPicPr>
        <p:blipFill>
          <a:blip r:embed="rId1">
            <a:extLst>
              <a:ext uri="{28A0092B-C50C-407E-A947-70E740481C1C}"/>
            </a:extLst>
          </a:blip>
          <a:srcRect/>
          <a:stretch>
            <a:fillRect/>
          </a:stretch>
        </p:blipFill>
        <p:spPr bwMode="auto">
          <a:xfrm>
            <a:off x="762000" y="1981200"/>
            <a:ext cx="6934200" cy="45497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/>
            <a:ext uri="{91240B29-F687-4F45-9708-019B960494DF}"/>
            <a:ext uri="{AF507438-7753-43E0-B8FC-AC1667EBCBE1}"/>
          </a:extLst>
        </p:spPr>
      </p:pic>
      <p:sp>
        <p:nvSpPr>
          <p:cNvPr id="414" name="Rectangle 3"/>
          <p:cNvSpPr txBox="true">
            <a:spLocks noChangeArrowheads="true"/>
          </p:cNvSpPr>
          <p:nvPr/>
        </p:nvSpPr>
        <p:spPr bwMode="auto">
          <a:xfrm>
            <a:off x="762000" y="1524000"/>
            <a:ext cx="7772400" cy="533400"/>
          </a:xfrm>
          <a:prstGeom prst="rect">
            <a:avLst/>
          </a:prstGeom>
          <a:noFill/>
          <a:ln>
            <a:noFill/>
          </a:ln>
          <a:extLst>
            <a:ext uri="{909E8E84-426E-40DD-AFC4-6F175D3DCCD1}"/>
            <a:ext uri="{91240B29-F687-4F45-9708-019B960494DF}"/>
          </a:extLst>
        </p:spPr>
        <p:txBody>
          <a:bodyPr/>
          <a:lstStyle>
            <a:lvl1pPr marL="342900" indent="-342900" algn="l" rtl="false" eaLnBrk="false" fontAlgn="base" hangingPunct="false">
              <a:spcBef>
                <a:spcPct val="20000"/>
              </a:spcBef>
              <a:spcAft>
                <a:spcPct val="1"/>
              </a:spcAft>
              <a:buChar char="•"/>
              <a:defRPr sz="2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false" eaLnBrk="false" fontAlgn="base" hangingPunct="false">
              <a:spcBef>
                <a:spcPct val="20000"/>
              </a:spcBef>
              <a:spcAft>
                <a:spcPct val="1"/>
              </a:spcAft>
              <a:buChar char="–"/>
              <a:defRPr sz="2400">
                <a:solidFill>
                  <a:schemeClr val="tx1"/>
                </a:solidFill>
                <a:latin typeface="+mn-lt"/>
              </a:defRPr>
            </a:lvl2pPr>
            <a:lvl3pPr marL="1143000" indent="-228600" algn="l" rtl="false" eaLnBrk="false" fontAlgn="base" hangingPunct="false">
              <a:spcBef>
                <a:spcPct val="20000"/>
              </a:spcBef>
              <a:spcAft>
                <a:spcPct val="1"/>
              </a:spcAft>
              <a:buChar char="•"/>
              <a:defRPr sz="2000">
                <a:solidFill>
                  <a:schemeClr val="tx1"/>
                </a:solidFill>
                <a:latin typeface="+mn-lt"/>
              </a:defRPr>
            </a:lvl3pPr>
            <a:lvl4pPr marL="1600200" indent="-228600" algn="l" rtl="false" eaLnBrk="false" fontAlgn="base" hangingPunct="false">
              <a:spcBef>
                <a:spcPct val="20000"/>
              </a:spcBef>
              <a:spcAft>
                <a:spcPct val="1"/>
              </a:spcAft>
              <a:buChar char="–"/>
              <a:defRPr sz="2000">
                <a:solidFill>
                  <a:schemeClr val="tx1"/>
                </a:solidFill>
                <a:latin typeface="+mn-lt"/>
              </a:defRPr>
            </a:lvl4pPr>
            <a:lvl5pPr marL="2057400" indent="-228600" algn="l" rtl="false" eaLnBrk="false" fontAlgn="base" hangingPunct="false">
              <a:spcBef>
                <a:spcPct val="20000"/>
              </a:spcBef>
              <a:spcAft>
                <a:spcPct val="1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5pPr>
            <a:lvl6pPr marL="2514600" indent="-228600" algn="l" rtl="false" eaLnBrk="false" fontAlgn="base" hangingPunct="false">
              <a:spcBef>
                <a:spcPct val="20000"/>
              </a:spcBef>
              <a:spcAft>
                <a:spcPct val="1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6pPr>
            <a:lvl7pPr marL="2971800" indent="-228600" algn="l" rtl="false" eaLnBrk="false" fontAlgn="base" hangingPunct="false">
              <a:spcBef>
                <a:spcPct val="20000"/>
              </a:spcBef>
              <a:spcAft>
                <a:spcPct val="1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7pPr>
            <a:lvl8pPr marL="3429000" indent="-228600" algn="l" rtl="false" eaLnBrk="false" fontAlgn="base" hangingPunct="false">
              <a:spcBef>
                <a:spcPct val="20000"/>
              </a:spcBef>
              <a:spcAft>
                <a:spcPct val="1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8pPr>
            <a:lvl9pPr marL="3886200" indent="-228600" algn="l" rtl="false" eaLnBrk="false" fontAlgn="base" hangingPunct="false">
              <a:spcBef>
                <a:spcPct val="20000"/>
              </a:spcBef>
              <a:spcAft>
                <a:spcPct val="1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9pPr>
          </a:lstStyle>
          <a:p>
            <a:pPr marL="0" indent="0">
              <a:buFontTx/>
              <a:buNone/>
              <a:defRPr/>
            </a:pPr>
            <a:r>
              <a:rPr lang="en-US" altLang="zh-CN" sz="2400" dirty="false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urier New" panose="02070309020205020404" charset="0"/>
                <a:ea typeface="宋体" pitchFamily="2" charset="-122"/>
                <a:cs typeface="Courier New" panose="02070309020205020404" charset="0"/>
              </a:rPr>
              <a:t>&gt; man signal</a:t>
            </a:r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>
  <p:cSld>
    <p:spTree>
      <p:nvGrpSpPr>
        <p:cNvPr id="450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1" name="标题 1"/>
          <p:cNvSpPr>
            <a:spLocks noGrp="true"/>
          </p:cNvSpPr>
          <p:nvPr>
            <p:ph type="title"/>
          </p:nvPr>
        </p:nvSpPr>
        <p:spPr/>
        <p:txBody>
          <a:bodyPr/>
          <a:lstStyle/>
          <a:p>
            <a:pPr/>
            <a:r>
              <a:rPr lang="en-US" altLang="zh-CN">
                <a:ea typeface="宋体" pitchFamily="2" charset="-122"/>
              </a:rPr>
              <a:t>Linux Signals</a:t>
            </a:r>
            <a:endParaRPr kumimoji="true" lang="zh-CN" altLang="en-US"/>
          </a:p>
        </p:txBody>
      </p:sp>
      <p:sp>
        <p:nvSpPr>
          <p:cNvPr id="452" name="内容占位符 2"/>
          <p:cNvSpPr>
            <a:spLocks noGrp="true"/>
          </p:cNvSpPr>
          <p:nvPr>
            <p:ph idx="1"/>
          </p:nvPr>
        </p:nvSpPr>
        <p:spPr/>
        <p:txBody>
          <a:bodyPr/>
          <a:lstStyle/>
          <a:p>
            <a:pPr>
              <a:buChar char="•"/>
            </a:pPr>
            <a:r>
              <a:rPr lang="en-US"/>
              <a:t>Linux</a:t>
            </a:r>
            <a:r>
              <a:rPr lang="zh-CN"/>
              <a:t>系统共定义了</a:t>
            </a:r>
            <a:r>
              <a:rPr lang="en-US"/>
              <a:t>64</a:t>
            </a:r>
            <a:r>
              <a:rPr lang="zh-CN"/>
              <a:t>种信号</a:t>
            </a:r>
            <a:endParaRPr lang="en-US"/>
          </a:p>
          <a:p>
            <a:pPr lvl="1">
              <a:buChar char="–"/>
            </a:pPr>
            <a:r>
              <a:rPr lang="zh-CN"/>
              <a:t>不可靠信号： 也称为非实时信号，</a:t>
            </a:r>
            <a:r>
              <a:rPr lang="en-US"/>
              <a:t>standard signal</a:t>
            </a:r>
            <a:endParaRPr/>
          </a:p>
          <a:p>
            <a:pPr lvl="2">
              <a:buChar char="•"/>
            </a:pPr>
            <a:r>
              <a:rPr lang="zh-CN"/>
              <a:t>不支持排队，信号可能会丢失</a:t>
            </a:r>
            <a:r>
              <a:rPr lang="en-US"/>
              <a:t>, </a:t>
            </a:r>
            <a:r>
              <a:rPr lang="zh-CN"/>
              <a:t>比如发送多次相同的信号</a:t>
            </a:r>
            <a:r>
              <a:rPr lang="en-US"/>
              <a:t>, </a:t>
            </a:r>
            <a:r>
              <a:rPr lang="zh-CN"/>
              <a:t>进程只能收到一次</a:t>
            </a:r>
            <a:endParaRPr lang="en-US"/>
          </a:p>
          <a:p>
            <a:pPr lvl="2">
              <a:buChar char="•"/>
            </a:pPr>
            <a:r>
              <a:rPr lang="en-US"/>
              <a:t>signal number</a:t>
            </a:r>
            <a:r>
              <a:rPr lang="zh-CN"/>
              <a:t>为</a:t>
            </a:r>
            <a:r>
              <a:rPr lang="en-US"/>
              <a:t>1~31</a:t>
            </a:r>
            <a:endParaRPr/>
          </a:p>
          <a:p>
            <a:pPr lvl="1">
              <a:buChar char="–"/>
            </a:pPr>
            <a:r>
              <a:rPr lang="zh-CN"/>
              <a:t>可靠信号： 也称为实时信号，</a:t>
            </a:r>
            <a:r>
              <a:rPr lang="en-US"/>
              <a:t>real-time signal</a:t>
            </a:r>
            <a:endParaRPr/>
          </a:p>
          <a:p>
            <a:pPr lvl="2">
              <a:buChar char="•"/>
            </a:pPr>
            <a:r>
              <a:rPr lang="zh-CN"/>
              <a:t>支持排队</a:t>
            </a:r>
            <a:r>
              <a:rPr lang="en-US"/>
              <a:t>, </a:t>
            </a:r>
            <a:r>
              <a:rPr lang="zh-CN"/>
              <a:t>信号不会丢失</a:t>
            </a:r>
            <a:r>
              <a:rPr lang="en-US"/>
              <a:t>, </a:t>
            </a:r>
            <a:r>
              <a:rPr lang="zh-CN"/>
              <a:t>发多少次</a:t>
            </a:r>
            <a:r>
              <a:rPr lang="en-US"/>
              <a:t>, </a:t>
            </a:r>
            <a:r>
              <a:rPr lang="zh-CN"/>
              <a:t>就可以收到多少次</a:t>
            </a:r>
            <a:endParaRPr lang="en-US"/>
          </a:p>
          <a:p>
            <a:pPr lvl="2">
              <a:buChar char="•"/>
            </a:pPr>
            <a:r>
              <a:rPr lang="en-US"/>
              <a:t>signal number</a:t>
            </a:r>
            <a:r>
              <a:rPr lang="zh-CN"/>
              <a:t>为</a:t>
            </a:r>
            <a:r>
              <a:rPr lang="en-US"/>
              <a:t>32~64</a:t>
            </a:r>
            <a:endParaRPr/>
          </a:p>
          <a:p>
            <a:pPr lvl="2">
              <a:buChar char="•"/>
            </a:pPr>
            <a:r>
              <a:rPr lang="zh-CN"/>
              <a:t>用户可以自定义这些信号</a:t>
            </a:r>
            <a:endParaRPr/>
          </a:p>
          <a:p>
            <a:pPr>
              <a:buChar char="•"/>
            </a:pPr>
            <a:endParaRPr lang="zh-CN"/>
          </a:p>
        </p:txBody>
      </p:sp>
      <p:sp>
        <p:nvSpPr>
          <p:cNvPr id="453" name="幻灯片编号占位符 3"/>
          <p:cNvSpPr>
            <a:spLocks noGrp="true"/>
          </p:cNvSpPr>
          <p:nvPr>
            <p:ph type="sldNum" sz="quarter" idx="12"/>
          </p:nvPr>
        </p:nvSpPr>
        <p:spPr>
          <a:noFill/>
          <a:extLst>
            <a:ext uri="{909E8E84-426E-40DD-AFC4-6F175D3DCCD1}"/>
            <a:ext uri="{91240B29-F687-4F45-9708-019B960494DF}"/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Comic Sans MS" panose="030F070203030202020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Comic Sans MS" panose="030F070203030202020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anose="030F070203030202020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Comic Sans MS" panose="030F070203030202020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Comic Sans MS" panose="030F0702030302020204" charset="0"/>
              </a:defRPr>
            </a:lvl5pPr>
            <a:lvl6pPr marL="2514600" indent="-228600" eaLnBrk="false" fontAlgn="base" hangingPunct="false">
              <a:spcBef>
                <a:spcPct val="20000"/>
              </a:spcBef>
              <a:spcAft>
                <a:spcPct val="1"/>
              </a:spcAft>
              <a:buChar char="»"/>
              <a:defRPr sz="2000">
                <a:solidFill>
                  <a:schemeClr val="tx1"/>
                </a:solidFill>
                <a:latin typeface="Comic Sans MS" panose="030F0702030302020204" charset="0"/>
              </a:defRPr>
            </a:lvl6pPr>
            <a:lvl7pPr marL="2971800" indent="-228600" eaLnBrk="false" fontAlgn="base" hangingPunct="false">
              <a:spcBef>
                <a:spcPct val="20000"/>
              </a:spcBef>
              <a:spcAft>
                <a:spcPct val="1"/>
              </a:spcAft>
              <a:buChar char="»"/>
              <a:defRPr sz="2000">
                <a:solidFill>
                  <a:schemeClr val="tx1"/>
                </a:solidFill>
                <a:latin typeface="Comic Sans MS" panose="030F0702030302020204" charset="0"/>
              </a:defRPr>
            </a:lvl7pPr>
            <a:lvl8pPr marL="3429000" indent="-228600" eaLnBrk="false" fontAlgn="base" hangingPunct="false">
              <a:spcBef>
                <a:spcPct val="20000"/>
              </a:spcBef>
              <a:spcAft>
                <a:spcPct val="1"/>
              </a:spcAft>
              <a:buChar char="»"/>
              <a:defRPr sz="2000">
                <a:solidFill>
                  <a:schemeClr val="tx1"/>
                </a:solidFill>
                <a:latin typeface="Comic Sans MS" panose="030F0702030302020204" charset="0"/>
              </a:defRPr>
            </a:lvl8pPr>
            <a:lvl9pPr marL="3886200" indent="-228600" eaLnBrk="false" fontAlgn="base" hangingPunct="false">
              <a:spcBef>
                <a:spcPct val="20000"/>
              </a:spcBef>
              <a:spcAft>
                <a:spcPct val="1"/>
              </a:spcAft>
              <a:buChar char="»"/>
              <a:defRPr sz="2000">
                <a:solidFill>
                  <a:schemeClr val="tx1"/>
                </a:solidFill>
                <a:latin typeface="Comic Sans MS" panose="030F0702030302020204" charset="0"/>
              </a:defRPr>
            </a:lvl9pPr>
          </a:lstStyle>
          <a:p>
            <a:pPr>
              <a:spcBef>
                <a:spcPct val="1"/>
              </a:spcBef>
              <a:buFontTx/>
              <a:buNone/>
            </a:pPr>
            <a:fld id="{CF2606A1-D5F0-6140-9F9A-6AE8D12877C5}" type="slidenum">
              <a:rPr lang="zh-CN" altLang="en-US" sz="1400">
                <a:latin typeface="Times New Roman" panose="02020603050405020304" pitchFamily="18" charset="0"/>
                <a:ea typeface="宋体" pitchFamily="2" charset="-122"/>
              </a:rPr>
              <a:t>9</a:t>
            </a:fld>
            <a:endParaRPr lang="en-US" altLang="zh-CN" sz="1400">
              <a:latin typeface="Times New Roman" panose="02020603050405020304" pitchFamily="18" charset="0"/>
              <a:ea typeface="宋体" pitchFamily="2" charset="-122"/>
            </a:endParaRPr>
          </a:p>
        </p:txBody>
      </p:sp>
      <p:sp>
        <p:nvSpPr>
          <p:cNvPr id="454" name=""/>
          <p:cNvSpPr txBox="true"/>
          <p:nvPr/>
        </p:nvSpPr>
        <p:spPr>
          <a:xfrm rot="0" flipH="false" flipV="false">
            <a:off x="577358" y="5486400"/>
            <a:ext cx="7652242" cy="393699"/>
          </a:xfrm>
          <a:prstGeom prst="rect"/>
        </p:spPr>
        <p:txBody>
          <a:bodyPr>
            <a:spAutoFit/>
          </a:bodyPr>
          <a:p>
            <a:pPr/>
            <a:r>
              <a:rPr/>
              <a:t>https://www.man7.org/linux/man-pages/man7/signal.7.html</a:t>
            </a:r>
            <a:endParaRPr/>
          </a:p>
        </p:txBody>
      </p:sp>
    </p:spTree>
  </p:cSld>
  <p:clrMapOvr>
    <a:masterClrMapping/>
  </p:clrMapOvr>
</p:sld>
</file>

<file path=ppt/slides/slide10.xml><?xml version="1.0" encoding="utf-8"?>
<p:sld xmlns:p="http://schemas.openxmlformats.org/presentationml/2006/main" xmlns:a16="http://schemas.microsoft.com/office/drawing/2014/main" xmlns:a="http://schemas.openxmlformats.org/drawingml/2006/main" xmlns:mc="http://schemas.openxmlformats.org/markup-compatibility/2006" mc:Ignorable="a16">
  <p:cSld>
    <p:spTree>
      <p:nvGrpSpPr>
        <p:cNvPr id="4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标题 1"/>
          <p:cNvSpPr>
            <a:spLocks noGrp="true"/>
          </p:cNvSpPr>
          <p:nvPr>
            <p:ph type="title"/>
          </p:nvPr>
        </p:nvSpPr>
        <p:spPr/>
        <p:txBody>
          <a:bodyPr/>
          <a:lstStyle/>
          <a:p>
            <a:pPr/>
            <a:r>
              <a:rPr lang="en-US" altLang="zh-CN">
                <a:ea typeface="宋体" pitchFamily="2" charset="-122"/>
              </a:rPr>
              <a:t>Linux Signals</a:t>
            </a:r>
            <a:endParaRPr kumimoji="true" lang="zh-CN" altLang="en-US"/>
          </a:p>
        </p:txBody>
      </p:sp>
      <p:sp>
        <p:nvSpPr>
          <p:cNvPr id="6" name="内容占位符 2"/>
          <p:cNvSpPr>
            <a:spLocks noGrp="true"/>
          </p:cNvSpPr>
          <p:nvPr>
            <p:ph idx="1"/>
          </p:nvPr>
        </p:nvSpPr>
        <p:spPr>
          <a:xfrm rot="0" flipH="false" flipV="false">
            <a:off x="4054643" y="708527"/>
            <a:ext cx="4174957" cy="663073"/>
          </a:xfrm>
        </p:spPr>
        <p:txBody>
          <a:bodyPr/>
          <a:lstStyle/>
          <a:p>
            <a:pPr marL="0" indent="0">
              <a:buNone/>
            </a:pPr>
            <a:r>
              <a:rPr lang="en-US"/>
              <a:t>kill –l</a:t>
            </a:r>
            <a:r>
              <a:rPr lang="zh-CN"/>
              <a:t>可以查看所有信号</a:t>
            </a:r>
            <a:endParaRPr lang="en-US"/>
          </a:p>
          <a:p>
            <a:pPr lvl="1">
              <a:buChar char="–"/>
            </a:pPr>
            <a:endParaRPr lang="zh-CN"/>
          </a:p>
        </p:txBody>
      </p:sp>
      <p:sp>
        <p:nvSpPr>
          <p:cNvPr id="7" name="幻灯片编号占位符 3"/>
          <p:cNvSpPr>
            <a:spLocks noGrp="true"/>
          </p:cNvSpPr>
          <p:nvPr>
            <p:ph type="sldNum" sz="quarter" idx="12"/>
          </p:nvPr>
        </p:nvSpPr>
        <p:spPr>
          <a:noFill/>
          <a:extLst>
            <a:ext uri="{909E8E84-426E-40DD-AFC4-6F175D3DCCD1}"/>
            <a:ext uri="{91240B29-F687-4F45-9708-019B960494DF}"/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Comic Sans MS" panose="030F070203030202020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Comic Sans MS" panose="030F070203030202020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anose="030F070203030202020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Comic Sans MS" panose="030F070203030202020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Comic Sans MS" panose="030F0702030302020204" charset="0"/>
              </a:defRPr>
            </a:lvl5pPr>
            <a:lvl6pPr marL="2514600" indent="-228600" eaLnBrk="false" fontAlgn="base" hangingPunct="false">
              <a:spcBef>
                <a:spcPct val="20000"/>
              </a:spcBef>
              <a:spcAft>
                <a:spcPct val="1"/>
              </a:spcAft>
              <a:buChar char="»"/>
              <a:defRPr sz="2000">
                <a:solidFill>
                  <a:schemeClr val="tx1"/>
                </a:solidFill>
                <a:latin typeface="Comic Sans MS" panose="030F0702030302020204" charset="0"/>
              </a:defRPr>
            </a:lvl6pPr>
            <a:lvl7pPr marL="2971800" indent="-228600" eaLnBrk="false" fontAlgn="base" hangingPunct="false">
              <a:spcBef>
                <a:spcPct val="20000"/>
              </a:spcBef>
              <a:spcAft>
                <a:spcPct val="1"/>
              </a:spcAft>
              <a:buChar char="»"/>
              <a:defRPr sz="2000">
                <a:solidFill>
                  <a:schemeClr val="tx1"/>
                </a:solidFill>
                <a:latin typeface="Comic Sans MS" panose="030F0702030302020204" charset="0"/>
              </a:defRPr>
            </a:lvl7pPr>
            <a:lvl8pPr marL="3429000" indent="-228600" eaLnBrk="false" fontAlgn="base" hangingPunct="false">
              <a:spcBef>
                <a:spcPct val="20000"/>
              </a:spcBef>
              <a:spcAft>
                <a:spcPct val="1"/>
              </a:spcAft>
              <a:buChar char="»"/>
              <a:defRPr sz="2000">
                <a:solidFill>
                  <a:schemeClr val="tx1"/>
                </a:solidFill>
                <a:latin typeface="Comic Sans MS" panose="030F0702030302020204" charset="0"/>
              </a:defRPr>
            </a:lvl8pPr>
            <a:lvl9pPr marL="3886200" indent="-228600" eaLnBrk="false" fontAlgn="base" hangingPunct="false">
              <a:spcBef>
                <a:spcPct val="20000"/>
              </a:spcBef>
              <a:spcAft>
                <a:spcPct val="1"/>
              </a:spcAft>
              <a:buChar char="»"/>
              <a:defRPr sz="2000">
                <a:solidFill>
                  <a:schemeClr val="tx1"/>
                </a:solidFill>
                <a:latin typeface="Comic Sans MS" panose="030F0702030302020204" charset="0"/>
              </a:defRPr>
            </a:lvl9pPr>
          </a:lstStyle>
          <a:p>
            <a:pPr>
              <a:spcBef>
                <a:spcPct val="1"/>
              </a:spcBef>
              <a:buFontTx/>
              <a:buNone/>
            </a:pPr>
            <a:fld id="{1264D5F2-A8E9-3743-B84F-26593B01FFD9}" type="slidenum">
              <a:rPr lang="zh-CN" altLang="en-US" sz="1400">
                <a:latin typeface="Times New Roman" panose="02020603050405020304" pitchFamily="18" charset="0"/>
                <a:ea typeface="宋体" pitchFamily="2" charset="-122"/>
              </a:rPr>
              <a:t>10</a:t>
            </a:fld>
            <a:endParaRPr lang="en-US" altLang="zh-CN" sz="1400">
              <a:latin typeface="Times New Roman" panose="02020603050405020304" pitchFamily="18" charset="0"/>
              <a:ea typeface="宋体" pitchFamily="2" charset="-122"/>
            </a:endParaRPr>
          </a:p>
        </p:txBody>
      </p:sp>
      <p:graphicFrame>
        <p:nvGraphicFramePr>
          <p:cNvPr id="8" name="表格 4"/>
          <p:cNvGraphicFramePr/>
          <p:nvPr/>
        </p:nvGraphicFramePr>
        <p:xfrm rot="0" flipH="false" flipV="false">
          <a:off x="457200" y="1524000"/>
          <a:ext cx="8305800" cy="5105400"/>
        </p:xfrm>
        <a:graphic>
          <a:graphicData uri="http://schemas.openxmlformats.org/drawingml/2006/table">
            <a:tbl>
              <a:tblPr/>
              <a:tblGrid>
                <a:gridCol w="1854440">
                  <a:extLst>
                    <a:ext uri="{9D8B030D-6E8A-4147-A177-3AD203B41FA5}">
                      <a16:colId val="1"/>
                    </a:ext>
                  </a:extLst>
                </a:gridCol>
                <a:gridCol w="1854440">
                  <a:extLst>
                    <a:ext uri="{9D8B030D-6E8A-4147-A177-3AD203B41FA5}">
                      <a16:colId val="2"/>
                    </a:ext>
                  </a:extLst>
                </a:gridCol>
                <a:gridCol w="2435584">
                  <a:extLst>
                    <a:ext uri="{9D8B030D-6E8A-4147-A177-3AD203B41FA5}">
                      <a16:colId val="3"/>
                    </a:ext>
                  </a:extLst>
                </a:gridCol>
                <a:gridCol w="2161336">
                  <a:extLst>
                    <a:ext uri="{9D8B030D-6E8A-4147-A177-3AD203B41FA5}">
                      <a16:colId val="4"/>
                    </a:ext>
                  </a:extLst>
                </a:gridCol>
              </a:tblGrid>
              <a:tr h="222250">
                <a:tc>
                  <a:txBody>
                    <a:bodyPr lIns="21944" tIns="21945" rIns="21944" bIns="21945" anchor="b"/>
                    <a:lstStyle/>
                    <a:p>
                      <a:pPr algn="l"/>
                      <a:r>
                        <a:rPr lang="zh-CN" sz="1400">
                          <a:effectLst/>
                        </a:rPr>
                        <a:t>取值</a:t>
                      </a:r>
                      <a:endParaRPr/>
                    </a:p>
                  </a:txBody>
                  <a:tcPr marL="21944" marR="21944" marT="21945" marB="21945" anchor="b">
                    <a:lnL w="635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21944" tIns="21945" rIns="21944" bIns="21945" anchor="b"/>
                    <a:lstStyle/>
                    <a:p>
                      <a:pPr algn="l"/>
                      <a:r>
                        <a:rPr lang="zh-CN" sz="1400">
                          <a:effectLst/>
                        </a:rPr>
                        <a:t>名称</a:t>
                      </a:r>
                      <a:endParaRPr/>
                    </a:p>
                  </a:txBody>
                  <a:tcPr marL="21944" marR="21944" marT="21945" marB="21945" anchor="b">
                    <a:lnL w="635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21944" tIns="21945" rIns="21944" bIns="21945" anchor="b"/>
                    <a:lstStyle/>
                    <a:p>
                      <a:pPr algn="l"/>
                      <a:r>
                        <a:rPr lang="zh-CN" sz="1400">
                          <a:effectLst/>
                        </a:rPr>
                        <a:t>解释</a:t>
                      </a:r>
                      <a:endParaRPr/>
                    </a:p>
                  </a:txBody>
                  <a:tcPr marL="21944" marR="21944" marT="21945" marB="21945" anchor="b">
                    <a:lnL w="635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21944" tIns="21945" rIns="21944" bIns="21945" anchor="b"/>
                    <a:lstStyle/>
                    <a:p>
                      <a:pPr algn="l"/>
                      <a:r>
                        <a:rPr lang="zh-CN" sz="1400">
                          <a:effectLst/>
                        </a:rPr>
                        <a:t>默认动作</a:t>
                      </a:r>
                      <a:endParaRPr/>
                    </a:p>
                  </a:txBody>
                  <a:tcPr marL="21944" marR="21944" marT="21945" marB="21945" anchor="b">
                    <a:lnL w="635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val="1"/>
                  </a:ext>
                </a:extLst>
              </a:tr>
              <a:tr h="222250">
                <a:tc>
                  <a:txBody>
                    <a:bodyPr lIns="21944" tIns="21945" rIns="21944" bIns="21945"/>
                    <a:lstStyle/>
                    <a:p>
                      <a:pPr/>
                      <a:r>
                        <a:rPr lang="en-US" sz="1400">
                          <a:effectLst/>
                        </a:rPr>
                        <a:t>1</a:t>
                      </a:r>
                      <a:endParaRPr/>
                    </a:p>
                  </a:txBody>
                  <a:tcPr marL="21944" marR="21944" marT="21945" marB="21945">
                    <a:lnL w="635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21944" tIns="21945" rIns="21944" bIns="21945"/>
                    <a:lstStyle/>
                    <a:p>
                      <a:pPr/>
                      <a:r>
                        <a:rPr lang="en-US" sz="1400">
                          <a:effectLst/>
                        </a:rPr>
                        <a:t>SIGHUP</a:t>
                      </a:r>
                      <a:endParaRPr/>
                    </a:p>
                  </a:txBody>
                  <a:tcPr marL="21944" marR="21944" marT="21945" marB="21945">
                    <a:lnL w="635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21944" tIns="21945" rIns="21944" bIns="21945"/>
                    <a:lstStyle/>
                    <a:p>
                      <a:pPr/>
                      <a:r>
                        <a:rPr lang="zh-CN" sz="1400">
                          <a:effectLst/>
                        </a:rPr>
                        <a:t>挂起</a:t>
                      </a:r>
                      <a:endParaRPr/>
                    </a:p>
                  </a:txBody>
                  <a:tcPr marL="21944" marR="21944" marT="21945" marB="21945">
                    <a:lnL w="635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21944" tIns="21945" rIns="21944" bIns="21945"/>
                    <a:lstStyle/>
                    <a:p>
                      <a:pPr/>
                      <a:r>
                        <a:rPr sz="1400">
                          <a:effectLst/>
                        </a:rPr>
                        <a:t> </a:t>
                      </a:r>
                      <a:endParaRPr/>
                    </a:p>
                  </a:txBody>
                  <a:tcPr marL="21944" marR="21944" marT="21945" marB="21945">
                    <a:lnL w="635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val="2"/>
                  </a:ext>
                </a:extLst>
              </a:tr>
              <a:tr h="222250">
                <a:tc>
                  <a:txBody>
                    <a:bodyPr lIns="21944" tIns="21945" rIns="21944" bIns="21945"/>
                    <a:lstStyle/>
                    <a:p>
                      <a:pPr/>
                      <a:r>
                        <a:rPr sz="1400">
                          <a:effectLst/>
                        </a:rPr>
                        <a:t>2</a:t>
                      </a:r>
                      <a:endParaRPr/>
                    </a:p>
                  </a:txBody>
                  <a:tcPr marL="21944" marR="21944" marT="21945" marB="21945">
                    <a:lnL w="635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21944" tIns="21945" rIns="21944" bIns="21945"/>
                    <a:lstStyle/>
                    <a:p>
                      <a:pPr/>
                      <a:r>
                        <a:rPr lang="en-US" sz="1400">
                          <a:effectLst/>
                        </a:rPr>
                        <a:t>SIGINT</a:t>
                      </a:r>
                      <a:endParaRPr/>
                    </a:p>
                  </a:txBody>
                  <a:tcPr marL="21944" marR="21944" marT="21945" marB="21945">
                    <a:lnL w="635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21944" tIns="21945" rIns="21944" bIns="21945"/>
                    <a:lstStyle/>
                    <a:p>
                      <a:pPr/>
                      <a:r>
                        <a:rPr lang="zh-CN" sz="1400">
                          <a:effectLst/>
                        </a:rPr>
                        <a:t>中断</a:t>
                      </a:r>
                      <a:endParaRPr/>
                    </a:p>
                  </a:txBody>
                  <a:tcPr marL="21944" marR="21944" marT="21945" marB="21945">
                    <a:lnL w="635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21944" tIns="21945" rIns="21944" bIns="21945"/>
                    <a:lstStyle/>
                    <a:p>
                      <a:pPr/>
                      <a:r>
                        <a:rPr sz="1400">
                          <a:effectLst/>
                        </a:rPr>
                        <a:t> </a:t>
                      </a:r>
                      <a:endParaRPr/>
                    </a:p>
                  </a:txBody>
                  <a:tcPr marL="21944" marR="21944" marT="21945" marB="21945">
                    <a:lnL w="635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val="3"/>
                  </a:ext>
                </a:extLst>
              </a:tr>
              <a:tr h="298450">
                <a:tc>
                  <a:txBody>
                    <a:bodyPr lIns="21944" tIns="21945" rIns="21944" bIns="21945"/>
                    <a:lstStyle/>
                    <a:p>
                      <a:pPr/>
                      <a:r>
                        <a:rPr lang="en-US" sz="1400">
                          <a:effectLst/>
                        </a:rPr>
                        <a:t>3</a:t>
                      </a:r>
                      <a:endParaRPr/>
                    </a:p>
                  </a:txBody>
                  <a:tcPr marL="21944" marR="21944" marT="21945" marB="21945">
                    <a:lnL w="635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21944" tIns="21945" rIns="21944" bIns="21945"/>
                    <a:lstStyle/>
                    <a:p>
                      <a:pPr/>
                      <a:r>
                        <a:rPr lang="en-US" sz="1400">
                          <a:effectLst/>
                        </a:rPr>
                        <a:t>SIGQUIT</a:t>
                      </a:r>
                      <a:endParaRPr/>
                    </a:p>
                  </a:txBody>
                  <a:tcPr marL="21944" marR="21944" marT="21945" marB="21945">
                    <a:lnL w="635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21944" tIns="21945" rIns="21944" bIns="21945"/>
                    <a:lstStyle/>
                    <a:p>
                      <a:pPr/>
                      <a:r>
                        <a:rPr lang="zh-CN" sz="1400">
                          <a:effectLst/>
                        </a:rPr>
                        <a:t>退出</a:t>
                      </a:r>
                      <a:endParaRPr/>
                    </a:p>
                  </a:txBody>
                  <a:tcPr marL="21944" marR="21944" marT="21945" marB="21945">
                    <a:lnL w="635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21944" tIns="21945" rIns="21944" bIns="21945"/>
                    <a:lstStyle/>
                    <a:p>
                      <a:pPr/>
                      <a:r>
                        <a:rPr sz="1400">
                          <a:effectLst/>
                        </a:rPr>
                        <a:t> </a:t>
                      </a:r>
                      <a:endParaRPr/>
                    </a:p>
                  </a:txBody>
                  <a:tcPr marL="21944" marR="21944" marT="21945" marB="21945">
                    <a:lnL w="635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val="4"/>
                  </a:ext>
                </a:extLst>
              </a:tr>
              <a:tr h="222250">
                <a:tc>
                  <a:txBody>
                    <a:bodyPr lIns="21944" tIns="21945" rIns="21944" bIns="21945"/>
                    <a:lstStyle/>
                    <a:p>
                      <a:pPr/>
                      <a:r>
                        <a:rPr lang="en-US" sz="1400">
                          <a:effectLst/>
                        </a:rPr>
                        <a:t>4</a:t>
                      </a:r>
                      <a:endParaRPr/>
                    </a:p>
                  </a:txBody>
                  <a:tcPr marL="21944" marR="21944" marT="21945" marB="21945">
                    <a:lnL w="635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21944" tIns="21945" rIns="21944" bIns="21945"/>
                    <a:lstStyle/>
                    <a:p>
                      <a:pPr/>
                      <a:r>
                        <a:rPr lang="en-US" sz="1400">
                          <a:effectLst/>
                        </a:rPr>
                        <a:t>SIGILL</a:t>
                      </a:r>
                      <a:endParaRPr/>
                    </a:p>
                  </a:txBody>
                  <a:tcPr marL="21944" marR="21944" marT="21945" marB="21945">
                    <a:lnL w="635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21944" tIns="21945" rIns="21944" bIns="21945"/>
                    <a:lstStyle/>
                    <a:p>
                      <a:pPr/>
                      <a:r>
                        <a:rPr lang="zh-CN" sz="1400">
                          <a:effectLst/>
                        </a:rPr>
                        <a:t>非法指令</a:t>
                      </a:r>
                      <a:endParaRPr/>
                    </a:p>
                  </a:txBody>
                  <a:tcPr marL="21944" marR="21944" marT="21945" marB="21945">
                    <a:lnL w="635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21944" tIns="21945" rIns="21944" bIns="21945"/>
                    <a:lstStyle/>
                    <a:p>
                      <a:pPr/>
                      <a:r>
                        <a:rPr sz="1400">
                          <a:effectLst/>
                        </a:rPr>
                        <a:t> </a:t>
                      </a:r>
                      <a:endParaRPr/>
                    </a:p>
                  </a:txBody>
                  <a:tcPr marL="21944" marR="21944" marT="21945" marB="21945">
                    <a:lnL w="635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val="5"/>
                  </a:ext>
                </a:extLst>
              </a:tr>
              <a:tr h="298450">
                <a:tc>
                  <a:txBody>
                    <a:bodyPr lIns="21944" tIns="21945" rIns="21944" bIns="21945"/>
                    <a:lstStyle/>
                    <a:p>
                      <a:pPr/>
                      <a:r>
                        <a:rPr lang="en-US" sz="1400">
                          <a:effectLst/>
                        </a:rPr>
                        <a:t>5</a:t>
                      </a:r>
                      <a:endParaRPr/>
                    </a:p>
                  </a:txBody>
                  <a:tcPr marL="21944" marR="21944" marT="21945" marB="21945">
                    <a:lnL w="635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21944" tIns="21945" rIns="21944" bIns="21945"/>
                    <a:lstStyle/>
                    <a:p>
                      <a:pPr/>
                      <a:r>
                        <a:rPr lang="en-US" sz="1400">
                          <a:effectLst/>
                        </a:rPr>
                        <a:t>SIGTRAP</a:t>
                      </a:r>
                      <a:endParaRPr/>
                    </a:p>
                  </a:txBody>
                  <a:tcPr marL="21944" marR="21944" marT="21945" marB="21945">
                    <a:lnL w="635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21944" tIns="21945" rIns="21944" bIns="21945"/>
                    <a:lstStyle/>
                    <a:p>
                      <a:pPr/>
                      <a:r>
                        <a:rPr lang="zh-CN" sz="1400">
                          <a:effectLst/>
                        </a:rPr>
                        <a:t>断点或陷阱指令</a:t>
                      </a:r>
                      <a:endParaRPr/>
                    </a:p>
                  </a:txBody>
                  <a:tcPr marL="21944" marR="21944" marT="21945" marB="21945">
                    <a:lnL w="635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21944" tIns="21945" rIns="21944" bIns="21945"/>
                    <a:lstStyle/>
                    <a:p>
                      <a:pPr/>
                      <a:r>
                        <a:rPr sz="1400">
                          <a:effectLst/>
                        </a:rPr>
                        <a:t> </a:t>
                      </a:r>
                      <a:endParaRPr/>
                    </a:p>
                  </a:txBody>
                  <a:tcPr marL="21944" marR="21944" marT="21945" marB="21945">
                    <a:lnL w="635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val="6"/>
                  </a:ext>
                </a:extLst>
              </a:tr>
              <a:tr h="298450">
                <a:tc>
                  <a:txBody>
                    <a:bodyPr lIns="21944" tIns="21945" rIns="21944" bIns="21945"/>
                    <a:lstStyle/>
                    <a:p>
                      <a:pPr/>
                      <a:r>
                        <a:rPr lang="en-US" sz="1400">
                          <a:effectLst/>
                        </a:rPr>
                        <a:t>6</a:t>
                      </a:r>
                      <a:endParaRPr/>
                    </a:p>
                  </a:txBody>
                  <a:tcPr marL="21944" marR="21944" marT="21945" marB="21945">
                    <a:lnL w="635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21944" tIns="21945" rIns="21944" bIns="21945"/>
                    <a:lstStyle/>
                    <a:p>
                      <a:pPr/>
                      <a:r>
                        <a:rPr lang="en-US" sz="1400">
                          <a:effectLst/>
                        </a:rPr>
                        <a:t>SIGABRT</a:t>
                      </a:r>
                      <a:endParaRPr/>
                    </a:p>
                  </a:txBody>
                  <a:tcPr marL="21944" marR="21944" marT="21945" marB="21945">
                    <a:lnL w="635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21944" tIns="21945" rIns="21944" bIns="21945"/>
                    <a:lstStyle/>
                    <a:p>
                      <a:pPr/>
                      <a:r>
                        <a:rPr lang="en-US" sz="1400">
                          <a:effectLst/>
                        </a:rPr>
                        <a:t>abort</a:t>
                      </a:r>
                      <a:r>
                        <a:rPr lang="zh-CN" sz="1400">
                          <a:effectLst/>
                        </a:rPr>
                        <a:t>发出的信号</a:t>
                      </a:r>
                      <a:endParaRPr/>
                    </a:p>
                  </a:txBody>
                  <a:tcPr marL="21944" marR="21944" marT="21945" marB="21945">
                    <a:lnL w="635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21944" tIns="21945" rIns="21944" bIns="21945"/>
                    <a:lstStyle/>
                    <a:p>
                      <a:pPr/>
                      <a:r>
                        <a:rPr sz="1400">
                          <a:effectLst/>
                        </a:rPr>
                        <a:t> </a:t>
                      </a:r>
                      <a:endParaRPr/>
                    </a:p>
                  </a:txBody>
                  <a:tcPr marL="21944" marR="21944" marT="21945" marB="21945">
                    <a:lnL w="635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val="7"/>
                  </a:ext>
                </a:extLst>
              </a:tr>
              <a:tr h="298450">
                <a:tc>
                  <a:txBody>
                    <a:bodyPr lIns="21944" tIns="21945" rIns="21944" bIns="21945"/>
                    <a:lstStyle/>
                    <a:p>
                      <a:pPr/>
                      <a:r>
                        <a:rPr lang="en-US" sz="1400">
                          <a:effectLst/>
                        </a:rPr>
                        <a:t>7</a:t>
                      </a:r>
                      <a:endParaRPr/>
                    </a:p>
                  </a:txBody>
                  <a:tcPr marL="21944" marR="21944" marT="21945" marB="21945">
                    <a:lnL w="635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21944" tIns="21945" rIns="21944" bIns="21945"/>
                    <a:lstStyle/>
                    <a:p>
                      <a:pPr/>
                      <a:r>
                        <a:rPr lang="en-US" sz="1400">
                          <a:effectLst/>
                        </a:rPr>
                        <a:t>SIGBUS</a:t>
                      </a:r>
                      <a:endParaRPr/>
                    </a:p>
                  </a:txBody>
                  <a:tcPr marL="21944" marR="21944" marT="21945" marB="21945">
                    <a:lnL w="635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21944" tIns="21945" rIns="21944" bIns="21945"/>
                    <a:lstStyle/>
                    <a:p>
                      <a:pPr/>
                      <a:r>
                        <a:rPr lang="zh-CN" sz="1400">
                          <a:effectLst/>
                        </a:rPr>
                        <a:t>非法内存访问</a:t>
                      </a:r>
                      <a:endParaRPr/>
                    </a:p>
                  </a:txBody>
                  <a:tcPr marL="21944" marR="21944" marT="21945" marB="21945">
                    <a:lnL w="635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21944" tIns="21945" rIns="21944" bIns="21945"/>
                    <a:lstStyle/>
                    <a:p>
                      <a:pPr/>
                      <a:r>
                        <a:rPr sz="1400">
                          <a:effectLst/>
                        </a:rPr>
                        <a:t> </a:t>
                      </a:r>
                      <a:endParaRPr/>
                    </a:p>
                  </a:txBody>
                  <a:tcPr marL="21944" marR="21944" marT="21945" marB="21945">
                    <a:lnL w="635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val="8"/>
                  </a:ext>
                </a:extLst>
              </a:tr>
              <a:tr h="222250">
                <a:tc>
                  <a:txBody>
                    <a:bodyPr lIns="21944" tIns="21945" rIns="21944" bIns="21945"/>
                    <a:lstStyle/>
                    <a:p>
                      <a:pPr/>
                      <a:r>
                        <a:rPr lang="en-US" sz="1400">
                          <a:effectLst/>
                        </a:rPr>
                        <a:t>8</a:t>
                      </a:r>
                      <a:endParaRPr/>
                    </a:p>
                  </a:txBody>
                  <a:tcPr marL="21944" marR="21944" marT="21945" marB="21945">
                    <a:lnL w="635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21944" tIns="21945" rIns="21944" bIns="21945"/>
                    <a:lstStyle/>
                    <a:p>
                      <a:pPr/>
                      <a:r>
                        <a:rPr lang="en-US" sz="1400">
                          <a:effectLst/>
                        </a:rPr>
                        <a:t>SIGFPE</a:t>
                      </a:r>
                      <a:endParaRPr/>
                    </a:p>
                  </a:txBody>
                  <a:tcPr marL="21944" marR="21944" marT="21945" marB="21945">
                    <a:lnL w="635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21944" tIns="21945" rIns="21944" bIns="21945"/>
                    <a:lstStyle/>
                    <a:p>
                      <a:pPr/>
                      <a:r>
                        <a:rPr lang="zh-CN" sz="1400">
                          <a:effectLst/>
                        </a:rPr>
                        <a:t>浮点异常</a:t>
                      </a:r>
                      <a:endParaRPr/>
                    </a:p>
                  </a:txBody>
                  <a:tcPr marL="21944" marR="21944" marT="21945" marB="21945">
                    <a:lnL w="635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21944" tIns="21945" rIns="21944" bIns="21945"/>
                    <a:lstStyle/>
                    <a:p>
                      <a:pPr/>
                      <a:r>
                        <a:rPr sz="1400">
                          <a:effectLst/>
                        </a:rPr>
                        <a:t> </a:t>
                      </a:r>
                      <a:endParaRPr/>
                    </a:p>
                  </a:txBody>
                  <a:tcPr marL="21944" marR="21944" marT="21945" marB="21945">
                    <a:lnL w="635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val="9"/>
                  </a:ext>
                </a:extLst>
              </a:tr>
              <a:tr h="425450">
                <a:tc>
                  <a:txBody>
                    <a:bodyPr lIns="21944" tIns="21945" rIns="21944" bIns="21945"/>
                    <a:lstStyle/>
                    <a:p>
                      <a:pPr/>
                      <a:r>
                        <a:rPr lang="en-US" sz="1400">
                          <a:effectLst/>
                        </a:rPr>
                        <a:t>9</a:t>
                      </a:r>
                      <a:endParaRPr/>
                    </a:p>
                  </a:txBody>
                  <a:tcPr marL="21944" marR="21944" marT="21945" marB="21945">
                    <a:lnL w="635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21944" tIns="21945" rIns="21944" bIns="21945"/>
                    <a:lstStyle/>
                    <a:p>
                      <a:pPr/>
                      <a:r>
                        <a:rPr lang="en-US" sz="1400">
                          <a:effectLst/>
                        </a:rPr>
                        <a:t>SIGKILL</a:t>
                      </a:r>
                      <a:endParaRPr/>
                    </a:p>
                  </a:txBody>
                  <a:tcPr marL="21944" marR="21944" marT="21945" marB="21945">
                    <a:lnL w="635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21944" tIns="21945" rIns="21944" bIns="21945"/>
                    <a:lstStyle/>
                    <a:p>
                      <a:pPr/>
                      <a:r>
                        <a:rPr lang="en-US" sz="1400">
                          <a:effectLst/>
                        </a:rPr>
                        <a:t>kill</a:t>
                      </a:r>
                      <a:r>
                        <a:rPr sz="1400">
                          <a:effectLst/>
                        </a:rPr>
                        <a:t>信号</a:t>
                      </a:r>
                      <a:endParaRPr/>
                    </a:p>
                  </a:txBody>
                  <a:tcPr marL="21944" marR="21944" marT="21945" marB="21945">
                    <a:lnL w="635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21944" tIns="21945" rIns="21944" bIns="21945"/>
                    <a:lstStyle/>
                    <a:p>
                      <a:pPr/>
                      <a:r>
                        <a:rPr lang="zh-CN" sz="1400">
                          <a:effectLst/>
                        </a:rPr>
                        <a:t>不能被忽略、处理和阻塞</a:t>
                      </a:r>
                      <a:endParaRPr/>
                    </a:p>
                  </a:txBody>
                  <a:tcPr marL="21944" marR="21944" marT="21945" marB="21945">
                    <a:lnL w="635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val="10"/>
                  </a:ext>
                </a:extLst>
              </a:tr>
              <a:tr h="222250">
                <a:tc>
                  <a:txBody>
                    <a:bodyPr lIns="21944" tIns="21945" rIns="21944" bIns="21945"/>
                    <a:lstStyle/>
                    <a:p>
                      <a:pPr/>
                      <a:r>
                        <a:rPr lang="en-US" sz="1400">
                          <a:effectLst/>
                        </a:rPr>
                        <a:t>10</a:t>
                      </a:r>
                      <a:endParaRPr/>
                    </a:p>
                  </a:txBody>
                  <a:tcPr marL="21944" marR="21944" marT="21945" marB="21945">
                    <a:lnL w="635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21944" tIns="21945" rIns="21944" bIns="21945"/>
                    <a:lstStyle/>
                    <a:p>
                      <a:pPr/>
                      <a:r>
                        <a:rPr lang="en-US" sz="1400">
                          <a:effectLst/>
                        </a:rPr>
                        <a:t>SIGUSR1</a:t>
                      </a:r>
                      <a:endParaRPr/>
                    </a:p>
                  </a:txBody>
                  <a:tcPr marL="21944" marR="21944" marT="21945" marB="21945">
                    <a:lnL w="635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21944" tIns="21945" rIns="21944" bIns="21945"/>
                    <a:lstStyle/>
                    <a:p>
                      <a:pPr/>
                      <a:r>
                        <a:rPr lang="zh-CN" sz="1400">
                          <a:effectLst/>
                        </a:rPr>
                        <a:t>用户信号</a:t>
                      </a:r>
                      <a:r>
                        <a:rPr lang="en-US" sz="1400">
                          <a:effectLst/>
                        </a:rPr>
                        <a:t>1</a:t>
                      </a:r>
                      <a:endParaRPr/>
                    </a:p>
                  </a:txBody>
                  <a:tcPr marL="21944" marR="21944" marT="21945" marB="21945">
                    <a:lnL w="635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21944" tIns="21945" rIns="21944" bIns="21945"/>
                    <a:lstStyle/>
                    <a:p>
                      <a:pPr/>
                      <a:r>
                        <a:rPr sz="1400">
                          <a:effectLst/>
                        </a:rPr>
                        <a:t> </a:t>
                      </a:r>
                      <a:endParaRPr/>
                    </a:p>
                  </a:txBody>
                  <a:tcPr marL="21944" marR="21944" marT="21945" marB="21945">
                    <a:lnL w="635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val="11"/>
                  </a:ext>
                </a:extLst>
              </a:tr>
              <a:tr h="298450">
                <a:tc>
                  <a:txBody>
                    <a:bodyPr lIns="21944" tIns="21945" rIns="21944" bIns="21945"/>
                    <a:lstStyle/>
                    <a:p>
                      <a:pPr/>
                      <a:r>
                        <a:rPr sz="1400">
                          <a:effectLst/>
                        </a:rPr>
                        <a:t>11</a:t>
                      </a:r>
                      <a:endParaRPr/>
                    </a:p>
                  </a:txBody>
                  <a:tcPr marL="21944" marR="21944" marT="21945" marB="21945">
                    <a:lnL w="635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21944" tIns="21945" rIns="21944" bIns="21945"/>
                    <a:lstStyle/>
                    <a:p>
                      <a:pPr/>
                      <a:r>
                        <a:rPr lang="en-US" sz="1400">
                          <a:effectLst/>
                        </a:rPr>
                        <a:t>SIGSEGV</a:t>
                      </a:r>
                      <a:endParaRPr/>
                    </a:p>
                  </a:txBody>
                  <a:tcPr marL="21944" marR="21944" marT="21945" marB="21945">
                    <a:lnL w="635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21944" tIns="21945" rIns="21944" bIns="21945"/>
                    <a:lstStyle/>
                    <a:p>
                      <a:pPr/>
                      <a:r>
                        <a:rPr lang="zh-CN" sz="1400">
                          <a:effectLst/>
                        </a:rPr>
                        <a:t>无效内存访问</a:t>
                      </a:r>
                      <a:endParaRPr/>
                    </a:p>
                  </a:txBody>
                  <a:tcPr marL="21944" marR="21944" marT="21945" marB="21945">
                    <a:lnL w="635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21944" tIns="21945" rIns="21944" bIns="21945"/>
                    <a:lstStyle/>
                    <a:p>
                      <a:pPr/>
                      <a:r>
                        <a:rPr sz="1400">
                          <a:effectLst/>
                        </a:rPr>
                        <a:t> </a:t>
                      </a:r>
                      <a:endParaRPr/>
                    </a:p>
                  </a:txBody>
                  <a:tcPr marL="21944" marR="21944" marT="21945" marB="21945">
                    <a:lnL w="635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val="12"/>
                  </a:ext>
                </a:extLst>
              </a:tr>
              <a:tr h="298450">
                <a:tc>
                  <a:txBody>
                    <a:bodyPr lIns="21944" tIns="21945" rIns="21944" bIns="21945"/>
                    <a:lstStyle/>
                    <a:p>
                      <a:pPr/>
                      <a:r>
                        <a:rPr sz="1400">
                          <a:effectLst/>
                        </a:rPr>
                        <a:t>12</a:t>
                      </a:r>
                      <a:endParaRPr/>
                    </a:p>
                  </a:txBody>
                  <a:tcPr marL="21944" marR="21944" marT="21945" marB="21945">
                    <a:lnL w="635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21944" tIns="21945" rIns="21944" bIns="21945"/>
                    <a:lstStyle/>
                    <a:p>
                      <a:pPr/>
                      <a:r>
                        <a:rPr lang="en-US" sz="1400">
                          <a:effectLst/>
                        </a:rPr>
                        <a:t>SIGUSR2</a:t>
                      </a:r>
                      <a:endParaRPr/>
                    </a:p>
                  </a:txBody>
                  <a:tcPr marL="21944" marR="21944" marT="21945" marB="21945">
                    <a:lnL w="635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21944" tIns="21945" rIns="21944" bIns="21945"/>
                    <a:lstStyle/>
                    <a:p>
                      <a:pPr/>
                      <a:r>
                        <a:rPr lang="zh-CN" sz="1400">
                          <a:effectLst/>
                        </a:rPr>
                        <a:t>用户信号</a:t>
                      </a:r>
                      <a:r>
                        <a:rPr lang="en-US" sz="1400">
                          <a:effectLst/>
                        </a:rPr>
                        <a:t>2</a:t>
                      </a:r>
                      <a:endParaRPr/>
                    </a:p>
                  </a:txBody>
                  <a:tcPr marL="21944" marR="21944" marT="21945" marB="21945">
                    <a:lnL w="635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21944" tIns="21945" rIns="21944" bIns="21945"/>
                    <a:lstStyle/>
                    <a:p>
                      <a:pPr/>
                      <a:r>
                        <a:rPr sz="1400">
                          <a:effectLst/>
                        </a:rPr>
                        <a:t> </a:t>
                      </a:r>
                      <a:endParaRPr/>
                    </a:p>
                  </a:txBody>
                  <a:tcPr marL="21944" marR="21944" marT="21945" marB="21945">
                    <a:lnL w="635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val="13"/>
                  </a:ext>
                </a:extLst>
              </a:tr>
              <a:tr h="241300">
                <a:tc>
                  <a:txBody>
                    <a:bodyPr lIns="21944" tIns="21945" rIns="21944" bIns="21945"/>
                    <a:lstStyle/>
                    <a:p>
                      <a:pPr/>
                      <a:r>
                        <a:rPr sz="1400">
                          <a:effectLst/>
                        </a:rPr>
                        <a:t>13</a:t>
                      </a:r>
                      <a:endParaRPr/>
                    </a:p>
                  </a:txBody>
                  <a:tcPr marL="21944" marR="21944" marT="21945" marB="21945">
                    <a:lnL w="635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21944" tIns="21945" rIns="21944" bIns="21945"/>
                    <a:lstStyle/>
                    <a:p>
                      <a:pPr/>
                      <a:r>
                        <a:rPr lang="en-US" sz="1400">
                          <a:effectLst/>
                        </a:rPr>
                        <a:t>SIGPIPE</a:t>
                      </a:r>
                      <a:endParaRPr/>
                    </a:p>
                  </a:txBody>
                  <a:tcPr marL="21944" marR="21944" marT="21945" marB="21945">
                    <a:lnL w="635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21944" tIns="21945" rIns="21944" bIns="21945"/>
                    <a:lstStyle/>
                    <a:p>
                      <a:pPr/>
                      <a:r>
                        <a:rPr lang="zh-CN" sz="1400">
                          <a:effectLst/>
                        </a:rPr>
                        <a:t>管道破损，没有读端的管道写数据</a:t>
                      </a:r>
                      <a:endParaRPr/>
                    </a:p>
                  </a:txBody>
                  <a:tcPr marL="21944" marR="21944" marT="21945" marB="21945">
                    <a:lnL w="635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21944" tIns="21945" rIns="21944" bIns="21945"/>
                    <a:lstStyle/>
                    <a:p>
                      <a:pPr/>
                      <a:r>
                        <a:rPr sz="1400">
                          <a:effectLst/>
                        </a:rPr>
                        <a:t> </a:t>
                      </a:r>
                      <a:endParaRPr/>
                    </a:p>
                  </a:txBody>
                  <a:tcPr marL="21944" marR="21944" marT="21945" marB="21945">
                    <a:lnL w="635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val="14"/>
                  </a:ext>
                </a:extLst>
              </a:tr>
              <a:tr h="298450">
                <a:tc>
                  <a:txBody>
                    <a:bodyPr lIns="21944" tIns="21945" rIns="21944" bIns="21945"/>
                    <a:lstStyle/>
                    <a:p>
                      <a:pPr/>
                      <a:r>
                        <a:rPr lang="en-US" sz="1400">
                          <a:effectLst/>
                        </a:rPr>
                        <a:t>14</a:t>
                      </a:r>
                      <a:endParaRPr/>
                    </a:p>
                  </a:txBody>
                  <a:tcPr marL="21944" marR="21944" marT="21945" marB="21945">
                    <a:lnL w="635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21944" tIns="21945" rIns="21944" bIns="21945"/>
                    <a:lstStyle/>
                    <a:p>
                      <a:pPr/>
                      <a:r>
                        <a:rPr lang="en-US" sz="1400">
                          <a:effectLst/>
                        </a:rPr>
                        <a:t>SIGALRM</a:t>
                      </a:r>
                      <a:endParaRPr/>
                    </a:p>
                  </a:txBody>
                  <a:tcPr marL="21944" marR="21944" marT="21945" marB="21945">
                    <a:lnL w="635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21944" tIns="21945" rIns="21944" bIns="21945"/>
                    <a:lstStyle/>
                    <a:p>
                      <a:pPr/>
                      <a:r>
                        <a:rPr lang="en-US" sz="1400">
                          <a:effectLst/>
                        </a:rPr>
                        <a:t>alarm</a:t>
                      </a:r>
                      <a:r>
                        <a:rPr lang="zh-CN" sz="1400">
                          <a:effectLst/>
                        </a:rPr>
                        <a:t>发出的信号</a:t>
                      </a:r>
                      <a:endParaRPr/>
                    </a:p>
                  </a:txBody>
                  <a:tcPr marL="21944" marR="21944" marT="21945" marB="21945">
                    <a:lnL w="635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21944" tIns="21945" rIns="21944" bIns="21945"/>
                    <a:lstStyle/>
                    <a:p>
                      <a:pPr/>
                      <a:r>
                        <a:rPr sz="1400">
                          <a:effectLst/>
                        </a:rPr>
                        <a:t> </a:t>
                      </a:r>
                      <a:endParaRPr/>
                    </a:p>
                  </a:txBody>
                  <a:tcPr marL="21944" marR="21944" marT="21945" marB="21945">
                    <a:lnL w="635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val="15"/>
                  </a:ext>
                </a:extLst>
              </a:tr>
              <a:tr h="298450">
                <a:tc>
                  <a:txBody>
                    <a:bodyPr lIns="21944" tIns="21945" rIns="21944" bIns="21945"/>
                    <a:lstStyle/>
                    <a:p>
                      <a:pPr/>
                      <a:r>
                        <a:rPr lang="en-US" sz="1400">
                          <a:effectLst/>
                        </a:rPr>
                        <a:t>15</a:t>
                      </a:r>
                      <a:endParaRPr/>
                    </a:p>
                  </a:txBody>
                  <a:tcPr marL="21944" marR="21944" marT="21945" marB="21945">
                    <a:lnL w="635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21944" tIns="21945" rIns="21944" bIns="21945"/>
                    <a:lstStyle/>
                    <a:p>
                      <a:pPr/>
                      <a:r>
                        <a:rPr lang="en-US" sz="1400">
                          <a:effectLst/>
                        </a:rPr>
                        <a:t>SIGTERM</a:t>
                      </a:r>
                      <a:endParaRPr/>
                    </a:p>
                  </a:txBody>
                  <a:tcPr marL="21944" marR="21944" marT="21945" marB="21945">
                    <a:lnL w="635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21944" tIns="21945" rIns="21944" bIns="21945"/>
                    <a:lstStyle/>
                    <a:p>
                      <a:pPr/>
                      <a:r>
                        <a:rPr lang="zh-CN" sz="1400">
                          <a:effectLst/>
                        </a:rPr>
                        <a:t>终止信号</a:t>
                      </a:r>
                      <a:endParaRPr/>
                    </a:p>
                  </a:txBody>
                  <a:tcPr marL="21944" marR="21944" marT="21945" marB="21945">
                    <a:lnL w="635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21944" tIns="21945" rIns="21944" bIns="21945"/>
                    <a:lstStyle/>
                    <a:p>
                      <a:pPr/>
                      <a:r>
                        <a:rPr sz="1400">
                          <a:effectLst/>
                        </a:rPr>
                        <a:t> </a:t>
                      </a:r>
                      <a:endParaRPr/>
                    </a:p>
                  </a:txBody>
                  <a:tcPr marL="21944" marR="21944" marT="21945" marB="21945">
                    <a:lnL w="635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val="16"/>
                  </a:ext>
                </a:extLst>
              </a:tr>
              <a:tr h="298450">
                <a:tc>
                  <a:txBody>
                    <a:bodyPr lIns="21944" tIns="21945" rIns="21944" bIns="21945"/>
                    <a:lstStyle/>
                    <a:p>
                      <a:pPr/>
                      <a:r>
                        <a:rPr lang="en-US" sz="1400">
                          <a:effectLst/>
                        </a:rPr>
                        <a:t>16</a:t>
                      </a:r>
                      <a:endParaRPr/>
                    </a:p>
                  </a:txBody>
                  <a:tcPr marL="21944" marR="21944" marT="21945" marB="21945">
                    <a:lnL w="635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21944" tIns="21945" rIns="21944" bIns="21945"/>
                    <a:lstStyle/>
                    <a:p>
                      <a:pPr/>
                      <a:r>
                        <a:rPr lang="en-US" sz="1400">
                          <a:effectLst/>
                        </a:rPr>
                        <a:t>SIGSTKFLT</a:t>
                      </a:r>
                      <a:endParaRPr/>
                    </a:p>
                  </a:txBody>
                  <a:tcPr marL="21944" marR="21944" marT="21945" marB="21945">
                    <a:lnL w="635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21944" tIns="21945" rIns="21944" bIns="21945"/>
                    <a:lstStyle/>
                    <a:p>
                      <a:pPr/>
                      <a:r>
                        <a:rPr lang="zh-CN" sz="1400">
                          <a:effectLst/>
                        </a:rPr>
                        <a:t>栈溢出</a:t>
                      </a:r>
                      <a:endParaRPr/>
                    </a:p>
                  </a:txBody>
                  <a:tcPr marL="21944" marR="21944" marT="21945" marB="21945">
                    <a:lnL w="635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21944" tIns="21945" rIns="21944" bIns="21945"/>
                    <a:lstStyle/>
                    <a:p>
                      <a:pPr/>
                      <a:r>
                        <a:rPr sz="1400">
                          <a:effectLst/>
                        </a:rPr>
                        <a:t> </a:t>
                      </a:r>
                      <a:endParaRPr/>
                    </a:p>
                  </a:txBody>
                  <a:tcPr marL="21944" marR="21944" marT="21945" marB="21945">
                    <a:lnL w="635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val="17"/>
                  </a:ext>
                </a:extLst>
              </a:tr>
            </a:tbl>
          </a:graphicData>
        </a:graphic>
      </p:graphicFrame>
      <p:cxnSp>
        <p:nvCxnSpPr>
          <p:cNvPr id="9" name=""/>
          <p:cNvCxnSpPr/>
          <p:nvPr/>
        </p:nvCxnSpPr>
        <p:spPr>
          <a:xfrm rot="0" flipH="false" flipV="false">
            <a:off x="433617" y="4655681"/>
            <a:ext cx="4690413" cy="11410"/>
          </a:xfrm>
          <a:prstGeom prst="straightConnector1"/>
          <a:ln w="38100">
            <a:solidFill>
              <a:srgbClr val="FF0000">
                <a:alpha val="100000"/>
              </a:srgbClr>
            </a:solidFill>
            <a:prstDash val="solid"/>
          </a:ln>
        </p:spPr>
      </p:cxnSp>
      <p:cxnSp>
        <p:nvCxnSpPr>
          <p:cNvPr id="10" name=""/>
          <p:cNvCxnSpPr/>
          <p:nvPr/>
        </p:nvCxnSpPr>
        <p:spPr>
          <a:xfrm rot="0" flipH="false" flipV="false">
            <a:off x="433617" y="5234942"/>
            <a:ext cx="4690413" cy="11410"/>
          </a:xfrm>
          <a:prstGeom prst="straightConnector1"/>
          <a:ln w="38100">
            <a:solidFill>
              <a:srgbClr val="FF0000">
                <a:alpha val="100000"/>
              </a:srgbClr>
            </a:solidFill>
            <a:prstDash val="solid"/>
          </a:ln>
        </p:spPr>
      </p:cxnSp>
    </p:spTree>
  </p:cSld>
  <p:clrMapOvr>
    <a:masterClrMapping/>
  </p:clrMapOvr>
</p:sld>
</file>

<file path=ppt/slides/slide11.xml><?xml version="1.0" encoding="utf-8"?>
<p:sld xmlns:p="http://schemas.openxmlformats.org/presentationml/2006/main" xmlns:a16="http://schemas.microsoft.com/office/drawing/2014/main" xmlns:a="http://schemas.openxmlformats.org/drawingml/2006/main" xmlns:mc="http://schemas.openxmlformats.org/markup-compatibility/2006" mc:Ignorable="a16">
  <p:cSld>
    <p:spTree>
      <p:nvGrpSpPr>
        <p:cNvPr id="1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标题 1"/>
          <p:cNvSpPr>
            <a:spLocks noGrp="true"/>
          </p:cNvSpPr>
          <p:nvPr>
            <p:ph type="title"/>
          </p:nvPr>
        </p:nvSpPr>
        <p:spPr/>
        <p:txBody>
          <a:bodyPr/>
          <a:lstStyle/>
          <a:p>
            <a:pPr/>
            <a:r>
              <a:rPr lang="en-US" altLang="zh-CN">
                <a:ea typeface="宋体" pitchFamily="2" charset="-122"/>
              </a:rPr>
              <a:t>Linux Signals</a:t>
            </a:r>
            <a:endParaRPr kumimoji="true" lang="zh-CN" altLang="en-US"/>
          </a:p>
        </p:txBody>
      </p:sp>
      <p:graphicFrame>
        <p:nvGraphicFramePr>
          <p:cNvPr id="13" name="内容占位符 5"/>
          <p:cNvGraphicFramePr/>
          <p:nvPr>
            <p:ph idx="1"/>
          </p:nvPr>
        </p:nvGraphicFramePr>
        <p:xfrm>
          <a:off x="609600" y="1828800"/>
          <a:ext cx="7924800" cy="3765696"/>
        </p:xfrm>
        <a:graphic>
          <a:graphicData uri="http://schemas.openxmlformats.org/drawingml/2006/table">
            <a:tbl>
              <a:tblPr/>
              <a:tblGrid>
                <a:gridCol w="1025562">
                  <a:extLst>
                    <a:ext uri="{9D8B030D-6E8A-4147-A177-3AD203B41FA5}">
                      <a16:colId val="1"/>
                    </a:ext>
                  </a:extLst>
                </a:gridCol>
                <a:gridCol w="1584960">
                  <a:extLst>
                    <a:ext uri="{9D8B030D-6E8A-4147-A177-3AD203B41FA5}">
                      <a16:colId val="2"/>
                    </a:ext>
                  </a:extLst>
                </a:gridCol>
                <a:gridCol w="3333078">
                  <a:extLst>
                    <a:ext uri="{9D8B030D-6E8A-4147-A177-3AD203B41FA5}">
                      <a16:colId val="3"/>
                    </a:ext>
                  </a:extLst>
                </a:gridCol>
                <a:gridCol w="1981200">
                  <a:extLst>
                    <a:ext uri="{9D8B030D-6E8A-4147-A177-3AD203B41FA5}">
                      <a16:colId val="4"/>
                    </a:ext>
                  </a:extLst>
                </a:gridCol>
              </a:tblGrid>
              <a:tr h="233845">
                <a:tc>
                  <a:txBody>
                    <a:bodyPr/>
                    <a:lstStyle/>
                    <a:p>
                      <a:pPr algn="l" fontAlgn="b"/>
                      <a:r>
                        <a:rPr lang="zh-CN" altLang="en-US" sz="1400">
                          <a:effectLst/>
                        </a:rPr>
                        <a:t>取值</a:t>
                      </a:r>
                      <a:endParaRPr/>
                    </a:p>
                  </a:txBody>
                  <a:tcPr marL="10250" marR="10250" marT="10248" marB="10248" anchor="b">
                    <a:lnL w="635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zh-CN" altLang="en-US" sz="1400">
                          <a:effectLst/>
                        </a:rPr>
                        <a:t>名称</a:t>
                      </a:r>
                      <a:endParaRPr/>
                    </a:p>
                  </a:txBody>
                  <a:tcPr marL="10250" marR="10250" marT="10248" marB="10248" anchor="b">
                    <a:lnL w="635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zh-CN" altLang="en-US" sz="1400">
                          <a:effectLst/>
                        </a:rPr>
                        <a:t>解释</a:t>
                      </a:r>
                      <a:endParaRPr/>
                    </a:p>
                  </a:txBody>
                  <a:tcPr marL="10250" marR="10250" marT="10248" marB="10248" anchor="b">
                    <a:lnL w="635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zh-CN" altLang="en-US" sz="1400">
                          <a:effectLst/>
                        </a:rPr>
                        <a:t>默认动作</a:t>
                      </a:r>
                      <a:endParaRPr/>
                    </a:p>
                  </a:txBody>
                  <a:tcPr marL="10250" marR="10250" marT="10248" marB="10248" anchor="b">
                    <a:lnL w="635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val="1"/>
                  </a:ext>
                </a:extLst>
              </a:tr>
              <a:tr h="233845">
                <a:tc>
                  <a:txBody>
                    <a:bodyPr/>
                    <a:lstStyle/>
                    <a:p>
                      <a:pPr fontAlgn="t"/>
                      <a:r>
                        <a:rPr lang="en-US" altLang="zh-CN" sz="1400" dirty="false">
                          <a:effectLst/>
                        </a:rPr>
                        <a:t>17</a:t>
                      </a:r>
                      <a:endParaRPr/>
                    </a:p>
                  </a:txBody>
                  <a:tcPr marL="10250" marR="10250" marT="10248" marB="10248">
                    <a:lnL w="635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fontAlgn="t"/>
                      <a:r>
                        <a:rPr lang="en-US" sz="1400">
                          <a:effectLst/>
                        </a:rPr>
                        <a:t>SIGCHLD</a:t>
                      </a:r>
                      <a:endParaRPr/>
                    </a:p>
                  </a:txBody>
                  <a:tcPr marL="10250" marR="10250" marT="10248" marB="10248">
                    <a:lnL w="635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fontAlgn="t"/>
                      <a:r>
                        <a:rPr lang="zh-CN" altLang="en-US" sz="1400">
                          <a:effectLst/>
                        </a:rPr>
                        <a:t>子进程退出</a:t>
                      </a:r>
                      <a:endParaRPr/>
                    </a:p>
                  </a:txBody>
                  <a:tcPr marL="10250" marR="10250" marT="10248" marB="10248">
                    <a:lnL w="635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fontAlgn="t"/>
                      <a:r>
                        <a:rPr lang="zh-CN" altLang="en-US" sz="1400">
                          <a:effectLst/>
                        </a:rPr>
                        <a:t>默认忽略</a:t>
                      </a:r>
                      <a:endParaRPr/>
                    </a:p>
                  </a:txBody>
                  <a:tcPr marL="10250" marR="10250" marT="10248" marB="10248">
                    <a:lnL w="635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val="2"/>
                  </a:ext>
                </a:extLst>
              </a:tr>
              <a:tr h="233845">
                <a:tc>
                  <a:txBody>
                    <a:bodyPr/>
                    <a:lstStyle/>
                    <a:p>
                      <a:pPr fontAlgn="t"/>
                      <a:r>
                        <a:rPr lang="fi-FI" sz="1400">
                          <a:effectLst/>
                        </a:rPr>
                        <a:t>18</a:t>
                      </a:r>
                      <a:endParaRPr/>
                    </a:p>
                  </a:txBody>
                  <a:tcPr marL="10250" marR="10250" marT="10248" marB="10248">
                    <a:lnL w="635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fontAlgn="t"/>
                      <a:r>
                        <a:rPr lang="en-US" sz="1400">
                          <a:effectLst/>
                        </a:rPr>
                        <a:t>SIGCONT</a:t>
                      </a:r>
                      <a:endParaRPr/>
                    </a:p>
                  </a:txBody>
                  <a:tcPr marL="10250" marR="10250" marT="10248" marB="10248">
                    <a:lnL w="635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fontAlgn="t"/>
                      <a:r>
                        <a:rPr lang="zh-CN" altLang="en-US" sz="1400">
                          <a:effectLst/>
                        </a:rPr>
                        <a:t>进程继续</a:t>
                      </a:r>
                      <a:endParaRPr/>
                    </a:p>
                  </a:txBody>
                  <a:tcPr marL="10250" marR="10250" marT="10248" marB="10248">
                    <a:lnL w="635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fontAlgn="t"/>
                      <a:r>
                        <a:rPr lang="sk-SK" sz="1400">
                          <a:effectLst/>
                        </a:rPr>
                        <a:t> </a:t>
                      </a:r>
                      <a:endParaRPr/>
                    </a:p>
                  </a:txBody>
                  <a:tcPr marL="10250" marR="10250" marT="10248" marB="10248">
                    <a:lnL w="635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val="3"/>
                  </a:ext>
                </a:extLst>
              </a:tr>
              <a:tr h="233845">
                <a:tc>
                  <a:txBody>
                    <a:bodyPr/>
                    <a:lstStyle/>
                    <a:p>
                      <a:pPr fontAlgn="t"/>
                      <a:r>
                        <a:rPr lang="en-US" altLang="zh-CN" sz="1400">
                          <a:effectLst/>
                        </a:rPr>
                        <a:t>19</a:t>
                      </a:r>
                      <a:endParaRPr/>
                    </a:p>
                  </a:txBody>
                  <a:tcPr marL="10250" marR="10250" marT="10248" marB="10248">
                    <a:lnL w="635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fontAlgn="t"/>
                      <a:r>
                        <a:rPr lang="en-US" sz="1400">
                          <a:effectLst/>
                        </a:rPr>
                        <a:t>SIGSTOP</a:t>
                      </a:r>
                      <a:endParaRPr/>
                    </a:p>
                  </a:txBody>
                  <a:tcPr marL="10250" marR="10250" marT="10248" marB="10248">
                    <a:lnL w="635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fontAlgn="t"/>
                      <a:r>
                        <a:rPr lang="zh-CN" altLang="en-US" sz="1400">
                          <a:effectLst/>
                        </a:rPr>
                        <a:t>进程停止</a:t>
                      </a:r>
                      <a:endParaRPr/>
                    </a:p>
                  </a:txBody>
                  <a:tcPr marL="10250" marR="10250" marT="10248" marB="10248">
                    <a:lnL w="635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fontAlgn="t"/>
                      <a:r>
                        <a:rPr lang="zh-CN" altLang="en-US" sz="1400">
                          <a:effectLst/>
                        </a:rPr>
                        <a:t>不能被忽略、处理和阻塞</a:t>
                      </a:r>
                      <a:endParaRPr/>
                    </a:p>
                  </a:txBody>
                  <a:tcPr marL="10250" marR="10250" marT="10248" marB="10248">
                    <a:lnL w="635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val="4"/>
                  </a:ext>
                </a:extLst>
              </a:tr>
              <a:tr h="233845">
                <a:tc>
                  <a:txBody>
                    <a:bodyPr/>
                    <a:lstStyle/>
                    <a:p>
                      <a:pPr fontAlgn="t"/>
                      <a:r>
                        <a:rPr lang="is-IS" sz="1400">
                          <a:effectLst/>
                        </a:rPr>
                        <a:t>20</a:t>
                      </a:r>
                      <a:endParaRPr/>
                    </a:p>
                  </a:txBody>
                  <a:tcPr marL="10250" marR="10250" marT="10248" marB="10248">
                    <a:lnL w="635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fontAlgn="t"/>
                      <a:r>
                        <a:rPr lang="en-US" sz="1400">
                          <a:effectLst/>
                        </a:rPr>
                        <a:t>SIGTSTP</a:t>
                      </a:r>
                      <a:endParaRPr/>
                    </a:p>
                  </a:txBody>
                  <a:tcPr marL="10250" marR="10250" marT="10248" marB="10248">
                    <a:lnL w="635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fontAlgn="t"/>
                      <a:r>
                        <a:rPr lang="zh-CN" altLang="en-US" sz="1400">
                          <a:effectLst/>
                        </a:rPr>
                        <a:t>进程停止</a:t>
                      </a:r>
                      <a:endParaRPr/>
                    </a:p>
                  </a:txBody>
                  <a:tcPr marL="10250" marR="10250" marT="10248" marB="10248">
                    <a:lnL w="635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fontAlgn="t"/>
                      <a:r>
                        <a:rPr lang="sk-SK" sz="1400">
                          <a:effectLst/>
                        </a:rPr>
                        <a:t> </a:t>
                      </a:r>
                      <a:endParaRPr/>
                    </a:p>
                  </a:txBody>
                  <a:tcPr marL="10250" marR="10250" marT="10248" marB="10248">
                    <a:lnL w="635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val="5"/>
                  </a:ext>
                </a:extLst>
              </a:tr>
              <a:tr h="241856">
                <a:tc>
                  <a:txBody>
                    <a:bodyPr/>
                    <a:lstStyle/>
                    <a:p>
                      <a:pPr fontAlgn="t"/>
                      <a:r>
                        <a:rPr lang="cs-CZ" sz="1400">
                          <a:effectLst/>
                        </a:rPr>
                        <a:t>21</a:t>
                      </a:r>
                      <a:endParaRPr/>
                    </a:p>
                  </a:txBody>
                  <a:tcPr marL="10250" marR="10250" marT="10248" marB="10248">
                    <a:lnL w="635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fontAlgn="t"/>
                      <a:r>
                        <a:rPr lang="en-US" sz="1400">
                          <a:effectLst/>
                        </a:rPr>
                        <a:t>SIGTTIN</a:t>
                      </a:r>
                      <a:endParaRPr/>
                    </a:p>
                  </a:txBody>
                  <a:tcPr marL="10250" marR="10250" marT="10248" marB="10248">
                    <a:lnL w="635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fontAlgn="t"/>
                      <a:r>
                        <a:rPr lang="zh-CN" altLang="en-US" sz="1400">
                          <a:effectLst/>
                        </a:rPr>
                        <a:t>进程停止，后台进程从终端读数据时</a:t>
                      </a:r>
                      <a:endParaRPr/>
                    </a:p>
                  </a:txBody>
                  <a:tcPr marL="10250" marR="10250" marT="10248" marB="10248">
                    <a:lnL w="635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fontAlgn="t"/>
                      <a:r>
                        <a:rPr lang="sk-SK" sz="1400">
                          <a:effectLst/>
                        </a:rPr>
                        <a:t> </a:t>
                      </a:r>
                      <a:endParaRPr/>
                    </a:p>
                  </a:txBody>
                  <a:tcPr marL="10250" marR="10250" marT="10248" marB="10248">
                    <a:lnL w="635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val="6"/>
                  </a:ext>
                </a:extLst>
              </a:tr>
              <a:tr h="241856">
                <a:tc>
                  <a:txBody>
                    <a:bodyPr/>
                    <a:lstStyle/>
                    <a:p>
                      <a:pPr fontAlgn="t"/>
                      <a:r>
                        <a:rPr lang="is-IS" sz="1400">
                          <a:effectLst/>
                        </a:rPr>
                        <a:t>22</a:t>
                      </a:r>
                      <a:endParaRPr/>
                    </a:p>
                  </a:txBody>
                  <a:tcPr marL="10250" marR="10250" marT="10248" marB="10248">
                    <a:lnL w="635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fontAlgn="t"/>
                      <a:r>
                        <a:rPr lang="en-US" sz="1400">
                          <a:effectLst/>
                        </a:rPr>
                        <a:t>SIGTTOU</a:t>
                      </a:r>
                      <a:endParaRPr/>
                    </a:p>
                  </a:txBody>
                  <a:tcPr marL="10250" marR="10250" marT="10248" marB="10248">
                    <a:lnL w="635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fontAlgn="t"/>
                      <a:r>
                        <a:rPr lang="zh-CN" altLang="en-US" sz="1400">
                          <a:effectLst/>
                        </a:rPr>
                        <a:t>进程停止，后台进程想终端写数据时</a:t>
                      </a:r>
                      <a:endParaRPr/>
                    </a:p>
                  </a:txBody>
                  <a:tcPr marL="10250" marR="10250" marT="10248" marB="10248">
                    <a:lnL w="635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fontAlgn="t"/>
                      <a:r>
                        <a:rPr lang="sk-SK" sz="1400">
                          <a:effectLst/>
                        </a:rPr>
                        <a:t> </a:t>
                      </a:r>
                      <a:endParaRPr/>
                    </a:p>
                  </a:txBody>
                  <a:tcPr marL="10250" marR="10250" marT="10248" marB="10248">
                    <a:lnL w="635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val="7"/>
                  </a:ext>
                </a:extLst>
              </a:tr>
              <a:tr h="241856">
                <a:tc>
                  <a:txBody>
                    <a:bodyPr/>
                    <a:lstStyle/>
                    <a:p>
                      <a:pPr fontAlgn="t"/>
                      <a:r>
                        <a:rPr lang="is-IS" sz="1400">
                          <a:effectLst/>
                        </a:rPr>
                        <a:t>23</a:t>
                      </a:r>
                      <a:endParaRPr/>
                    </a:p>
                  </a:txBody>
                  <a:tcPr marL="10250" marR="10250" marT="10248" marB="10248">
                    <a:lnL w="635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fontAlgn="t"/>
                      <a:r>
                        <a:rPr lang="en-US" sz="1400">
                          <a:effectLst/>
                        </a:rPr>
                        <a:t>SIGURG</a:t>
                      </a:r>
                      <a:endParaRPr/>
                    </a:p>
                  </a:txBody>
                  <a:tcPr marL="10250" marR="10250" marT="10248" marB="10248">
                    <a:lnL w="635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fontAlgn="t"/>
                      <a:r>
                        <a:rPr lang="en-US" altLang="zh-CN" sz="1400">
                          <a:effectLst/>
                        </a:rPr>
                        <a:t>I/O</a:t>
                      </a:r>
                      <a:r>
                        <a:rPr lang="zh-CN" altLang="en-US" sz="1400">
                          <a:effectLst/>
                        </a:rPr>
                        <a:t>有紧急数据到达当前进程</a:t>
                      </a:r>
                      <a:endParaRPr/>
                    </a:p>
                  </a:txBody>
                  <a:tcPr marL="10250" marR="10250" marT="10248" marB="10248">
                    <a:lnL w="635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fontAlgn="t"/>
                      <a:r>
                        <a:rPr lang="zh-CN" altLang="en-US" sz="1400">
                          <a:effectLst/>
                        </a:rPr>
                        <a:t>默认忽略</a:t>
                      </a:r>
                      <a:endParaRPr/>
                    </a:p>
                  </a:txBody>
                  <a:tcPr marL="10250" marR="10250" marT="10248" marB="10248">
                    <a:lnL w="635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val="8"/>
                  </a:ext>
                </a:extLst>
              </a:tr>
              <a:tr h="233845">
                <a:tc>
                  <a:txBody>
                    <a:bodyPr/>
                    <a:lstStyle/>
                    <a:p>
                      <a:pPr fontAlgn="t"/>
                      <a:r>
                        <a:rPr lang="is-IS" sz="1400">
                          <a:effectLst/>
                        </a:rPr>
                        <a:t>24</a:t>
                      </a:r>
                      <a:endParaRPr/>
                    </a:p>
                  </a:txBody>
                  <a:tcPr marL="10250" marR="10250" marT="10248" marB="10248">
                    <a:lnL w="635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fontAlgn="t"/>
                      <a:r>
                        <a:rPr lang="en-US" sz="1400">
                          <a:effectLst/>
                        </a:rPr>
                        <a:t>SIGXCPU</a:t>
                      </a:r>
                      <a:endParaRPr/>
                    </a:p>
                  </a:txBody>
                  <a:tcPr marL="10250" marR="10250" marT="10248" marB="10248">
                    <a:lnL w="635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fontAlgn="t"/>
                      <a:r>
                        <a:rPr lang="zh-CN" altLang="en-US" sz="1400">
                          <a:effectLst/>
                        </a:rPr>
                        <a:t>进程的</a:t>
                      </a:r>
                      <a:r>
                        <a:rPr lang="en-US" altLang="zh-CN" sz="1400">
                          <a:effectLst/>
                        </a:rPr>
                        <a:t>CPU</a:t>
                      </a:r>
                      <a:r>
                        <a:rPr lang="zh-CN" altLang="en-US" sz="1400">
                          <a:effectLst/>
                        </a:rPr>
                        <a:t>时间片到期</a:t>
                      </a:r>
                      <a:endParaRPr/>
                    </a:p>
                  </a:txBody>
                  <a:tcPr marL="10250" marR="10250" marT="10248" marB="10248">
                    <a:lnL w="635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fontAlgn="t"/>
                      <a:r>
                        <a:rPr lang="sk-SK" sz="1400">
                          <a:effectLst/>
                        </a:rPr>
                        <a:t> </a:t>
                      </a:r>
                      <a:endParaRPr/>
                    </a:p>
                  </a:txBody>
                  <a:tcPr marL="10250" marR="10250" marT="10248" marB="10248">
                    <a:lnL w="635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val="9"/>
                  </a:ext>
                </a:extLst>
              </a:tr>
              <a:tr h="233845">
                <a:tc>
                  <a:txBody>
                    <a:bodyPr/>
                    <a:lstStyle/>
                    <a:p>
                      <a:pPr fontAlgn="t"/>
                      <a:r>
                        <a:rPr lang="is-IS" sz="1400">
                          <a:effectLst/>
                        </a:rPr>
                        <a:t>25</a:t>
                      </a:r>
                      <a:endParaRPr/>
                    </a:p>
                  </a:txBody>
                  <a:tcPr marL="10250" marR="10250" marT="10248" marB="10248">
                    <a:lnL w="635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fontAlgn="t"/>
                      <a:r>
                        <a:rPr lang="en-US" sz="1400">
                          <a:effectLst/>
                        </a:rPr>
                        <a:t>SIGXFSZ</a:t>
                      </a:r>
                      <a:endParaRPr/>
                    </a:p>
                  </a:txBody>
                  <a:tcPr marL="10250" marR="10250" marT="10248" marB="10248">
                    <a:lnL w="635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fontAlgn="t"/>
                      <a:r>
                        <a:rPr lang="zh-CN" altLang="en-US" sz="1400">
                          <a:effectLst/>
                        </a:rPr>
                        <a:t>文件大小的超出上限</a:t>
                      </a:r>
                      <a:endParaRPr/>
                    </a:p>
                  </a:txBody>
                  <a:tcPr marL="10250" marR="10250" marT="10248" marB="10248">
                    <a:lnL w="635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fontAlgn="t"/>
                      <a:r>
                        <a:rPr lang="sk-SK" sz="1400">
                          <a:effectLst/>
                        </a:rPr>
                        <a:t> </a:t>
                      </a:r>
                      <a:endParaRPr/>
                    </a:p>
                  </a:txBody>
                  <a:tcPr marL="10250" marR="10250" marT="10248" marB="10248">
                    <a:lnL w="635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val="10"/>
                  </a:ext>
                </a:extLst>
              </a:tr>
              <a:tr h="233845">
                <a:tc>
                  <a:txBody>
                    <a:bodyPr/>
                    <a:lstStyle/>
                    <a:p>
                      <a:pPr fontAlgn="t"/>
                      <a:r>
                        <a:rPr lang="is-IS" sz="1400">
                          <a:effectLst/>
                        </a:rPr>
                        <a:t>26</a:t>
                      </a:r>
                      <a:endParaRPr/>
                    </a:p>
                  </a:txBody>
                  <a:tcPr marL="10250" marR="10250" marT="10248" marB="10248">
                    <a:lnL w="635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fontAlgn="t"/>
                      <a:r>
                        <a:rPr lang="en-US" sz="1400">
                          <a:effectLst/>
                        </a:rPr>
                        <a:t>SIGVTALRM</a:t>
                      </a:r>
                      <a:endParaRPr/>
                    </a:p>
                  </a:txBody>
                  <a:tcPr marL="10250" marR="10250" marT="10248" marB="10248">
                    <a:lnL w="635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fontAlgn="t"/>
                      <a:r>
                        <a:rPr lang="zh-CN" altLang="en-US" sz="1400">
                          <a:effectLst/>
                        </a:rPr>
                        <a:t>虚拟时钟超时</a:t>
                      </a:r>
                      <a:endParaRPr/>
                    </a:p>
                  </a:txBody>
                  <a:tcPr marL="10250" marR="10250" marT="10248" marB="10248">
                    <a:lnL w="635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fontAlgn="t"/>
                      <a:r>
                        <a:rPr lang="sk-SK" sz="1400">
                          <a:effectLst/>
                        </a:rPr>
                        <a:t> </a:t>
                      </a:r>
                      <a:endParaRPr/>
                    </a:p>
                  </a:txBody>
                  <a:tcPr marL="10250" marR="10250" marT="10248" marB="10248">
                    <a:lnL w="635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val="11"/>
                  </a:ext>
                </a:extLst>
              </a:tr>
              <a:tr h="233845">
                <a:tc>
                  <a:txBody>
                    <a:bodyPr/>
                    <a:lstStyle/>
                    <a:p>
                      <a:pPr fontAlgn="t"/>
                      <a:r>
                        <a:rPr lang="is-IS" sz="1400">
                          <a:effectLst/>
                        </a:rPr>
                        <a:t>27</a:t>
                      </a:r>
                      <a:endParaRPr/>
                    </a:p>
                  </a:txBody>
                  <a:tcPr marL="10250" marR="10250" marT="10248" marB="10248">
                    <a:lnL w="635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fontAlgn="t"/>
                      <a:r>
                        <a:rPr lang="en-US" sz="1400">
                          <a:effectLst/>
                        </a:rPr>
                        <a:t>SIGPROF</a:t>
                      </a:r>
                      <a:endParaRPr/>
                    </a:p>
                  </a:txBody>
                  <a:tcPr marL="10250" marR="10250" marT="10248" marB="10248">
                    <a:lnL w="635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fontAlgn="t"/>
                      <a:r>
                        <a:rPr lang="en-US" altLang="zh-CN" sz="1400">
                          <a:effectLst/>
                        </a:rPr>
                        <a:t>profile</a:t>
                      </a:r>
                      <a:r>
                        <a:rPr lang="zh-CN" altLang="en-US" sz="1400">
                          <a:effectLst/>
                        </a:rPr>
                        <a:t>时钟超时</a:t>
                      </a:r>
                      <a:endParaRPr/>
                    </a:p>
                  </a:txBody>
                  <a:tcPr marL="10250" marR="10250" marT="10248" marB="10248">
                    <a:lnL w="635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fontAlgn="t"/>
                      <a:r>
                        <a:rPr lang="sk-SK" sz="1400">
                          <a:effectLst/>
                        </a:rPr>
                        <a:t> </a:t>
                      </a:r>
                      <a:endParaRPr/>
                    </a:p>
                  </a:txBody>
                  <a:tcPr marL="10250" marR="10250" marT="10248" marB="10248">
                    <a:lnL w="635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val="12"/>
                  </a:ext>
                </a:extLst>
              </a:tr>
              <a:tr h="233845">
                <a:tc>
                  <a:txBody>
                    <a:bodyPr/>
                    <a:lstStyle/>
                    <a:p>
                      <a:pPr fontAlgn="t"/>
                      <a:r>
                        <a:rPr lang="is-IS" sz="1400">
                          <a:effectLst/>
                        </a:rPr>
                        <a:t>28</a:t>
                      </a:r>
                      <a:endParaRPr/>
                    </a:p>
                  </a:txBody>
                  <a:tcPr marL="10250" marR="10250" marT="10248" marB="10248">
                    <a:lnL w="635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fontAlgn="t"/>
                      <a:r>
                        <a:rPr lang="en-US" sz="1400">
                          <a:effectLst/>
                        </a:rPr>
                        <a:t>SIGWINCH</a:t>
                      </a:r>
                      <a:endParaRPr/>
                    </a:p>
                  </a:txBody>
                  <a:tcPr marL="10250" marR="10250" marT="10248" marB="10248">
                    <a:lnL w="635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fontAlgn="t"/>
                      <a:r>
                        <a:rPr lang="zh-CN" altLang="en-US" sz="1400">
                          <a:effectLst/>
                        </a:rPr>
                        <a:t>窗口大小改变</a:t>
                      </a:r>
                      <a:endParaRPr/>
                    </a:p>
                  </a:txBody>
                  <a:tcPr marL="10250" marR="10250" marT="10248" marB="10248">
                    <a:lnL w="635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fontAlgn="t"/>
                      <a:r>
                        <a:rPr lang="zh-CN" altLang="en-US" sz="1400">
                          <a:effectLst/>
                        </a:rPr>
                        <a:t>默认忽略</a:t>
                      </a:r>
                      <a:endParaRPr/>
                    </a:p>
                  </a:txBody>
                  <a:tcPr marL="10250" marR="10250" marT="10248" marB="10248">
                    <a:lnL w="635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val="13"/>
                  </a:ext>
                </a:extLst>
              </a:tr>
              <a:tr h="233845">
                <a:tc>
                  <a:txBody>
                    <a:bodyPr/>
                    <a:lstStyle/>
                    <a:p>
                      <a:pPr fontAlgn="t"/>
                      <a:r>
                        <a:rPr lang="is-IS" sz="1400">
                          <a:effectLst/>
                        </a:rPr>
                        <a:t>29</a:t>
                      </a:r>
                      <a:endParaRPr/>
                    </a:p>
                  </a:txBody>
                  <a:tcPr marL="10250" marR="10250" marT="10248" marB="10248">
                    <a:lnL w="635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fontAlgn="t"/>
                      <a:r>
                        <a:rPr lang="en-US" sz="1400">
                          <a:effectLst/>
                        </a:rPr>
                        <a:t>SIGIO</a:t>
                      </a:r>
                      <a:endParaRPr/>
                    </a:p>
                  </a:txBody>
                  <a:tcPr marL="10250" marR="10250" marT="10248" marB="10248">
                    <a:lnL w="635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fontAlgn="t"/>
                      <a:r>
                        <a:rPr lang="en-US" altLang="zh-CN" sz="1400">
                          <a:effectLst/>
                        </a:rPr>
                        <a:t>I/O</a:t>
                      </a:r>
                      <a:r>
                        <a:rPr lang="zh-CN" altLang="en-US" sz="1400">
                          <a:effectLst/>
                        </a:rPr>
                        <a:t>相关</a:t>
                      </a:r>
                      <a:endParaRPr/>
                    </a:p>
                  </a:txBody>
                  <a:tcPr marL="10250" marR="10250" marT="10248" marB="10248">
                    <a:lnL w="635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fontAlgn="t"/>
                      <a:r>
                        <a:rPr lang="sk-SK" sz="1400">
                          <a:effectLst/>
                        </a:rPr>
                        <a:t> </a:t>
                      </a:r>
                      <a:endParaRPr/>
                    </a:p>
                  </a:txBody>
                  <a:tcPr marL="10250" marR="10250" marT="10248" marB="10248">
                    <a:lnL w="635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val="14"/>
                  </a:ext>
                </a:extLst>
              </a:tr>
              <a:tr h="233845">
                <a:tc>
                  <a:txBody>
                    <a:bodyPr/>
                    <a:lstStyle/>
                    <a:p>
                      <a:pPr fontAlgn="t"/>
                      <a:r>
                        <a:rPr lang="en-US" altLang="zh-CN" sz="1400">
                          <a:effectLst/>
                        </a:rPr>
                        <a:t>30</a:t>
                      </a:r>
                      <a:endParaRPr/>
                    </a:p>
                  </a:txBody>
                  <a:tcPr marL="10250" marR="10250" marT="10248" marB="10248">
                    <a:lnL w="635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fontAlgn="t"/>
                      <a:r>
                        <a:rPr lang="en-US" sz="1400">
                          <a:effectLst/>
                        </a:rPr>
                        <a:t>SIGPWR</a:t>
                      </a:r>
                      <a:endParaRPr/>
                    </a:p>
                  </a:txBody>
                  <a:tcPr marL="10250" marR="10250" marT="10248" marB="10248">
                    <a:lnL w="635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fontAlgn="t"/>
                      <a:r>
                        <a:rPr lang="zh-CN" altLang="en-US" sz="1400">
                          <a:effectLst/>
                        </a:rPr>
                        <a:t>关机</a:t>
                      </a:r>
                      <a:endParaRPr/>
                    </a:p>
                  </a:txBody>
                  <a:tcPr marL="10250" marR="10250" marT="10248" marB="10248">
                    <a:lnL w="635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fontAlgn="t"/>
                      <a:r>
                        <a:rPr lang="zh-CN" altLang="en-US" sz="1400">
                          <a:effectLst/>
                        </a:rPr>
                        <a:t>默认忽略</a:t>
                      </a:r>
                      <a:endParaRPr/>
                    </a:p>
                  </a:txBody>
                  <a:tcPr marL="10250" marR="10250" marT="10248" marB="10248">
                    <a:lnL w="635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val="15"/>
                  </a:ext>
                </a:extLst>
              </a:tr>
              <a:tr h="233845">
                <a:tc>
                  <a:txBody>
                    <a:bodyPr/>
                    <a:lstStyle/>
                    <a:p>
                      <a:pPr fontAlgn="t"/>
                      <a:r>
                        <a:rPr lang="en-US" altLang="zh-CN" sz="1400">
                          <a:effectLst/>
                        </a:rPr>
                        <a:t>31</a:t>
                      </a:r>
                      <a:endParaRPr/>
                    </a:p>
                  </a:txBody>
                  <a:tcPr marL="10250" marR="10250" marT="10248" marB="10248">
                    <a:lnL w="635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fontAlgn="t"/>
                      <a:r>
                        <a:rPr lang="en-US" sz="1400">
                          <a:effectLst/>
                        </a:rPr>
                        <a:t>SIGSYS</a:t>
                      </a:r>
                      <a:endParaRPr/>
                    </a:p>
                  </a:txBody>
                  <a:tcPr marL="10250" marR="10250" marT="10248" marB="10248">
                    <a:lnL w="635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fontAlgn="t"/>
                      <a:r>
                        <a:rPr lang="zh-CN" altLang="en-US" sz="1400">
                          <a:effectLst/>
                        </a:rPr>
                        <a:t>系统调用异常</a:t>
                      </a:r>
                      <a:endParaRPr/>
                    </a:p>
                  </a:txBody>
                  <a:tcPr marL="10250" marR="10250" marT="10248" marB="10248">
                    <a:lnL w="635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fontAlgn="t"/>
                      <a:r>
                        <a:rPr lang="sk-SK" sz="1400" dirty="false">
                          <a:effectLst/>
                        </a:rPr>
                        <a:t> </a:t>
                      </a:r>
                      <a:endParaRPr/>
                    </a:p>
                  </a:txBody>
                  <a:tcPr marL="10250" marR="10250" marT="10248" marB="10248">
                    <a:lnL w="635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val="16"/>
                  </a:ext>
                </a:extLst>
              </a:tr>
            </a:tbl>
          </a:graphicData>
        </a:graphic>
      </p:graphicFrame>
      <p:sp>
        <p:nvSpPr>
          <p:cNvPr id="14" name="幻灯片编号占位符 3"/>
          <p:cNvSpPr>
            <a:spLocks noGrp="true"/>
          </p:cNvSpPr>
          <p:nvPr>
            <p:ph type="sldNum" sz="quarter" idx="12"/>
          </p:nvPr>
        </p:nvSpPr>
        <p:spPr>
          <a:noFill/>
          <a:extLst>
            <a:ext uri="{909E8E84-426E-40DD-AFC4-6F175D3DCCD1}"/>
            <a:ext uri="{91240B29-F687-4F45-9708-019B960494DF}"/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Comic Sans MS" panose="030F070203030202020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Comic Sans MS" panose="030F070203030202020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anose="030F070203030202020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Comic Sans MS" panose="030F070203030202020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Comic Sans MS" panose="030F0702030302020204" charset="0"/>
              </a:defRPr>
            </a:lvl5pPr>
            <a:lvl6pPr marL="2514600" indent="-228600" eaLnBrk="false" fontAlgn="base" hangingPunct="false">
              <a:spcBef>
                <a:spcPct val="20000"/>
              </a:spcBef>
              <a:spcAft>
                <a:spcPct val="1"/>
              </a:spcAft>
              <a:buChar char="»"/>
              <a:defRPr sz="2000">
                <a:solidFill>
                  <a:schemeClr val="tx1"/>
                </a:solidFill>
                <a:latin typeface="Comic Sans MS" panose="030F0702030302020204" charset="0"/>
              </a:defRPr>
            </a:lvl6pPr>
            <a:lvl7pPr marL="2971800" indent="-228600" eaLnBrk="false" fontAlgn="base" hangingPunct="false">
              <a:spcBef>
                <a:spcPct val="20000"/>
              </a:spcBef>
              <a:spcAft>
                <a:spcPct val="1"/>
              </a:spcAft>
              <a:buChar char="»"/>
              <a:defRPr sz="2000">
                <a:solidFill>
                  <a:schemeClr val="tx1"/>
                </a:solidFill>
                <a:latin typeface="Comic Sans MS" panose="030F0702030302020204" charset="0"/>
              </a:defRPr>
            </a:lvl7pPr>
            <a:lvl8pPr marL="3429000" indent="-228600" eaLnBrk="false" fontAlgn="base" hangingPunct="false">
              <a:spcBef>
                <a:spcPct val="20000"/>
              </a:spcBef>
              <a:spcAft>
                <a:spcPct val="1"/>
              </a:spcAft>
              <a:buChar char="»"/>
              <a:defRPr sz="2000">
                <a:solidFill>
                  <a:schemeClr val="tx1"/>
                </a:solidFill>
                <a:latin typeface="Comic Sans MS" panose="030F0702030302020204" charset="0"/>
              </a:defRPr>
            </a:lvl8pPr>
            <a:lvl9pPr marL="3886200" indent="-228600" eaLnBrk="false" fontAlgn="base" hangingPunct="false">
              <a:spcBef>
                <a:spcPct val="20000"/>
              </a:spcBef>
              <a:spcAft>
                <a:spcPct val="1"/>
              </a:spcAft>
              <a:buChar char="»"/>
              <a:defRPr sz="2000">
                <a:solidFill>
                  <a:schemeClr val="tx1"/>
                </a:solidFill>
                <a:latin typeface="Comic Sans MS" panose="030F0702030302020204" charset="0"/>
              </a:defRPr>
            </a:lvl9pPr>
          </a:lstStyle>
          <a:p>
            <a:pPr>
              <a:spcBef>
                <a:spcPct val="1"/>
              </a:spcBef>
              <a:buFontTx/>
              <a:buNone/>
            </a:pPr>
            <a:fld id="{AD84F456-6449-1C42-81B6-94259F4CA19C}" type="slidenum">
              <a:rPr lang="zh-CN" altLang="en-US" sz="1400">
                <a:latin typeface="Times New Roman" panose="02020603050405020304" pitchFamily="18" charset="0"/>
                <a:ea typeface="宋体" pitchFamily="2" charset="-122"/>
              </a:rPr>
              <a:t>11</a:t>
            </a:fld>
            <a:endParaRPr lang="en-US" altLang="zh-CN" sz="1400">
              <a:latin typeface="Times New Roman" panose="02020603050405020304" pitchFamily="18" charset="0"/>
              <a:ea typeface="宋体" pitchFamily="2" charset="-122"/>
            </a:endParaRPr>
          </a:p>
        </p:txBody>
      </p:sp>
      <p:sp>
        <p:nvSpPr>
          <p:cNvPr id="15" name=""/>
          <p:cNvSpPr txBox="true"/>
          <p:nvPr/>
        </p:nvSpPr>
        <p:spPr>
          <a:xfrm rot="0" flipH="false" flipV="false">
            <a:off x="711200" y="5876655"/>
            <a:ext cx="6870700" cy="393700"/>
          </a:xfrm>
          <a:prstGeom prst="rect">
            <a:avLst/>
          </a:prstGeom>
          <a:ln w="6350">
            <a:prstDash val="solid"/>
          </a:ln>
        </p:spPr>
        <p:txBody>
          <a:bodyPr wrap="none">
            <a:spAutoFit/>
          </a:bodyPr>
          <a:p>
            <a:pPr/>
            <a:r>
              <a:rPr lang="zh-CN"/>
              <a:t>后续课程中，我们主要讨论</a:t>
            </a:r>
            <a:r>
              <a:rPr lang="en-US"/>
              <a:t>standard signal</a:t>
            </a:r>
            <a:r>
              <a:rPr lang="zh-CN"/>
              <a:t>，即非实时信号</a:t>
            </a:r>
            <a:endParaRPr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>
  <p:cSld>
    <p:spTree>
      <p:nvGrpSpPr>
        <p:cNvPr id="16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灯片编号占位符 5"/>
          <p:cNvSpPr>
            <a:spLocks noGrp="true"/>
          </p:cNvSpPr>
          <p:nvPr>
            <p:ph type="sldNum" sz="quarter" idx="12"/>
          </p:nvPr>
        </p:nvSpPr>
        <p:spPr>
          <a:noFill/>
          <a:extLst>
            <a:ext uri="{909E8E84-426E-40DD-AFC4-6F175D3DCCD1}"/>
            <a:ext uri="{91240B29-F687-4F45-9708-019B960494DF}"/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Comic Sans MS" panose="030F070203030202020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Comic Sans MS" panose="030F070203030202020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anose="030F070203030202020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Comic Sans MS" panose="030F070203030202020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Comic Sans MS" panose="030F0702030302020204" charset="0"/>
              </a:defRPr>
            </a:lvl5pPr>
            <a:lvl6pPr marL="2514600" indent="-228600" eaLnBrk="false" fontAlgn="base" hangingPunct="false">
              <a:spcBef>
                <a:spcPct val="20000"/>
              </a:spcBef>
              <a:spcAft>
                <a:spcPct val="1"/>
              </a:spcAft>
              <a:buChar char="»"/>
              <a:defRPr sz="2000">
                <a:solidFill>
                  <a:schemeClr val="tx1"/>
                </a:solidFill>
                <a:latin typeface="Comic Sans MS" panose="030F0702030302020204" charset="0"/>
              </a:defRPr>
            </a:lvl6pPr>
            <a:lvl7pPr marL="2971800" indent="-228600" eaLnBrk="false" fontAlgn="base" hangingPunct="false">
              <a:spcBef>
                <a:spcPct val="20000"/>
              </a:spcBef>
              <a:spcAft>
                <a:spcPct val="1"/>
              </a:spcAft>
              <a:buChar char="»"/>
              <a:defRPr sz="2000">
                <a:solidFill>
                  <a:schemeClr val="tx1"/>
                </a:solidFill>
                <a:latin typeface="Comic Sans MS" panose="030F0702030302020204" charset="0"/>
              </a:defRPr>
            </a:lvl7pPr>
            <a:lvl8pPr marL="3429000" indent="-228600" eaLnBrk="false" fontAlgn="base" hangingPunct="false">
              <a:spcBef>
                <a:spcPct val="20000"/>
              </a:spcBef>
              <a:spcAft>
                <a:spcPct val="1"/>
              </a:spcAft>
              <a:buChar char="»"/>
              <a:defRPr sz="2000">
                <a:solidFill>
                  <a:schemeClr val="tx1"/>
                </a:solidFill>
                <a:latin typeface="Comic Sans MS" panose="030F0702030302020204" charset="0"/>
              </a:defRPr>
            </a:lvl8pPr>
            <a:lvl9pPr marL="3886200" indent="-228600" eaLnBrk="false" fontAlgn="base" hangingPunct="false">
              <a:spcBef>
                <a:spcPct val="20000"/>
              </a:spcBef>
              <a:spcAft>
                <a:spcPct val="1"/>
              </a:spcAft>
              <a:buChar char="»"/>
              <a:defRPr sz="2000">
                <a:solidFill>
                  <a:schemeClr val="tx1"/>
                </a:solidFill>
                <a:latin typeface="Comic Sans MS" panose="030F0702030302020204" charset="0"/>
              </a:defRPr>
            </a:lvl9pPr>
          </a:lstStyle>
          <a:p>
            <a:pPr>
              <a:spcBef>
                <a:spcPct val="1"/>
              </a:spcBef>
              <a:buFontTx/>
              <a:buNone/>
            </a:pPr>
            <a:fld id="{A58E1EDE-7612-C54A-8D43-8F80BE84A3FE}" type="slidenum">
              <a:rPr lang="zh-CN" altLang="en-US" sz="1400">
                <a:latin typeface="Times New Roman" panose="02020603050405020304" pitchFamily="18" charset="0"/>
                <a:ea typeface="宋体" pitchFamily="2" charset="-122"/>
              </a:rPr>
              <a:t>12</a:t>
            </a:fld>
            <a:endParaRPr lang="en-US" altLang="zh-CN" sz="1400">
              <a:latin typeface="Times New Roman" panose="02020603050405020304" pitchFamily="18" charset="0"/>
              <a:ea typeface="宋体" pitchFamily="2" charset="-122"/>
            </a:endParaRPr>
          </a:p>
        </p:txBody>
      </p:sp>
      <p:sp>
        <p:nvSpPr>
          <p:cNvPr id="18" name="Rectangle 2"/>
          <p:cNvSpPr>
            <a:spLocks noGrp="true" noChangeArrowheads="true"/>
          </p:cNvSpPr>
          <p:nvPr>
            <p:ph type="title"/>
          </p:nvPr>
        </p:nvSpPr>
        <p:spPr/>
        <p:txBody>
          <a:bodyPr/>
          <a:lstStyle/>
          <a:p>
            <a:pPr/>
            <a:r>
              <a:rPr lang="en-US" altLang="zh-CN">
                <a:ea typeface="宋体" pitchFamily="2" charset="-122"/>
              </a:rPr>
              <a:t>Signal Terminology</a:t>
            </a:r>
            <a:endParaRPr/>
          </a:p>
        </p:txBody>
      </p:sp>
      <p:sp>
        <p:nvSpPr>
          <p:cNvPr id="19" name="Rectangle 3"/>
          <p:cNvSpPr>
            <a:spLocks noGrp="true" noChangeArrowheads="true"/>
          </p:cNvSpPr>
          <p:nvPr>
            <p:ph type="body" idx="1"/>
          </p:nvPr>
        </p:nvSpPr>
        <p:spPr>
          <a:xfrm>
            <a:off x="457200" y="1600200"/>
            <a:ext cx="8077200" cy="4419600"/>
          </a:xfrm>
        </p:spPr>
        <p:txBody>
          <a:bodyPr/>
          <a:lstStyle/>
          <a:p>
            <a:pPr>
              <a:lnSpc>
                <a:spcPct val="120000"/>
              </a:lnSpc>
            </a:pPr>
            <a:r>
              <a:rPr lang="en-US" altLang="zh-CN">
                <a:ea typeface="宋体" pitchFamily="2" charset="-122"/>
              </a:rPr>
              <a:t>Two steps to transfer a signal to a destination process</a:t>
            </a:r>
            <a:endParaRPr/>
          </a:p>
          <a:p>
            <a:pPr lvl="1">
              <a:lnSpc>
                <a:spcPct val="120000"/>
              </a:lnSpc>
            </a:pPr>
            <a:r>
              <a:rPr lang="en-US" altLang="zh-CN">
                <a:ea typeface="宋体" pitchFamily="2" charset="-122"/>
              </a:rPr>
              <a:t>Sending a signal</a:t>
            </a:r>
            <a:endParaRPr/>
          </a:p>
          <a:p>
            <a:pPr lvl="1">
              <a:lnSpc>
                <a:spcPct val="120000"/>
              </a:lnSpc>
            </a:pPr>
            <a:r>
              <a:rPr lang="en-US" altLang="zh-CN">
                <a:ea typeface="宋体" pitchFamily="2" charset="-122"/>
              </a:rPr>
              <a:t>Receiving a signal</a:t>
            </a:r>
            <a:endParaRPr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>
  <p:cSld>
    <p:spTree>
      <p:nvGrpSpPr>
        <p:cNvPr id="20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灯片编号占位符 5"/>
          <p:cNvSpPr>
            <a:spLocks noGrp="true"/>
          </p:cNvSpPr>
          <p:nvPr>
            <p:ph type="sldNum" sz="quarter" idx="12"/>
          </p:nvPr>
        </p:nvSpPr>
        <p:spPr>
          <a:noFill/>
          <a:extLst>
            <a:ext uri="{909E8E84-426E-40DD-AFC4-6F175D3DCCD1}"/>
            <a:ext uri="{91240B29-F687-4F45-9708-019B960494DF}"/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Comic Sans MS" panose="030F070203030202020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Comic Sans MS" panose="030F070203030202020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anose="030F070203030202020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Comic Sans MS" panose="030F070203030202020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Comic Sans MS" panose="030F0702030302020204" charset="0"/>
              </a:defRPr>
            </a:lvl5pPr>
            <a:lvl6pPr marL="2514600" indent="-228600" eaLnBrk="false" fontAlgn="base" hangingPunct="false">
              <a:spcBef>
                <a:spcPct val="20000"/>
              </a:spcBef>
              <a:spcAft>
                <a:spcPct val="1"/>
              </a:spcAft>
              <a:buChar char="»"/>
              <a:defRPr sz="2000">
                <a:solidFill>
                  <a:schemeClr val="tx1"/>
                </a:solidFill>
                <a:latin typeface="Comic Sans MS" panose="030F0702030302020204" charset="0"/>
              </a:defRPr>
            </a:lvl6pPr>
            <a:lvl7pPr marL="2971800" indent="-228600" eaLnBrk="false" fontAlgn="base" hangingPunct="false">
              <a:spcBef>
                <a:spcPct val="20000"/>
              </a:spcBef>
              <a:spcAft>
                <a:spcPct val="1"/>
              </a:spcAft>
              <a:buChar char="»"/>
              <a:defRPr sz="2000">
                <a:solidFill>
                  <a:schemeClr val="tx1"/>
                </a:solidFill>
                <a:latin typeface="Comic Sans MS" panose="030F0702030302020204" charset="0"/>
              </a:defRPr>
            </a:lvl7pPr>
            <a:lvl8pPr marL="3429000" indent="-228600" eaLnBrk="false" fontAlgn="base" hangingPunct="false">
              <a:spcBef>
                <a:spcPct val="20000"/>
              </a:spcBef>
              <a:spcAft>
                <a:spcPct val="1"/>
              </a:spcAft>
              <a:buChar char="»"/>
              <a:defRPr sz="2000">
                <a:solidFill>
                  <a:schemeClr val="tx1"/>
                </a:solidFill>
                <a:latin typeface="Comic Sans MS" panose="030F0702030302020204" charset="0"/>
              </a:defRPr>
            </a:lvl8pPr>
            <a:lvl9pPr marL="3886200" indent="-228600" eaLnBrk="false" fontAlgn="base" hangingPunct="false">
              <a:spcBef>
                <a:spcPct val="20000"/>
              </a:spcBef>
              <a:spcAft>
                <a:spcPct val="1"/>
              </a:spcAft>
              <a:buChar char="»"/>
              <a:defRPr sz="2000">
                <a:solidFill>
                  <a:schemeClr val="tx1"/>
                </a:solidFill>
                <a:latin typeface="Comic Sans MS" panose="030F0702030302020204" charset="0"/>
              </a:defRPr>
            </a:lvl9pPr>
          </a:lstStyle>
          <a:p>
            <a:pPr>
              <a:spcBef>
                <a:spcPct val="1"/>
              </a:spcBef>
              <a:buFontTx/>
              <a:buNone/>
            </a:pPr>
            <a:fld id="{27733B37-01D0-A640-9C35-E5C6AC5022BE}" type="slidenum">
              <a:rPr lang="zh-CN" altLang="en-US" sz="1400">
                <a:latin typeface="Times New Roman" panose="02020603050405020304" pitchFamily="18" charset="0"/>
                <a:ea typeface="宋体" pitchFamily="2" charset="-122"/>
              </a:rPr>
              <a:t>13</a:t>
            </a:fld>
            <a:endParaRPr lang="en-US" altLang="zh-CN" sz="1400">
              <a:latin typeface="Times New Roman" panose="02020603050405020304" pitchFamily="18" charset="0"/>
              <a:ea typeface="宋体" pitchFamily="2" charset="-122"/>
            </a:endParaRPr>
          </a:p>
        </p:txBody>
      </p:sp>
      <p:sp>
        <p:nvSpPr>
          <p:cNvPr id="22" name="Rectangle 2"/>
          <p:cNvSpPr>
            <a:spLocks noGrp="true" noChangeArrowheads="true"/>
          </p:cNvSpPr>
          <p:nvPr>
            <p:ph type="title"/>
          </p:nvPr>
        </p:nvSpPr>
        <p:spPr/>
        <p:txBody>
          <a:bodyPr/>
          <a:lstStyle/>
          <a:p>
            <a:pPr/>
            <a:r>
              <a:rPr lang="en-US" altLang="zh-CN">
                <a:ea typeface="宋体" pitchFamily="2" charset="-122"/>
              </a:rPr>
              <a:t>Sending a signal</a:t>
            </a:r>
            <a:endParaRPr/>
          </a:p>
        </p:txBody>
      </p:sp>
      <p:sp>
        <p:nvSpPr>
          <p:cNvPr id="23" name="Rectangle 3"/>
          <p:cNvSpPr>
            <a:spLocks noGrp="true" noChangeArrowheads="true"/>
          </p:cNvSpPr>
          <p:nvPr>
            <p:ph type="body" idx="1"/>
          </p:nvPr>
        </p:nvSpPr>
        <p:spPr>
          <a:xfrm>
            <a:off x="457200" y="1600200"/>
            <a:ext cx="8229600" cy="4419600"/>
          </a:xfrm>
        </p:spPr>
        <p:txBody>
          <a:bodyPr/>
          <a:lstStyle/>
          <a:p>
            <a:pPr>
              <a:lnSpc>
                <a:spcPct val="90000"/>
              </a:lnSpc>
              <a:buChar char="•"/>
            </a:pPr>
            <a:r>
              <a:rPr lang="en-US">
                <a:latin typeface="Comic Sans MS"/>
                <a:ea typeface="宋体"/>
                <a:cs typeface="+mn-cs"/>
              </a:rPr>
              <a:t>Kernel </a:t>
            </a:r>
            <a:endParaRPr/>
          </a:p>
          <a:p>
            <a:pPr lvl="1">
              <a:lnSpc>
                <a:spcPct val="90000"/>
              </a:lnSpc>
              <a:buChar char="–"/>
            </a:pPr>
            <a:r>
              <a:rPr lang="zh-CN">
                <a:solidFill>
                  <a:srgbClr val="FF0000">
                    <a:alpha val="100000"/>
                  </a:srgbClr>
                </a:solidFill>
                <a:latin typeface="Comic Sans MS"/>
                <a:ea typeface="宋体"/>
              </a:rPr>
              <a:t>发送</a:t>
            </a:r>
            <a:r>
              <a:rPr lang="zh-CN">
                <a:latin typeface="Comic Sans MS"/>
                <a:ea typeface="宋体"/>
              </a:rPr>
              <a:t>信号到目标进程</a:t>
            </a:r>
            <a:endParaRPr/>
          </a:p>
          <a:p>
            <a:pPr lvl="2">
              <a:lnSpc>
                <a:spcPct val="90000"/>
              </a:lnSpc>
              <a:buChar char="•"/>
            </a:pPr>
            <a:r>
              <a:rPr lang="zh-CN">
                <a:latin typeface="Comic Sans MS"/>
                <a:ea typeface="宋体"/>
              </a:rPr>
              <a:t>通过修改目标进程上下文中的某些状态进行设置</a:t>
            </a:r>
            <a:endParaRPr/>
          </a:p>
          <a:p>
            <a:pPr>
              <a:lnSpc>
                <a:spcPct val="90000"/>
              </a:lnSpc>
              <a:buChar char="•"/>
            </a:pPr>
            <a:r>
              <a:rPr lang="zh-CN">
                <a:latin typeface="Comic Sans MS"/>
                <a:ea typeface="宋体"/>
                <a:cs typeface="+mn-cs"/>
              </a:rPr>
              <a:t>信号产生的原因：</a:t>
            </a:r>
            <a:endParaRPr lang="en-US">
              <a:latin typeface="Comic Sans MS"/>
              <a:ea typeface="宋体"/>
              <a:cs typeface="+mn-cs"/>
            </a:endParaRPr>
          </a:p>
          <a:p>
            <a:pPr lvl="1">
              <a:lnSpc>
                <a:spcPct val="90000"/>
              </a:lnSpc>
              <a:buChar char="–"/>
            </a:pPr>
            <a:r>
              <a:rPr lang="zh-CN">
                <a:latin typeface="Comic Sans MS"/>
                <a:ea typeface="宋体"/>
              </a:rPr>
              <a:t>用户操作</a:t>
            </a:r>
            <a:endParaRPr/>
          </a:p>
          <a:p>
            <a:pPr lvl="2">
              <a:lnSpc>
                <a:spcPct val="90000"/>
              </a:lnSpc>
              <a:buChar char="•"/>
            </a:pPr>
            <a:r>
              <a:rPr lang="zh-CN">
                <a:latin typeface="Comic Sans MS"/>
                <a:ea typeface="宋体"/>
              </a:rPr>
              <a:t>如在</a:t>
            </a:r>
            <a:r>
              <a:rPr lang="en-US">
                <a:latin typeface="Comic Sans MS"/>
                <a:ea typeface="宋体"/>
              </a:rPr>
              <a:t>shell</a:t>
            </a:r>
            <a:r>
              <a:rPr lang="zh-CN">
                <a:latin typeface="Comic Sans MS"/>
                <a:ea typeface="宋体"/>
              </a:rPr>
              <a:t>中按</a:t>
            </a:r>
            <a:r>
              <a:rPr lang="en-US">
                <a:latin typeface="Comic Sans MS"/>
                <a:ea typeface="宋体"/>
              </a:rPr>
              <a:t>Ctrl+C</a:t>
            </a:r>
            <a:endParaRPr/>
          </a:p>
          <a:p>
            <a:pPr lvl="1">
              <a:lnSpc>
                <a:spcPct val="90000"/>
              </a:lnSpc>
              <a:buChar char="–"/>
            </a:pPr>
            <a:r>
              <a:rPr lang="zh-CN">
                <a:latin typeface="Comic Sans MS"/>
                <a:ea typeface="宋体"/>
              </a:rPr>
              <a:t>内核检测到某个系统事件</a:t>
            </a:r>
            <a:endParaRPr lang="en-US">
              <a:latin typeface="Comic Sans MS"/>
              <a:ea typeface="宋体"/>
            </a:endParaRPr>
          </a:p>
          <a:p>
            <a:pPr lvl="2">
              <a:lnSpc>
                <a:spcPct val="90000"/>
              </a:lnSpc>
              <a:buChar char="•"/>
            </a:pPr>
            <a:r>
              <a:rPr lang="zh-CN">
                <a:latin typeface="Comic Sans MS"/>
                <a:ea typeface="宋体"/>
              </a:rPr>
              <a:t>例如除以</a:t>
            </a:r>
            <a:r>
              <a:rPr lang="en-US">
                <a:latin typeface="Comic Sans MS"/>
                <a:ea typeface="宋体"/>
              </a:rPr>
              <a:t>0</a:t>
            </a:r>
            <a:r>
              <a:rPr lang="zh-CN">
                <a:latin typeface="Comic Sans MS"/>
                <a:ea typeface="宋体"/>
              </a:rPr>
              <a:t>，子进程终止等</a:t>
            </a:r>
            <a:endParaRPr lang="en-US">
              <a:latin typeface="Comic Sans MS"/>
              <a:ea typeface="宋体"/>
            </a:endParaRPr>
          </a:p>
          <a:p>
            <a:pPr lvl="1">
              <a:lnSpc>
                <a:spcPct val="90000"/>
              </a:lnSpc>
              <a:buChar char="–"/>
            </a:pPr>
            <a:r>
              <a:rPr lang="zh-CN">
                <a:latin typeface="Comic Sans MS"/>
                <a:ea typeface="宋体"/>
              </a:rPr>
              <a:t>进程调用了某些系统调用（如</a:t>
            </a:r>
            <a:r>
              <a:rPr lang="en-US">
                <a:latin typeface="Comic Sans MS"/>
                <a:ea typeface="宋体"/>
              </a:rPr>
              <a:t>kill</a:t>
            </a:r>
            <a:r>
              <a:rPr lang="zh-CN">
                <a:latin typeface="Comic Sans MS"/>
                <a:ea typeface="宋体"/>
              </a:rPr>
              <a:t>）</a:t>
            </a:r>
            <a:endParaRPr lang="en-US">
              <a:latin typeface="Comic Sans MS"/>
              <a:ea typeface="宋体"/>
            </a:endParaRPr>
          </a:p>
          <a:p>
            <a:pPr lvl="2">
              <a:lnSpc>
                <a:spcPct val="90000"/>
              </a:lnSpc>
              <a:buChar char="•"/>
            </a:pPr>
            <a:r>
              <a:rPr lang="en-US"/>
              <a:t>kill()</a:t>
            </a:r>
            <a:r>
              <a:rPr lang="zh-CN"/>
              <a:t>，</a:t>
            </a:r>
            <a:r>
              <a:rPr lang="en-US"/>
              <a:t>raise()</a:t>
            </a:r>
            <a:r>
              <a:rPr lang="zh-CN"/>
              <a:t>，</a:t>
            </a:r>
            <a:r>
              <a:rPr lang="en-US"/>
              <a:t>sigqueue()</a:t>
            </a:r>
            <a:r>
              <a:rPr lang="zh-CN"/>
              <a:t>，</a:t>
            </a:r>
            <a:r>
              <a:rPr lang="en-US"/>
              <a:t>alarm()</a:t>
            </a:r>
            <a:r>
              <a:rPr lang="zh-CN"/>
              <a:t>，</a:t>
            </a:r>
            <a:r>
              <a:rPr lang="en-US"/>
              <a:t>setitimer()</a:t>
            </a:r>
            <a:r>
              <a:rPr lang="zh-CN"/>
              <a:t>，</a:t>
            </a:r>
            <a:r>
              <a:rPr lang="en-US"/>
              <a:t>abort()</a:t>
            </a:r>
            <a:endParaRPr lang="en-US">
              <a:latin typeface="Comic Sans MS"/>
              <a:ea typeface="宋体"/>
            </a:endParaRPr>
          </a:p>
          <a:p>
            <a:pPr lvl="2">
              <a:lnSpc>
                <a:spcPct val="90000"/>
              </a:lnSpc>
              <a:buChar char="•"/>
            </a:pPr>
            <a:r>
              <a:rPr lang="zh-CN">
                <a:latin typeface="Comic Sans MS"/>
                <a:ea typeface="宋体"/>
              </a:rPr>
              <a:t>让内核给目标进程发信号</a:t>
            </a:r>
            <a:endParaRPr lang="en-US">
              <a:latin typeface="Comic Sans MS"/>
              <a:ea typeface="宋体"/>
            </a:endParaRPr>
          </a:p>
          <a:p>
            <a:pPr lvl="2">
              <a:lnSpc>
                <a:spcPct val="90000"/>
              </a:lnSpc>
              <a:buChar char="•"/>
            </a:pPr>
            <a:r>
              <a:rPr lang="zh-CN">
                <a:latin typeface="Comic Sans MS"/>
                <a:ea typeface="宋体"/>
              </a:rPr>
              <a:t>进程可以发送信号给自己</a:t>
            </a:r>
            <a:endParaRPr lang="en-US">
              <a:latin typeface="Comic Sans MS"/>
              <a:ea typeface="宋体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>
  <p:cSld>
    <p:spTree>
      <p:nvGrpSpPr>
        <p:cNvPr id="24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标题 1"/>
          <p:cNvSpPr>
            <a:spLocks noGrp="true"/>
          </p:cNvSpPr>
          <p:nvPr>
            <p:ph type="title"/>
          </p:nvPr>
        </p:nvSpPr>
        <p:spPr/>
        <p:txBody>
          <a:bodyPr/>
          <a:lstStyle/>
          <a:p>
            <a:pPr/>
            <a:r>
              <a:rPr lang="en-US" altLang="zh-CN">
                <a:ea typeface="宋体" pitchFamily="2" charset="-122"/>
              </a:rPr>
              <a:t>Sending a signal</a:t>
            </a:r>
            <a:endParaRPr kumimoji="true" lang="zh-CN" altLang="en-US"/>
          </a:p>
        </p:txBody>
      </p:sp>
      <p:sp>
        <p:nvSpPr>
          <p:cNvPr id="26" name="内容占位符 2"/>
          <p:cNvSpPr>
            <a:spLocks noGrp="true"/>
          </p:cNvSpPr>
          <p:nvPr>
            <p:ph idx="1"/>
          </p:nvPr>
        </p:nvSpPr>
        <p:spPr/>
        <p:txBody>
          <a:bodyPr/>
          <a:lstStyle/>
          <a:p>
            <a:pPr/>
            <a:r>
              <a:rPr lang="en-US" altLang="zh-CN" sz="2400" dirty="false"/>
              <a:t>kill()</a:t>
            </a:r>
            <a:r>
              <a:rPr lang="zh-CN" altLang="en-US" sz="2400" dirty="false"/>
              <a:t>：用于向进程或进程组发送信号；</a:t>
            </a:r>
            <a:endParaRPr/>
          </a:p>
          <a:p>
            <a:pPr/>
            <a:r>
              <a:rPr lang="en-US" altLang="zh-CN" sz="2400" dirty="false" err="true"/>
              <a:t>sigqueue</a:t>
            </a:r>
            <a:r>
              <a:rPr lang="en-US" altLang="zh-CN" sz="2400" dirty="false"/>
              <a:t>()</a:t>
            </a:r>
            <a:r>
              <a:rPr lang="zh-CN" altLang="en-US" sz="2400" dirty="false"/>
              <a:t>：只能向一个进程发送信号，</a:t>
            </a:r>
            <a:r>
              <a:rPr lang="zh-CN" altLang="en-US" sz="2400"/>
              <a:t>不能向进程组发送信号；主要针对实时信号提出，与</a:t>
            </a:r>
            <a:r>
              <a:rPr lang="en-US" altLang="zh-CN" sz="2400" dirty="false" err="true"/>
              <a:t>sigaction</a:t>
            </a:r>
            <a:r>
              <a:rPr lang="en-US" altLang="zh-CN" sz="2400" dirty="false"/>
              <a:t>()</a:t>
            </a:r>
            <a:r>
              <a:rPr lang="zh-CN" altLang="en-US" sz="2400" dirty="false"/>
              <a:t>组合使用，当然也支持非实时信号的发送；</a:t>
            </a:r>
            <a:endParaRPr/>
          </a:p>
          <a:p>
            <a:pPr/>
            <a:r>
              <a:rPr lang="en-US" altLang="zh-CN" sz="2400" dirty="false"/>
              <a:t>alarm()</a:t>
            </a:r>
            <a:r>
              <a:rPr lang="zh-CN" altLang="en-US" sz="2400" dirty="false"/>
              <a:t>：用于调用进程指定时间后发出</a:t>
            </a:r>
            <a:r>
              <a:rPr lang="en-US" altLang="zh-CN" sz="2400" dirty="false"/>
              <a:t>SIGALARM</a:t>
            </a:r>
            <a:r>
              <a:rPr lang="zh-CN" altLang="en-US" sz="2400" dirty="false"/>
              <a:t>信号；</a:t>
            </a:r>
            <a:endParaRPr/>
          </a:p>
          <a:p>
            <a:pPr/>
            <a:r>
              <a:rPr lang="en-US" altLang="zh-CN" sz="2400" dirty="false" err="true"/>
              <a:t>setitimer</a:t>
            </a:r>
            <a:r>
              <a:rPr lang="en-US" altLang="zh-CN" sz="2400" dirty="false"/>
              <a:t>()</a:t>
            </a:r>
            <a:r>
              <a:rPr lang="zh-CN" altLang="en-US" sz="2400" dirty="false"/>
              <a:t>：设置定时器，计时达到后给进程发送</a:t>
            </a:r>
            <a:r>
              <a:rPr lang="en-US" altLang="zh-CN" sz="2400" dirty="false"/>
              <a:t>SIGALRM</a:t>
            </a:r>
            <a:r>
              <a:rPr lang="zh-CN" altLang="en-US" sz="2400" dirty="false"/>
              <a:t>信号，功能比</a:t>
            </a:r>
            <a:r>
              <a:rPr lang="en-US" altLang="zh-CN" sz="2400" dirty="false"/>
              <a:t>alarm</a:t>
            </a:r>
            <a:r>
              <a:rPr lang="zh-CN" altLang="en-US" sz="2400" dirty="false"/>
              <a:t>更强大；</a:t>
            </a:r>
            <a:endParaRPr/>
          </a:p>
          <a:p>
            <a:pPr/>
            <a:r>
              <a:rPr lang="en-US" altLang="zh-CN" sz="2400" dirty="false"/>
              <a:t>abort()</a:t>
            </a:r>
            <a:r>
              <a:rPr lang="zh-CN" altLang="en-US" sz="2400" dirty="false"/>
              <a:t>：向进程发送</a:t>
            </a:r>
            <a:r>
              <a:rPr lang="en-US" altLang="zh-CN" sz="2400" dirty="false"/>
              <a:t>SIGABORT</a:t>
            </a:r>
            <a:r>
              <a:rPr lang="zh-CN" altLang="en-US" sz="2400" dirty="false"/>
              <a:t>信号，默认进程会异常退出。</a:t>
            </a:r>
            <a:endParaRPr/>
          </a:p>
          <a:p>
            <a:pPr/>
            <a:r>
              <a:rPr lang="en-US" altLang="zh-CN" sz="2400" dirty="false"/>
              <a:t>raise()</a:t>
            </a:r>
            <a:r>
              <a:rPr lang="zh-CN" altLang="en-US" sz="2400" dirty="false"/>
              <a:t>：用于向进程自身发送信号；</a:t>
            </a:r>
            <a:endParaRPr/>
          </a:p>
          <a:p>
            <a:pPr/>
            <a:endParaRPr kumimoji="true" lang="zh-CN" altLang="en-US" sz="2400" dirty="false"/>
          </a:p>
        </p:txBody>
      </p:sp>
      <p:sp>
        <p:nvSpPr>
          <p:cNvPr id="27" name="幻灯片编号占位符 3"/>
          <p:cNvSpPr>
            <a:spLocks noGrp="true"/>
          </p:cNvSpPr>
          <p:nvPr>
            <p:ph type="sldNum" sz="quarter" idx="12"/>
          </p:nvPr>
        </p:nvSpPr>
        <p:spPr>
          <a:noFill/>
          <a:extLst>
            <a:ext uri="{909E8E84-426E-40DD-AFC4-6F175D3DCCD1}"/>
            <a:ext uri="{91240B29-F687-4F45-9708-019B960494DF}"/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Comic Sans MS" panose="030F070203030202020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Comic Sans MS" panose="030F070203030202020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anose="030F070203030202020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Comic Sans MS" panose="030F070203030202020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Comic Sans MS" panose="030F0702030302020204" charset="0"/>
              </a:defRPr>
            </a:lvl5pPr>
            <a:lvl6pPr marL="2514600" indent="-228600" eaLnBrk="false" fontAlgn="base" hangingPunct="false">
              <a:spcBef>
                <a:spcPct val="20000"/>
              </a:spcBef>
              <a:spcAft>
                <a:spcPct val="1"/>
              </a:spcAft>
              <a:buChar char="»"/>
              <a:defRPr sz="2000">
                <a:solidFill>
                  <a:schemeClr val="tx1"/>
                </a:solidFill>
                <a:latin typeface="Comic Sans MS" panose="030F0702030302020204" charset="0"/>
              </a:defRPr>
            </a:lvl6pPr>
            <a:lvl7pPr marL="2971800" indent="-228600" eaLnBrk="false" fontAlgn="base" hangingPunct="false">
              <a:spcBef>
                <a:spcPct val="20000"/>
              </a:spcBef>
              <a:spcAft>
                <a:spcPct val="1"/>
              </a:spcAft>
              <a:buChar char="»"/>
              <a:defRPr sz="2000">
                <a:solidFill>
                  <a:schemeClr val="tx1"/>
                </a:solidFill>
                <a:latin typeface="Comic Sans MS" panose="030F0702030302020204" charset="0"/>
              </a:defRPr>
            </a:lvl7pPr>
            <a:lvl8pPr marL="3429000" indent="-228600" eaLnBrk="false" fontAlgn="base" hangingPunct="false">
              <a:spcBef>
                <a:spcPct val="20000"/>
              </a:spcBef>
              <a:spcAft>
                <a:spcPct val="1"/>
              </a:spcAft>
              <a:buChar char="»"/>
              <a:defRPr sz="2000">
                <a:solidFill>
                  <a:schemeClr val="tx1"/>
                </a:solidFill>
                <a:latin typeface="Comic Sans MS" panose="030F0702030302020204" charset="0"/>
              </a:defRPr>
            </a:lvl8pPr>
            <a:lvl9pPr marL="3886200" indent="-228600" eaLnBrk="false" fontAlgn="base" hangingPunct="false">
              <a:spcBef>
                <a:spcPct val="20000"/>
              </a:spcBef>
              <a:spcAft>
                <a:spcPct val="1"/>
              </a:spcAft>
              <a:buChar char="»"/>
              <a:defRPr sz="2000">
                <a:solidFill>
                  <a:schemeClr val="tx1"/>
                </a:solidFill>
                <a:latin typeface="Comic Sans MS" panose="030F0702030302020204" charset="0"/>
              </a:defRPr>
            </a:lvl9pPr>
          </a:lstStyle>
          <a:p>
            <a:pPr>
              <a:spcBef>
                <a:spcPct val="1"/>
              </a:spcBef>
              <a:buFontTx/>
              <a:buNone/>
            </a:pPr>
            <a:fld id="{EF2B2C39-3A28-1D47-AE5B-C66AAF119463}" type="slidenum">
              <a:rPr lang="zh-CN" altLang="en-US" sz="1400">
                <a:latin typeface="Times New Roman" panose="02020603050405020304" pitchFamily="18" charset="0"/>
                <a:ea typeface="宋体" pitchFamily="2" charset="-122"/>
              </a:rPr>
              <a:t>14</a:t>
            </a:fld>
            <a:endParaRPr lang="en-US" altLang="zh-CN" sz="1400">
              <a:latin typeface="Times New Roman" panose="02020603050405020304" pitchFamily="18" charset="0"/>
              <a:ea typeface="宋体" pitchFamily="2" charset="-122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>
  <p:cSld>
    <p:spTree>
      <p:nvGrpSpPr>
        <p:cNvPr id="28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灯片编号占位符 5"/>
          <p:cNvSpPr>
            <a:spLocks noGrp="true"/>
          </p:cNvSpPr>
          <p:nvPr>
            <p:ph type="sldNum" sz="quarter" idx="12"/>
          </p:nvPr>
        </p:nvSpPr>
        <p:spPr>
          <a:noFill/>
          <a:extLst>
            <a:ext uri="{909E8E84-426E-40DD-AFC4-6F175D3DCCD1}"/>
            <a:ext uri="{91240B29-F687-4F45-9708-019B960494DF}"/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Comic Sans MS" panose="030F070203030202020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Comic Sans MS" panose="030F070203030202020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anose="030F070203030202020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Comic Sans MS" panose="030F070203030202020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Comic Sans MS" panose="030F0702030302020204" charset="0"/>
              </a:defRPr>
            </a:lvl5pPr>
            <a:lvl6pPr marL="2514600" indent="-228600" eaLnBrk="false" fontAlgn="base" hangingPunct="false">
              <a:spcBef>
                <a:spcPct val="20000"/>
              </a:spcBef>
              <a:spcAft>
                <a:spcPct val="1"/>
              </a:spcAft>
              <a:buChar char="»"/>
              <a:defRPr sz="2000">
                <a:solidFill>
                  <a:schemeClr val="tx1"/>
                </a:solidFill>
                <a:latin typeface="Comic Sans MS" panose="030F0702030302020204" charset="0"/>
              </a:defRPr>
            </a:lvl6pPr>
            <a:lvl7pPr marL="2971800" indent="-228600" eaLnBrk="false" fontAlgn="base" hangingPunct="false">
              <a:spcBef>
                <a:spcPct val="20000"/>
              </a:spcBef>
              <a:spcAft>
                <a:spcPct val="1"/>
              </a:spcAft>
              <a:buChar char="»"/>
              <a:defRPr sz="2000">
                <a:solidFill>
                  <a:schemeClr val="tx1"/>
                </a:solidFill>
                <a:latin typeface="Comic Sans MS" panose="030F0702030302020204" charset="0"/>
              </a:defRPr>
            </a:lvl7pPr>
            <a:lvl8pPr marL="3429000" indent="-228600" eaLnBrk="false" fontAlgn="base" hangingPunct="false">
              <a:spcBef>
                <a:spcPct val="20000"/>
              </a:spcBef>
              <a:spcAft>
                <a:spcPct val="1"/>
              </a:spcAft>
              <a:buChar char="»"/>
              <a:defRPr sz="2000">
                <a:solidFill>
                  <a:schemeClr val="tx1"/>
                </a:solidFill>
                <a:latin typeface="Comic Sans MS" panose="030F0702030302020204" charset="0"/>
              </a:defRPr>
            </a:lvl8pPr>
            <a:lvl9pPr marL="3886200" indent="-228600" eaLnBrk="false" fontAlgn="base" hangingPunct="false">
              <a:spcBef>
                <a:spcPct val="20000"/>
              </a:spcBef>
              <a:spcAft>
                <a:spcPct val="1"/>
              </a:spcAft>
              <a:buChar char="»"/>
              <a:defRPr sz="2000">
                <a:solidFill>
                  <a:schemeClr val="tx1"/>
                </a:solidFill>
                <a:latin typeface="Comic Sans MS" panose="030F0702030302020204" charset="0"/>
              </a:defRPr>
            </a:lvl9pPr>
          </a:lstStyle>
          <a:p>
            <a:pPr>
              <a:spcBef>
                <a:spcPct val="1"/>
              </a:spcBef>
              <a:buFontTx/>
              <a:buNone/>
            </a:pPr>
            <a:fld id="{31F44005-F5CB-BF40-AFF6-D4900F377E19}" type="slidenum">
              <a:rPr lang="zh-CN" altLang="en-US" sz="1400">
                <a:latin typeface="Times New Roman" panose="02020603050405020304" pitchFamily="18" charset="0"/>
                <a:ea typeface="宋体" pitchFamily="2" charset="-122"/>
              </a:rPr>
              <a:t>15</a:t>
            </a:fld>
            <a:endParaRPr lang="en-US" altLang="zh-CN" sz="1400">
              <a:latin typeface="Times New Roman" panose="02020603050405020304" pitchFamily="18" charset="0"/>
              <a:ea typeface="宋体" pitchFamily="2" charset="-122"/>
            </a:endParaRPr>
          </a:p>
        </p:txBody>
      </p:sp>
      <p:sp>
        <p:nvSpPr>
          <p:cNvPr id="30" name="Rectangle 2"/>
          <p:cNvSpPr>
            <a:spLocks noGrp="true" noChangeArrowheads="true"/>
          </p:cNvSpPr>
          <p:nvPr>
            <p:ph type="title"/>
          </p:nvPr>
        </p:nvSpPr>
        <p:spPr/>
        <p:txBody>
          <a:bodyPr/>
          <a:lstStyle/>
          <a:p>
            <a:pPr/>
            <a:r>
              <a:rPr lang="en-US" altLang="zh-CN">
                <a:ea typeface="宋体" pitchFamily="2" charset="-122"/>
              </a:rPr>
              <a:t>Receiving a signal</a:t>
            </a:r>
            <a:endParaRPr/>
          </a:p>
        </p:txBody>
      </p:sp>
      <p:sp>
        <p:nvSpPr>
          <p:cNvPr id="31" name="Rectangle 3"/>
          <p:cNvSpPr>
            <a:spLocks noGrp="true" noChangeArrowheads="true"/>
          </p:cNvSpPr>
          <p:nvPr>
            <p:ph type="body" idx="1"/>
          </p:nvPr>
        </p:nvSpPr>
        <p:spPr>
          <a:xfrm>
            <a:off x="457200" y="1600200"/>
            <a:ext cx="8458200" cy="4419600"/>
          </a:xfrm>
        </p:spPr>
        <p:txBody>
          <a:bodyPr/>
          <a:lstStyle/>
          <a:p>
            <a:pPr>
              <a:buChar char="•"/>
            </a:pPr>
            <a:r>
              <a:rPr lang="zh-CN">
                <a:latin typeface="Comic Sans MS"/>
                <a:ea typeface="宋体"/>
                <a:cs typeface="+mn-cs"/>
              </a:rPr>
              <a:t>目标进程</a:t>
            </a:r>
            <a:r>
              <a:rPr lang="zh-CN">
                <a:solidFill>
                  <a:srgbClr val="FF0000">
                    <a:alpha val="100000"/>
                  </a:srgbClr>
                </a:solidFill>
                <a:latin typeface="Comic Sans MS"/>
                <a:ea typeface="宋体"/>
                <a:cs typeface="+mn-cs"/>
              </a:rPr>
              <a:t>接收</a:t>
            </a:r>
            <a:r>
              <a:rPr lang="zh-CN">
                <a:latin typeface="Comic Sans MS"/>
                <a:ea typeface="宋体"/>
                <a:cs typeface="+mn-cs"/>
              </a:rPr>
              <a:t>信号</a:t>
            </a:r>
            <a:endParaRPr lang="en-US">
              <a:latin typeface="Comic Sans MS"/>
              <a:ea typeface="宋体"/>
              <a:cs typeface="+mn-cs"/>
            </a:endParaRPr>
          </a:p>
          <a:p>
            <a:pPr lvl="1">
              <a:buChar char="–"/>
            </a:pPr>
            <a:r>
              <a:rPr lang="zh-CN">
                <a:latin typeface="Comic Sans MS"/>
                <a:ea typeface="宋体"/>
              </a:rPr>
              <a:t>当进程从内核态刚切换到用户态时会检查并接受信号；</a:t>
            </a:r>
            <a:endParaRPr/>
          </a:p>
          <a:p>
            <a:pPr lvl="2">
              <a:buChar char="–"/>
            </a:pPr>
            <a:r>
              <a:rPr lang="zh-CN">
                <a:latin typeface="Comic Sans MS"/>
                <a:ea typeface="宋体"/>
              </a:rPr>
              <a:t>（稍后讲接收</a:t>
            </a:r>
            <a:r>
              <a:rPr lang="en-US">
                <a:latin typeface="Comic Sans MS"/>
                <a:ea typeface="宋体"/>
              </a:rPr>
              <a:t>signal</a:t>
            </a:r>
            <a:r>
              <a:rPr lang="zh-CN">
                <a:latin typeface="Comic Sans MS"/>
                <a:ea typeface="宋体"/>
              </a:rPr>
              <a:t>的机制）</a:t>
            </a:r>
            <a:endParaRPr/>
          </a:p>
          <a:p>
            <a:pPr lvl="1">
              <a:buChar char="–"/>
            </a:pPr>
            <a:r>
              <a:rPr lang="zh-CN"/>
              <a:t>在内核态，</a:t>
            </a:r>
            <a:r>
              <a:rPr lang="zh-CN"/>
              <a:t>信号不起作用；</a:t>
            </a:r>
            <a:endParaRPr/>
          </a:p>
          <a:p>
            <a:pPr lvl="1">
              <a:buChar char="–"/>
            </a:pPr>
            <a:r>
              <a:rPr lang="zh-CN"/>
              <a:t>在用户态，</a:t>
            </a:r>
            <a:r>
              <a:rPr lang="zh-CN"/>
              <a:t>所有未被屏蔽的信号都处理完毕；</a:t>
            </a:r>
            <a:endParaRPr/>
          </a:p>
          <a:p>
            <a:pPr lvl="1">
              <a:buChar char="–"/>
            </a:pPr>
            <a:endParaRPr lang="en-US">
              <a:latin typeface="Comic Sans MS"/>
              <a:ea typeface="宋体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>
  <p:cSld>
    <p:spTree>
      <p:nvGrpSpPr>
        <p:cNvPr id="3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标题 1"/>
          <p:cNvSpPr>
            <a:spLocks noGrp="true"/>
          </p:cNvSpPr>
          <p:nvPr>
            <p:ph type="title"/>
          </p:nvPr>
        </p:nvSpPr>
        <p:spPr/>
        <p:txBody>
          <a:bodyPr/>
          <a:lstStyle/>
          <a:p>
            <a:pPr/>
            <a:r>
              <a:rPr lang="en-US" altLang="zh-CN">
                <a:ea typeface="宋体" pitchFamily="2" charset="-122"/>
              </a:rPr>
              <a:t>Receiving a signal</a:t>
            </a:r>
            <a:endParaRPr kumimoji="true" lang="zh-CN" altLang="en-US"/>
          </a:p>
        </p:txBody>
      </p:sp>
      <p:sp>
        <p:nvSpPr>
          <p:cNvPr id="34" name="内容占位符 2"/>
          <p:cNvSpPr>
            <a:spLocks noGrp="true"/>
          </p:cNvSpPr>
          <p:nvPr>
            <p:ph idx="1"/>
          </p:nvPr>
        </p:nvSpPr>
        <p:spPr/>
        <p:txBody>
          <a:bodyPr/>
          <a:lstStyle/>
          <a:p>
            <a:pPr>
              <a:buChar char="•"/>
              <a:defRPr sz="2800">
                <a:solidFill>
                  <a:schemeClr val="tx1">
                    <a:alpha val="100000"/>
                  </a:schemeClr>
                </a:solidFill>
                <a:latin typeface="Comic Sans MS"/>
                <a:ea typeface="Comic Sans MS"/>
                <a:cs typeface="+mn-cs"/>
              </a:defRPr>
            </a:pPr>
            <a:r>
              <a:rPr lang="zh-CN">
                <a:latin typeface="Comic Sans MS"/>
                <a:ea typeface="宋体"/>
                <a:cs typeface="+mn-cs"/>
              </a:rPr>
              <a:t>对于收到的信号，进程可以有</a:t>
            </a:r>
            <a:r>
              <a:rPr lang="en-US">
                <a:latin typeface="Comic Sans MS"/>
                <a:ea typeface="宋体"/>
                <a:cs typeface="+mn-cs"/>
              </a:rPr>
              <a:t>4</a:t>
            </a:r>
            <a:r>
              <a:rPr lang="zh-CN">
                <a:latin typeface="Comic Sans MS"/>
                <a:ea typeface="宋体"/>
                <a:cs typeface="+mn-cs"/>
              </a:rPr>
              <a:t>种处理方式：</a:t>
            </a:r>
            <a:endParaRPr lang="en-US">
              <a:latin typeface="Comic Sans MS"/>
              <a:ea typeface="宋体"/>
              <a:cs typeface="+mn-cs"/>
            </a:endParaRPr>
          </a:p>
          <a:p>
            <a:pPr lvl="1">
              <a:buChar char="–"/>
              <a:defRPr sz="2400">
                <a:solidFill>
                  <a:schemeClr val="tx1">
                    <a:alpha val="100000"/>
                  </a:schemeClr>
                </a:solidFill>
                <a:latin typeface="Comic Sans MS"/>
              </a:defRPr>
            </a:pPr>
            <a:r>
              <a:rPr lang="en-US">
                <a:effectLst>
                  <a:outerShdw blurRad="38100" dist="38100" dir="2700000" sx="100000" sy="100000" algn="tl">
                    <a:srgbClr val="000000">
                      <a:alpha val="43137"/>
                    </a:srgbClr>
                  </a:outerShdw>
                </a:effectLst>
                <a:latin typeface="Comic Sans MS"/>
                <a:ea typeface="宋体"/>
              </a:rPr>
              <a:t>Ignore</a:t>
            </a:r>
            <a:r>
              <a:rPr lang="en-US">
                <a:latin typeface="Comic Sans MS"/>
                <a:ea typeface="宋体"/>
              </a:rPr>
              <a:t> the signal (e.g., SIGCHILD)</a:t>
            </a:r>
            <a:endParaRPr/>
          </a:p>
          <a:p>
            <a:pPr lvl="1">
              <a:buChar char="–"/>
              <a:defRPr sz="2400">
                <a:solidFill>
                  <a:schemeClr val="tx1">
                    <a:alpha val="100000"/>
                  </a:schemeClr>
                </a:solidFill>
                <a:latin typeface="Comic Sans MS"/>
              </a:defRPr>
            </a:pPr>
            <a:r>
              <a:rPr lang="en-US">
                <a:effectLst>
                  <a:outerShdw blurRad="38100" dist="38100" dir="2700000" sx="100000" sy="100000" algn="tl">
                    <a:srgbClr val="000000">
                      <a:alpha val="43137"/>
                    </a:srgbClr>
                  </a:outerShdw>
                </a:effectLst>
                <a:latin typeface="Comic Sans MS"/>
                <a:ea typeface="宋体"/>
              </a:rPr>
              <a:t>Terminate (e.g., SIGKILL)</a:t>
            </a:r>
            <a:endParaRPr/>
          </a:p>
          <a:p>
            <a:pPr lvl="1">
              <a:buChar char="–"/>
              <a:defRPr sz="2400">
                <a:solidFill>
                  <a:schemeClr val="tx1">
                    <a:alpha val="100000"/>
                  </a:schemeClr>
                </a:solidFill>
                <a:latin typeface="Comic Sans MS"/>
              </a:defRPr>
            </a:pPr>
            <a:r>
              <a:rPr lang="en-US">
                <a:effectLst>
                  <a:outerShdw blurRad="38100" dist="38100" dir="2700000" sx="100000" sy="100000" algn="tl">
                    <a:srgbClr val="000000">
                      <a:alpha val="43137"/>
                    </a:srgbClr>
                  </a:outerShdw>
                </a:effectLst>
                <a:latin typeface="Comic Sans MS"/>
                <a:ea typeface="宋体"/>
              </a:rPr>
              <a:t>Stop (e.g., SIGSTOP) or restart (SIGCONT)</a:t>
            </a:r>
            <a:endParaRPr/>
          </a:p>
          <a:p>
            <a:pPr lvl="1">
              <a:buChar char="–"/>
              <a:defRPr sz="2400">
                <a:solidFill>
                  <a:schemeClr val="tx1">
                    <a:alpha val="100000"/>
                  </a:schemeClr>
                </a:solidFill>
                <a:latin typeface="Comic Sans MS"/>
              </a:defRPr>
            </a:pPr>
            <a:r>
              <a:rPr lang="en-US">
                <a:effectLst>
                  <a:outerShdw blurRad="38100" dist="38100" dir="2700000" sx="100000" sy="100000" algn="tl">
                    <a:srgbClr val="000000">
                      <a:alpha val="43137"/>
                    </a:srgbClr>
                  </a:outerShdw>
                </a:effectLst>
                <a:latin typeface="Comic Sans MS"/>
                <a:ea typeface="宋体"/>
              </a:rPr>
              <a:t>Catch</a:t>
            </a:r>
            <a:r>
              <a:rPr lang="en-US" i="true">
                <a:effectLst>
                  <a:outerShdw blurRad="38100" dist="38100" dir="2700000" sx="100000" sy="100000" algn="tl">
                    <a:srgbClr val="000000">
                      <a:alpha val="43137"/>
                    </a:srgbClr>
                  </a:outerShdw>
                </a:effectLst>
                <a:latin typeface="Comic Sans MS"/>
                <a:ea typeface="宋体"/>
              </a:rPr>
              <a:t> </a:t>
            </a:r>
            <a:r>
              <a:rPr lang="en-US">
                <a:latin typeface="Comic Sans MS"/>
                <a:ea typeface="宋体"/>
              </a:rPr>
              <a:t>the signal </a:t>
            </a:r>
            <a:endParaRPr/>
          </a:p>
          <a:p>
            <a:pPr lvl="2">
              <a:buChar char="•"/>
              <a:defRPr sz="2000">
                <a:solidFill>
                  <a:schemeClr val="tx1">
                    <a:alpha val="100000"/>
                  </a:schemeClr>
                </a:solidFill>
                <a:latin typeface="Comic Sans MS"/>
              </a:defRPr>
            </a:pPr>
            <a:r>
              <a:rPr lang="en-US">
                <a:latin typeface="Comic Sans MS"/>
                <a:ea typeface="宋体"/>
              </a:rPr>
              <a:t>by executing a </a:t>
            </a:r>
            <a:r>
              <a:rPr lang="en-US" b="true">
                <a:latin typeface="Comic Sans MS"/>
                <a:ea typeface="宋体"/>
              </a:rPr>
              <a:t>user-level</a:t>
            </a:r>
            <a:r>
              <a:rPr lang="en-US">
                <a:latin typeface="Comic Sans MS"/>
                <a:ea typeface="宋体"/>
              </a:rPr>
              <a:t> function called </a:t>
            </a:r>
            <a:r>
              <a:rPr lang="en-US" sz="2400" b="true">
                <a:effectLst>
                  <a:outerShdw blurRad="38100" dist="38100" dir="2700000" sx="100000" sy="100000" algn="tl">
                    <a:srgbClr val="000000">
                      <a:alpha val="43137"/>
                    </a:srgbClr>
                  </a:outerShdw>
                </a:effectLst>
                <a:latin typeface="Comic Sans MS"/>
                <a:ea typeface="宋体"/>
              </a:rPr>
              <a:t>signal handler</a:t>
            </a:r>
            <a:endParaRPr/>
          </a:p>
          <a:p>
            <a:pPr>
              <a:buChar char="•"/>
              <a:defRPr sz="2800">
                <a:solidFill>
                  <a:schemeClr val="tx1">
                    <a:alpha val="100000"/>
                  </a:schemeClr>
                </a:solidFill>
                <a:latin typeface="Comic Sans MS"/>
                <a:ea typeface="Comic Sans MS"/>
                <a:cs typeface="+mn-cs"/>
              </a:defRPr>
            </a:pPr>
            <a:endParaRPr lang="zh-CN"/>
          </a:p>
        </p:txBody>
      </p:sp>
      <p:sp>
        <p:nvSpPr>
          <p:cNvPr id="35" name="幻灯片编号占位符 3"/>
          <p:cNvSpPr>
            <a:spLocks noGrp="true"/>
          </p:cNvSpPr>
          <p:nvPr>
            <p:ph type="sldNum" sz="quarter" idx="12"/>
          </p:nvPr>
        </p:nvSpPr>
        <p:spPr>
          <a:noFill/>
          <a:extLst>
            <a:ext uri="{909E8E84-426E-40DD-AFC4-6F175D3DCCD1}"/>
            <a:ext uri="{91240B29-F687-4F45-9708-019B960494DF}"/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Comic Sans MS" panose="030F070203030202020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Comic Sans MS" panose="030F070203030202020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anose="030F070203030202020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Comic Sans MS" panose="030F070203030202020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Comic Sans MS" panose="030F0702030302020204" charset="0"/>
              </a:defRPr>
            </a:lvl5pPr>
            <a:lvl6pPr marL="2514600" indent="-228600" eaLnBrk="false" fontAlgn="base" hangingPunct="false">
              <a:spcBef>
                <a:spcPct val="20000"/>
              </a:spcBef>
              <a:spcAft>
                <a:spcPct val="1"/>
              </a:spcAft>
              <a:buChar char="»"/>
              <a:defRPr sz="2000">
                <a:solidFill>
                  <a:schemeClr val="tx1"/>
                </a:solidFill>
                <a:latin typeface="Comic Sans MS" panose="030F0702030302020204" charset="0"/>
              </a:defRPr>
            </a:lvl6pPr>
            <a:lvl7pPr marL="2971800" indent="-228600" eaLnBrk="false" fontAlgn="base" hangingPunct="false">
              <a:spcBef>
                <a:spcPct val="20000"/>
              </a:spcBef>
              <a:spcAft>
                <a:spcPct val="1"/>
              </a:spcAft>
              <a:buChar char="»"/>
              <a:defRPr sz="2000">
                <a:solidFill>
                  <a:schemeClr val="tx1"/>
                </a:solidFill>
                <a:latin typeface="Comic Sans MS" panose="030F0702030302020204" charset="0"/>
              </a:defRPr>
            </a:lvl7pPr>
            <a:lvl8pPr marL="3429000" indent="-228600" eaLnBrk="false" fontAlgn="base" hangingPunct="false">
              <a:spcBef>
                <a:spcPct val="20000"/>
              </a:spcBef>
              <a:spcAft>
                <a:spcPct val="1"/>
              </a:spcAft>
              <a:buChar char="»"/>
              <a:defRPr sz="2000">
                <a:solidFill>
                  <a:schemeClr val="tx1"/>
                </a:solidFill>
                <a:latin typeface="Comic Sans MS" panose="030F0702030302020204" charset="0"/>
              </a:defRPr>
            </a:lvl8pPr>
            <a:lvl9pPr marL="3886200" indent="-228600" eaLnBrk="false" fontAlgn="base" hangingPunct="false">
              <a:spcBef>
                <a:spcPct val="20000"/>
              </a:spcBef>
              <a:spcAft>
                <a:spcPct val="1"/>
              </a:spcAft>
              <a:buChar char="»"/>
              <a:defRPr sz="2000">
                <a:solidFill>
                  <a:schemeClr val="tx1"/>
                </a:solidFill>
                <a:latin typeface="Comic Sans MS" panose="030F0702030302020204" charset="0"/>
              </a:defRPr>
            </a:lvl9pPr>
          </a:lstStyle>
          <a:p>
            <a:pPr>
              <a:spcBef>
                <a:spcPct val="1"/>
              </a:spcBef>
              <a:buFontTx/>
              <a:buNone/>
            </a:pPr>
            <a:fld id="{15792C17-085F-E842-A89B-B0B4E53C2991}" type="slidenum">
              <a:rPr lang="zh-CN" altLang="en-US" sz="1400">
                <a:latin typeface="Times New Roman" panose="02020603050405020304" pitchFamily="18" charset="0"/>
                <a:ea typeface="宋体" pitchFamily="2" charset="-122"/>
              </a:rPr>
              <a:t>16</a:t>
            </a:fld>
            <a:endParaRPr lang="en-US" altLang="zh-CN" sz="1400">
              <a:latin typeface="Times New Roman" panose="02020603050405020304" pitchFamily="18" charset="0"/>
              <a:ea typeface="宋体" pitchFamily="2" charset="-122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>
  <p:cSld>
    <p:spTree>
      <p:nvGrpSpPr>
        <p:cNvPr id="36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灯片编号占位符 5"/>
          <p:cNvSpPr>
            <a:spLocks noGrp="true"/>
          </p:cNvSpPr>
          <p:nvPr>
            <p:ph type="sldNum" sz="quarter" idx="12"/>
          </p:nvPr>
        </p:nvSpPr>
        <p:spPr>
          <a:noFill/>
          <a:extLst>
            <a:ext uri="{909E8E84-426E-40DD-AFC4-6F175D3DCCD1}"/>
            <a:ext uri="{91240B29-F687-4F45-9708-019B960494DF}"/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Comic Sans MS" panose="030F070203030202020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Comic Sans MS" panose="030F070203030202020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anose="030F070203030202020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Comic Sans MS" panose="030F070203030202020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Comic Sans MS" panose="030F0702030302020204" charset="0"/>
              </a:defRPr>
            </a:lvl5pPr>
            <a:lvl6pPr marL="2514600" indent="-228600" eaLnBrk="false" fontAlgn="base" hangingPunct="false">
              <a:spcBef>
                <a:spcPct val="20000"/>
              </a:spcBef>
              <a:spcAft>
                <a:spcPct val="1"/>
              </a:spcAft>
              <a:buChar char="»"/>
              <a:defRPr sz="2000">
                <a:solidFill>
                  <a:schemeClr val="tx1"/>
                </a:solidFill>
                <a:latin typeface="Comic Sans MS" panose="030F0702030302020204" charset="0"/>
              </a:defRPr>
            </a:lvl6pPr>
            <a:lvl7pPr marL="2971800" indent="-228600" eaLnBrk="false" fontAlgn="base" hangingPunct="false">
              <a:spcBef>
                <a:spcPct val="20000"/>
              </a:spcBef>
              <a:spcAft>
                <a:spcPct val="1"/>
              </a:spcAft>
              <a:buChar char="»"/>
              <a:defRPr sz="2000">
                <a:solidFill>
                  <a:schemeClr val="tx1"/>
                </a:solidFill>
                <a:latin typeface="Comic Sans MS" panose="030F0702030302020204" charset="0"/>
              </a:defRPr>
            </a:lvl7pPr>
            <a:lvl8pPr marL="3429000" indent="-228600" eaLnBrk="false" fontAlgn="base" hangingPunct="false">
              <a:spcBef>
                <a:spcPct val="20000"/>
              </a:spcBef>
              <a:spcAft>
                <a:spcPct val="1"/>
              </a:spcAft>
              <a:buChar char="»"/>
              <a:defRPr sz="2000">
                <a:solidFill>
                  <a:schemeClr val="tx1"/>
                </a:solidFill>
                <a:latin typeface="Comic Sans MS" panose="030F0702030302020204" charset="0"/>
              </a:defRPr>
            </a:lvl8pPr>
            <a:lvl9pPr marL="3886200" indent="-228600" eaLnBrk="false" fontAlgn="base" hangingPunct="false">
              <a:spcBef>
                <a:spcPct val="20000"/>
              </a:spcBef>
              <a:spcAft>
                <a:spcPct val="1"/>
              </a:spcAft>
              <a:buChar char="»"/>
              <a:defRPr sz="2000">
                <a:solidFill>
                  <a:schemeClr val="tx1"/>
                </a:solidFill>
                <a:latin typeface="Comic Sans MS" panose="030F0702030302020204" charset="0"/>
              </a:defRPr>
            </a:lvl9pPr>
          </a:lstStyle>
          <a:p>
            <a:pPr>
              <a:spcBef>
                <a:spcPct val="1"/>
              </a:spcBef>
              <a:buFontTx/>
              <a:buNone/>
            </a:pPr>
            <a:fld id="{9F29AFA8-C10C-1745-91DB-CF731F491AC7}" type="slidenum">
              <a:rPr lang="zh-CN" altLang="en-US" sz="1400">
                <a:latin typeface="Times New Roman" panose="02020603050405020304" pitchFamily="18" charset="0"/>
                <a:ea typeface="宋体" pitchFamily="2" charset="-122"/>
              </a:rPr>
              <a:t>17</a:t>
            </a:fld>
            <a:endParaRPr lang="en-US" altLang="zh-CN" sz="1400">
              <a:latin typeface="Times New Roman" panose="02020603050405020304" pitchFamily="18" charset="0"/>
              <a:ea typeface="宋体" pitchFamily="2" charset="-122"/>
            </a:endParaRPr>
          </a:p>
        </p:txBody>
      </p:sp>
      <p:sp>
        <p:nvSpPr>
          <p:cNvPr id="38" name="Rectangle 2"/>
          <p:cNvSpPr>
            <a:spLocks noGrp="true" noChangeArrowheads="true"/>
          </p:cNvSpPr>
          <p:nvPr>
            <p:ph type="title"/>
          </p:nvPr>
        </p:nvSpPr>
        <p:spPr/>
        <p:txBody>
          <a:bodyPr/>
          <a:lstStyle/>
          <a:p>
            <a:pPr/>
            <a:r>
              <a:rPr lang="en-US" altLang="zh-CN">
                <a:ea typeface="宋体" pitchFamily="2" charset="-122"/>
              </a:rPr>
              <a:t>Pending Signal</a:t>
            </a:r>
            <a:endParaRPr/>
          </a:p>
        </p:txBody>
      </p:sp>
      <p:sp>
        <p:nvSpPr>
          <p:cNvPr id="39" name="Rectangle 3"/>
          <p:cNvSpPr>
            <a:spLocks noGrp="true" noChangeArrowheads="true"/>
          </p:cNvSpPr>
          <p:nvPr>
            <p:ph type="body" idx="1"/>
          </p:nvPr>
        </p:nvSpPr>
        <p:spPr>
          <a:xfrm>
            <a:off x="457200" y="1600200"/>
            <a:ext cx="8077200" cy="4419600"/>
          </a:xfrm>
        </p:spPr>
        <p:txBody>
          <a:bodyPr/>
          <a:lstStyle/>
          <a:p>
            <a:pPr>
              <a:buChar char="•"/>
              <a:defRPr sz="2800">
                <a:solidFill>
                  <a:schemeClr val="tx1">
                    <a:alpha val="100000"/>
                  </a:schemeClr>
                </a:solidFill>
                <a:latin typeface="Comic Sans MS"/>
                <a:ea typeface="Comic Sans MS"/>
                <a:cs typeface="+mn-cs"/>
              </a:defRPr>
            </a:pPr>
            <a:r>
              <a:rPr lang="en-US" sz="2400">
                <a:latin typeface="Comic Sans MS"/>
                <a:ea typeface="宋体"/>
                <a:cs typeface="+mn-cs"/>
              </a:rPr>
              <a:t>Pending signal </a:t>
            </a:r>
            <a:endParaRPr/>
          </a:p>
          <a:p>
            <a:pPr lvl="1">
              <a:buChar char="–"/>
              <a:defRPr sz="2400">
                <a:solidFill>
                  <a:schemeClr val="tx1">
                    <a:alpha val="100000"/>
                  </a:schemeClr>
                </a:solidFill>
                <a:latin typeface="Comic Sans MS"/>
              </a:defRPr>
            </a:pPr>
            <a:r>
              <a:rPr lang="zh-CN" sz="2000">
                <a:latin typeface="Comic Sans MS"/>
                <a:ea typeface="宋体"/>
              </a:rPr>
              <a:t>已经发送，但还没有接受的信号，叫做</a:t>
            </a:r>
            <a:r>
              <a:rPr lang="en-US" sz="2000">
                <a:latin typeface="Comic Sans MS"/>
                <a:ea typeface="宋体"/>
              </a:rPr>
              <a:t>pending signal</a:t>
            </a:r>
            <a:endParaRPr lang="en-US">
              <a:effectLst>
                <a:outerShdw blurRad="38100" dist="38100" dir="2700000" sx="100000" sy="100000" algn="tl">
                  <a:srgbClr val="000000">
                    <a:alpha val="43137"/>
                  </a:srgbClr>
                </a:outerShdw>
              </a:effectLst>
              <a:latin typeface="Comic Sans MS"/>
              <a:ea typeface="宋体"/>
            </a:endParaRPr>
          </a:p>
          <a:p>
            <a:pPr>
              <a:buChar char="•"/>
              <a:defRPr sz="2800">
                <a:solidFill>
                  <a:schemeClr val="tx1">
                    <a:alpha val="100000"/>
                  </a:schemeClr>
                </a:solidFill>
                <a:latin typeface="Comic Sans MS"/>
                <a:ea typeface="Comic Sans MS"/>
                <a:cs typeface="+mn-cs"/>
              </a:defRPr>
            </a:pPr>
            <a:r>
              <a:rPr lang="en-US" sz="2400">
                <a:effectLst>
                  <a:outerShdw blurRad="38100" dist="38100" dir="2700000" sx="100000" sy="100000" algn="tl">
                    <a:srgbClr val="000000">
                      <a:alpha val="43137"/>
                    </a:srgbClr>
                  </a:outerShdw>
                </a:effectLst>
                <a:latin typeface="Comic Sans MS"/>
                <a:ea typeface="宋体"/>
                <a:cs typeface="+mn-cs"/>
              </a:rPr>
              <a:t>Only one</a:t>
            </a:r>
            <a:endParaRPr/>
          </a:p>
          <a:p>
            <a:pPr lvl="1">
              <a:buChar char="–"/>
              <a:defRPr sz="2400">
                <a:solidFill>
                  <a:schemeClr val="tx1">
                    <a:alpha val="100000"/>
                  </a:schemeClr>
                </a:solidFill>
                <a:latin typeface="Comic Sans MS"/>
              </a:defRPr>
            </a:pPr>
            <a:r>
              <a:rPr lang="zh-CN" sz="2000">
                <a:latin typeface="Comic Sans MS"/>
                <a:ea typeface="宋体"/>
              </a:rPr>
              <a:t>某一时刻，某种类型</a:t>
            </a:r>
            <a:r>
              <a:rPr lang="zh-CN" sz="2000">
                <a:latin typeface="Comic Sans MS"/>
                <a:ea typeface="宋体"/>
              </a:rPr>
              <a:t>最多有一个</a:t>
            </a:r>
            <a:r>
              <a:rPr lang="en-US" sz="2000">
                <a:latin typeface="Comic Sans MS"/>
                <a:ea typeface="宋体"/>
              </a:rPr>
              <a:t>pending signal</a:t>
            </a:r>
            <a:endParaRPr/>
          </a:p>
          <a:p>
            <a:pPr>
              <a:buChar char="•"/>
              <a:defRPr sz="2800">
                <a:solidFill>
                  <a:schemeClr val="tx1">
                    <a:alpha val="100000"/>
                  </a:schemeClr>
                </a:solidFill>
                <a:latin typeface="Comic Sans MS"/>
                <a:ea typeface="Comic Sans MS"/>
                <a:cs typeface="+mn-cs"/>
              </a:defRPr>
            </a:pPr>
            <a:r>
              <a:rPr lang="en-US" sz="2400">
                <a:effectLst>
                  <a:outerShdw blurRad="38100" dist="38100" dir="2700000" sx="100000" sy="100000" algn="tl">
                    <a:srgbClr val="000000">
                      <a:alpha val="43137"/>
                    </a:srgbClr>
                  </a:outerShdw>
                </a:effectLst>
                <a:latin typeface="Comic Sans MS"/>
                <a:ea typeface="宋体"/>
                <a:cs typeface="+mn-cs"/>
              </a:rPr>
              <a:t>Not queued</a:t>
            </a:r>
            <a:endParaRPr/>
          </a:p>
          <a:p>
            <a:pPr lvl="1">
              <a:buChar char="–"/>
              <a:defRPr sz="2400">
                <a:solidFill>
                  <a:schemeClr val="tx1">
                    <a:alpha val="100000"/>
                  </a:schemeClr>
                </a:solidFill>
                <a:latin typeface="Comic Sans MS"/>
              </a:defRPr>
            </a:pPr>
            <a:r>
              <a:rPr lang="zh-CN" sz="2000">
                <a:latin typeface="Comic Sans MS"/>
                <a:ea typeface="宋体"/>
              </a:rPr>
              <a:t>如果一个进程已经有一个类型</a:t>
            </a:r>
            <a:r>
              <a:rPr lang="en-US" sz="2000">
                <a:latin typeface="Comic Sans MS"/>
                <a:ea typeface="宋体"/>
              </a:rPr>
              <a:t> k</a:t>
            </a:r>
            <a:r>
              <a:rPr lang="zh-CN" sz="2000">
                <a:latin typeface="Comic Sans MS"/>
                <a:ea typeface="宋体"/>
              </a:rPr>
              <a:t>的</a:t>
            </a:r>
            <a:r>
              <a:rPr lang="en-US" sz="2000">
                <a:latin typeface="Comic Sans MS"/>
                <a:ea typeface="宋体"/>
              </a:rPr>
              <a:t>pending signal</a:t>
            </a:r>
            <a:endParaRPr/>
          </a:p>
          <a:p>
            <a:pPr lvl="1">
              <a:buChar char="–"/>
              <a:defRPr sz="2400">
                <a:solidFill>
                  <a:schemeClr val="tx1">
                    <a:alpha val="100000"/>
                  </a:schemeClr>
                </a:solidFill>
                <a:latin typeface="Comic Sans MS"/>
              </a:defRPr>
            </a:pPr>
            <a:r>
              <a:rPr lang="zh-CN" sz="2000">
                <a:latin typeface="Comic Sans MS"/>
                <a:ea typeface="宋体"/>
              </a:rPr>
              <a:t>之后发送的</a:t>
            </a:r>
            <a:r>
              <a:rPr lang="en-US" sz="2000">
                <a:latin typeface="Comic Sans MS"/>
                <a:ea typeface="宋体"/>
              </a:rPr>
              <a:t>signal k</a:t>
            </a:r>
            <a:r>
              <a:rPr lang="zh-CN" sz="2000">
                <a:latin typeface="Comic Sans MS"/>
                <a:ea typeface="宋体"/>
              </a:rPr>
              <a:t>不会排队，而是直接被丢弃</a:t>
            </a:r>
            <a:r>
              <a:rPr lang="en-US" sz="2000">
                <a:latin typeface="Comic Sans MS"/>
                <a:ea typeface="宋体"/>
              </a:rPr>
              <a:t>.</a:t>
            </a:r>
            <a:endParaRPr/>
          </a:p>
        </p:txBody>
      </p:sp>
      <p:sp>
        <p:nvSpPr>
          <p:cNvPr id="40" name=""/>
          <p:cNvSpPr txBox="true"/>
          <p:nvPr/>
        </p:nvSpPr>
        <p:spPr>
          <a:xfrm rot="0" flipH="false" flipV="false">
            <a:off x="1195252" y="6172200"/>
            <a:ext cx="6248400" cy="393700"/>
          </a:xfrm>
          <a:prstGeom prst="rect">
            <a:avLst/>
          </a:prstGeom>
          <a:ln w="6350">
            <a:prstDash val="solid"/>
          </a:ln>
        </p:spPr>
        <p:txBody>
          <a:bodyPr wrap="none">
            <a:spAutoFit/>
          </a:bodyPr>
          <a:p>
            <a:pPr/>
            <a:r>
              <a:rPr lang="zh-CN"/>
              <a:t>以上讨论的是</a:t>
            </a:r>
            <a:r>
              <a:rPr lang="en-US"/>
              <a:t>standard signal, </a:t>
            </a:r>
            <a:r>
              <a:rPr lang="zh-CN"/>
              <a:t>不是</a:t>
            </a:r>
            <a:r>
              <a:rPr lang="en-US"/>
              <a:t>real-time signal</a:t>
            </a:r>
            <a:endParaRPr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>
  <p:cSld>
    <p:spTree>
      <p:nvGrpSpPr>
        <p:cNvPr id="4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灯片编号占位符 5"/>
          <p:cNvSpPr>
            <a:spLocks noGrp="true"/>
          </p:cNvSpPr>
          <p:nvPr>
            <p:ph type="sldNum" sz="quarter" idx="12"/>
          </p:nvPr>
        </p:nvSpPr>
        <p:spPr>
          <a:noFill/>
          <a:extLst>
            <a:ext uri="{909E8E84-426E-40DD-AFC4-6F175D3DCCD1}"/>
            <a:ext uri="{91240B29-F687-4F45-9708-019B960494DF}"/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Comic Sans MS" panose="030F070203030202020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Comic Sans MS" panose="030F070203030202020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anose="030F070203030202020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Comic Sans MS" panose="030F070203030202020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Comic Sans MS" panose="030F0702030302020204" charset="0"/>
              </a:defRPr>
            </a:lvl5pPr>
            <a:lvl6pPr marL="2514600" indent="-228600" eaLnBrk="false" fontAlgn="base" hangingPunct="false">
              <a:spcBef>
                <a:spcPct val="20000"/>
              </a:spcBef>
              <a:spcAft>
                <a:spcPct val="1"/>
              </a:spcAft>
              <a:buChar char="»"/>
              <a:defRPr sz="2000">
                <a:solidFill>
                  <a:schemeClr val="tx1"/>
                </a:solidFill>
                <a:latin typeface="Comic Sans MS" panose="030F0702030302020204" charset="0"/>
              </a:defRPr>
            </a:lvl6pPr>
            <a:lvl7pPr marL="2971800" indent="-228600" eaLnBrk="false" fontAlgn="base" hangingPunct="false">
              <a:spcBef>
                <a:spcPct val="20000"/>
              </a:spcBef>
              <a:spcAft>
                <a:spcPct val="1"/>
              </a:spcAft>
              <a:buChar char="»"/>
              <a:defRPr sz="2000">
                <a:solidFill>
                  <a:schemeClr val="tx1"/>
                </a:solidFill>
                <a:latin typeface="Comic Sans MS" panose="030F0702030302020204" charset="0"/>
              </a:defRPr>
            </a:lvl7pPr>
            <a:lvl8pPr marL="3429000" indent="-228600" eaLnBrk="false" fontAlgn="base" hangingPunct="false">
              <a:spcBef>
                <a:spcPct val="20000"/>
              </a:spcBef>
              <a:spcAft>
                <a:spcPct val="1"/>
              </a:spcAft>
              <a:buChar char="»"/>
              <a:defRPr sz="2000">
                <a:solidFill>
                  <a:schemeClr val="tx1"/>
                </a:solidFill>
                <a:latin typeface="Comic Sans MS" panose="030F0702030302020204" charset="0"/>
              </a:defRPr>
            </a:lvl8pPr>
            <a:lvl9pPr marL="3886200" indent="-228600" eaLnBrk="false" fontAlgn="base" hangingPunct="false">
              <a:spcBef>
                <a:spcPct val="20000"/>
              </a:spcBef>
              <a:spcAft>
                <a:spcPct val="1"/>
              </a:spcAft>
              <a:buChar char="»"/>
              <a:defRPr sz="2000">
                <a:solidFill>
                  <a:schemeClr val="tx1"/>
                </a:solidFill>
                <a:latin typeface="Comic Sans MS" panose="030F0702030302020204" charset="0"/>
              </a:defRPr>
            </a:lvl9pPr>
          </a:lstStyle>
          <a:p>
            <a:pPr>
              <a:spcBef>
                <a:spcPct val="1"/>
              </a:spcBef>
              <a:buFontTx/>
              <a:buNone/>
            </a:pPr>
            <a:fld id="{C1C39FB9-7B5B-7E40-BFFD-05B21EC8A4D5}" type="slidenum">
              <a:rPr lang="zh-CN" altLang="en-US" sz="1400">
                <a:latin typeface="Times New Roman" panose="02020603050405020304" pitchFamily="18" charset="0"/>
                <a:ea typeface="宋体" pitchFamily="2" charset="-122"/>
              </a:rPr>
              <a:t>18</a:t>
            </a:fld>
            <a:endParaRPr lang="en-US" altLang="zh-CN" sz="1400">
              <a:latin typeface="Times New Roman" panose="02020603050405020304" pitchFamily="18" charset="0"/>
              <a:ea typeface="宋体" pitchFamily="2" charset="-122"/>
            </a:endParaRPr>
          </a:p>
        </p:txBody>
      </p:sp>
      <p:sp>
        <p:nvSpPr>
          <p:cNvPr id="43" name="Rectangle 2"/>
          <p:cNvSpPr>
            <a:spLocks noGrp="true" noChangeArrowheads="true"/>
          </p:cNvSpPr>
          <p:nvPr>
            <p:ph type="title"/>
          </p:nvPr>
        </p:nvSpPr>
        <p:spPr/>
        <p:txBody>
          <a:bodyPr/>
          <a:lstStyle/>
          <a:p>
            <a:pPr/>
            <a:r>
              <a:rPr lang="en-US" altLang="zh-CN">
                <a:ea typeface="宋体" pitchFamily="2" charset="-122"/>
              </a:rPr>
              <a:t>Blocking a Signal</a:t>
            </a:r>
            <a:endParaRPr/>
          </a:p>
        </p:txBody>
      </p:sp>
      <p:sp>
        <p:nvSpPr>
          <p:cNvPr id="44" name="Rectangle 3"/>
          <p:cNvSpPr>
            <a:spLocks noGrp="true" noChangeArrowheads="true"/>
          </p:cNvSpPr>
          <p:nvPr>
            <p:ph type="body" idx="1"/>
          </p:nvPr>
        </p:nvSpPr>
        <p:spPr>
          <a:xfrm>
            <a:off x="457200" y="1600200"/>
            <a:ext cx="8077200" cy="4419600"/>
          </a:xfrm>
        </p:spPr>
        <p:txBody>
          <a:bodyPr/>
          <a:lstStyle/>
          <a:p>
            <a:pPr>
              <a:lnSpc>
                <a:spcPct val="120000"/>
              </a:lnSpc>
            </a:pPr>
            <a:r>
              <a:rPr lang="zh-CN" altLang="en-US">
                <a:ea typeface="宋体" pitchFamily="2" charset="-122"/>
              </a:rPr>
              <a:t>进程可以</a:t>
            </a:r>
            <a:r>
              <a:rPr lang="zh-CN" altLang="en-US">
                <a:solidFill>
                  <a:srgbClr val="FF0000"/>
                </a:solidFill>
                <a:ea typeface="宋体" pitchFamily="2" charset="-122"/>
              </a:rPr>
              <a:t>选择性</a:t>
            </a:r>
            <a:r>
              <a:rPr lang="en-US" altLang="zh-CN">
                <a:solidFill>
                  <a:srgbClr val="FF0000"/>
                </a:solidFill>
                <a:ea typeface="宋体" pitchFamily="2" charset="-122"/>
              </a:rPr>
              <a:t>block</a:t>
            </a:r>
            <a:r>
              <a:rPr lang="zh-CN" altLang="en-US">
                <a:ea typeface="宋体" pitchFamily="2" charset="-122"/>
              </a:rPr>
              <a:t>特定信号的接收</a:t>
            </a:r>
            <a:endParaRPr lang="en-US" altLang="zh-CN">
              <a:ea typeface="宋体" pitchFamily="2" charset="-122"/>
            </a:endParaRPr>
          </a:p>
          <a:p>
            <a:pPr>
              <a:lnSpc>
                <a:spcPct val="120000"/>
              </a:lnSpc>
            </a:pPr>
            <a:r>
              <a:rPr lang="zh-CN" altLang="en-US">
                <a:ea typeface="宋体" pitchFamily="2" charset="-122"/>
              </a:rPr>
              <a:t>当一个信号被</a:t>
            </a:r>
            <a:r>
              <a:rPr lang="en-US" altLang="zh-CN">
                <a:ea typeface="宋体" pitchFamily="2" charset="-122"/>
              </a:rPr>
              <a:t>block</a:t>
            </a:r>
            <a:r>
              <a:rPr lang="zh-CN" altLang="en-US">
                <a:ea typeface="宋体" pitchFamily="2" charset="-122"/>
              </a:rPr>
              <a:t>时</a:t>
            </a:r>
            <a:endParaRPr lang="en-US" altLang="zh-CN">
              <a:ea typeface="宋体" pitchFamily="2" charset="-122"/>
            </a:endParaRPr>
          </a:p>
          <a:p>
            <a:pPr lvl="1">
              <a:lnSpc>
                <a:spcPct val="120000"/>
              </a:lnSpc>
            </a:pPr>
            <a:r>
              <a:rPr lang="zh-CN" altLang="en-US">
                <a:ea typeface="宋体" pitchFamily="2" charset="-122"/>
              </a:rPr>
              <a:t>可以发送</a:t>
            </a:r>
            <a:endParaRPr lang="en-US" altLang="zh-CN">
              <a:ea typeface="宋体" pitchFamily="2" charset="-122"/>
            </a:endParaRPr>
          </a:p>
          <a:p>
            <a:pPr lvl="1">
              <a:lnSpc>
                <a:spcPct val="120000"/>
              </a:lnSpc>
            </a:pPr>
            <a:r>
              <a:rPr lang="zh-CN" altLang="en-US">
                <a:ea typeface="宋体" pitchFamily="2" charset="-122"/>
              </a:rPr>
              <a:t>但是</a:t>
            </a:r>
            <a:r>
              <a:rPr lang="en-US" altLang="zh-CN">
                <a:ea typeface="宋体" pitchFamily="2" charset="-122"/>
              </a:rPr>
              <a:t>pending signal</a:t>
            </a:r>
            <a:r>
              <a:rPr lang="zh-CN" altLang="en-US">
                <a:ea typeface="宋体" pitchFamily="2" charset="-122"/>
              </a:rPr>
              <a:t>不会被接受</a:t>
            </a:r>
            <a:endParaRPr lang="en-US" altLang="zh-CN">
              <a:ea typeface="宋体" pitchFamily="2" charset="-122"/>
            </a:endParaRPr>
          </a:p>
          <a:p>
            <a:pPr lvl="1">
              <a:lnSpc>
                <a:spcPct val="120000"/>
              </a:lnSpc>
            </a:pPr>
            <a:r>
              <a:rPr lang="zh-CN" altLang="en-US">
                <a:ea typeface="宋体" pitchFamily="2" charset="-122"/>
              </a:rPr>
              <a:t>直到该进程</a:t>
            </a:r>
            <a:r>
              <a:rPr lang="en-US" altLang="zh-CN">
                <a:ea typeface="宋体" pitchFamily="2" charset="-122"/>
              </a:rPr>
              <a:t>unblock</a:t>
            </a:r>
            <a:r>
              <a:rPr lang="zh-CN" altLang="en-US">
                <a:ea typeface="宋体" pitchFamily="2" charset="-122"/>
              </a:rPr>
              <a:t>这种</a:t>
            </a:r>
            <a:r>
              <a:rPr lang="en-US" altLang="zh-CN">
                <a:ea typeface="宋体" pitchFamily="2" charset="-122"/>
              </a:rPr>
              <a:t>signal</a:t>
            </a:r>
            <a:br>
              <a:rPr lang="en-US" altLang="zh-CN">
                <a:ea typeface="宋体" pitchFamily="2" charset="-122"/>
              </a:rPr>
            </a:br>
            <a:endParaRPr lang="zh-CN" altLang="en-US">
              <a:ea typeface="宋体" pitchFamily="2" charset="-122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>
  <p:cSld>
    <p:spTree>
      <p:nvGrpSpPr>
        <p:cNvPr id="45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灯片编号占位符 5"/>
          <p:cNvSpPr>
            <a:spLocks noGrp="true"/>
          </p:cNvSpPr>
          <p:nvPr>
            <p:ph type="sldNum" sz="quarter" idx="12"/>
          </p:nvPr>
        </p:nvSpPr>
        <p:spPr>
          <a:noFill/>
          <a:extLst>
            <a:ext uri="{909E8E84-426E-40DD-AFC4-6F175D3DCCD1}"/>
            <a:ext uri="{91240B29-F687-4F45-9708-019B960494DF}"/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Comic Sans MS" panose="030F070203030202020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Comic Sans MS" panose="030F070203030202020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anose="030F070203030202020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Comic Sans MS" panose="030F070203030202020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Comic Sans MS" panose="030F0702030302020204" charset="0"/>
              </a:defRPr>
            </a:lvl5pPr>
            <a:lvl6pPr marL="2514600" indent="-228600" eaLnBrk="false" fontAlgn="base" hangingPunct="false">
              <a:spcBef>
                <a:spcPct val="20000"/>
              </a:spcBef>
              <a:spcAft>
                <a:spcPct val="1"/>
              </a:spcAft>
              <a:buChar char="»"/>
              <a:defRPr sz="2000">
                <a:solidFill>
                  <a:schemeClr val="tx1"/>
                </a:solidFill>
                <a:latin typeface="Comic Sans MS" panose="030F0702030302020204" charset="0"/>
              </a:defRPr>
            </a:lvl6pPr>
            <a:lvl7pPr marL="2971800" indent="-228600" eaLnBrk="false" fontAlgn="base" hangingPunct="false">
              <a:spcBef>
                <a:spcPct val="20000"/>
              </a:spcBef>
              <a:spcAft>
                <a:spcPct val="1"/>
              </a:spcAft>
              <a:buChar char="»"/>
              <a:defRPr sz="2000">
                <a:solidFill>
                  <a:schemeClr val="tx1"/>
                </a:solidFill>
                <a:latin typeface="Comic Sans MS" panose="030F0702030302020204" charset="0"/>
              </a:defRPr>
            </a:lvl7pPr>
            <a:lvl8pPr marL="3429000" indent="-228600" eaLnBrk="false" fontAlgn="base" hangingPunct="false">
              <a:spcBef>
                <a:spcPct val="20000"/>
              </a:spcBef>
              <a:spcAft>
                <a:spcPct val="1"/>
              </a:spcAft>
              <a:buChar char="»"/>
              <a:defRPr sz="2000">
                <a:solidFill>
                  <a:schemeClr val="tx1"/>
                </a:solidFill>
                <a:latin typeface="Comic Sans MS" panose="030F0702030302020204" charset="0"/>
              </a:defRPr>
            </a:lvl8pPr>
            <a:lvl9pPr marL="3886200" indent="-228600" eaLnBrk="false" fontAlgn="base" hangingPunct="false">
              <a:spcBef>
                <a:spcPct val="20000"/>
              </a:spcBef>
              <a:spcAft>
                <a:spcPct val="1"/>
              </a:spcAft>
              <a:buChar char="»"/>
              <a:defRPr sz="2000">
                <a:solidFill>
                  <a:schemeClr val="tx1"/>
                </a:solidFill>
                <a:latin typeface="Comic Sans MS" panose="030F0702030302020204" charset="0"/>
              </a:defRPr>
            </a:lvl9pPr>
          </a:lstStyle>
          <a:p>
            <a:pPr>
              <a:spcBef>
                <a:spcPct val="1"/>
              </a:spcBef>
              <a:buFontTx/>
              <a:buNone/>
            </a:pPr>
            <a:fld id="{348AC1F7-A853-6F4B-B5B1-EB29687ECC6F}" type="slidenum">
              <a:rPr lang="zh-CN" altLang="en-US" sz="1400">
                <a:latin typeface="Times New Roman" panose="02020603050405020304" pitchFamily="18" charset="0"/>
                <a:ea typeface="宋体" pitchFamily="2" charset="-122"/>
              </a:rPr>
              <a:t>19</a:t>
            </a:fld>
            <a:endParaRPr lang="en-US" altLang="zh-CN" sz="1400">
              <a:latin typeface="Times New Roman" panose="02020603050405020304" pitchFamily="18" charset="0"/>
              <a:ea typeface="宋体" pitchFamily="2" charset="-122"/>
            </a:endParaRPr>
          </a:p>
        </p:txBody>
      </p:sp>
      <p:sp>
        <p:nvSpPr>
          <p:cNvPr id="47" name="Rectangle 2"/>
          <p:cNvSpPr>
            <a:spLocks noGrp="true" noChangeArrowheads="true"/>
          </p:cNvSpPr>
          <p:nvPr>
            <p:ph type="title"/>
          </p:nvPr>
        </p:nvSpPr>
        <p:spPr/>
        <p:txBody>
          <a:bodyPr/>
          <a:lstStyle/>
          <a:p>
            <a:pPr/>
            <a:r>
              <a:rPr lang="en-US" altLang="zh-CN">
                <a:ea typeface="宋体" pitchFamily="2" charset="-122"/>
              </a:rPr>
              <a:t>Internal Data Structures</a:t>
            </a:r>
            <a:endParaRPr/>
          </a:p>
        </p:txBody>
      </p:sp>
      <p:sp>
        <p:nvSpPr>
          <p:cNvPr id="48" name="Rectangle 3"/>
          <p:cNvSpPr>
            <a:spLocks noGrp="true" noChangeArrowheads="true"/>
          </p:cNvSpPr>
          <p:nvPr>
            <p:ph type="body" idx="1"/>
          </p:nvPr>
        </p:nvSpPr>
        <p:spPr>
          <a:xfrm>
            <a:off x="457200" y="1600200"/>
            <a:ext cx="8077200" cy="4419600"/>
          </a:xfrm>
        </p:spPr>
        <p:txBody>
          <a:bodyPr/>
          <a:lstStyle/>
          <a:p>
            <a:pPr>
              <a:buChar char="•"/>
              <a:defRPr sz="2800">
                <a:solidFill>
                  <a:schemeClr val="tx1">
                    <a:alpha val="100000"/>
                  </a:schemeClr>
                </a:solidFill>
                <a:latin typeface="Comic Sans MS"/>
                <a:ea typeface="Comic Sans MS"/>
                <a:cs typeface="+mn-cs"/>
              </a:defRPr>
            </a:pPr>
            <a:r>
              <a:rPr lang="en-US">
                <a:latin typeface="Comic Sans MS"/>
                <a:ea typeface="宋体"/>
                <a:cs typeface="+mn-cs"/>
              </a:rPr>
              <a:t>For each process, the kernel maintains </a:t>
            </a:r>
            <a:endParaRPr/>
          </a:p>
          <a:p>
            <a:pPr lvl="1">
              <a:buChar char="–"/>
              <a:defRPr sz="2400">
                <a:solidFill>
                  <a:schemeClr val="tx1">
                    <a:alpha val="100000"/>
                  </a:schemeClr>
                </a:solidFill>
                <a:latin typeface="Comic Sans MS"/>
              </a:defRPr>
            </a:pPr>
            <a:r>
              <a:rPr lang="en-US">
                <a:latin typeface="Comic Sans MS"/>
                <a:ea typeface="宋体"/>
              </a:rPr>
              <a:t>the set of pending signals in the </a:t>
            </a:r>
            <a:r>
              <a:rPr lang="en-US" b="true">
                <a:solidFill>
                  <a:srgbClr val="FF0000">
                    <a:alpha val="100000"/>
                  </a:srgbClr>
                </a:solidFill>
                <a:effectLst>
                  <a:outerShdw blurRad="38100" dist="38100" dir="2700000" sx="100000" sy="100000" algn="tl">
                    <a:srgbClr val="000000">
                      <a:alpha val="43137"/>
                    </a:srgbClr>
                  </a:outerShdw>
                </a:effectLst>
                <a:latin typeface="Courier New"/>
                <a:ea typeface="宋体"/>
                <a:cs typeface="Courier New"/>
              </a:rPr>
              <a:t>pending</a:t>
            </a:r>
            <a:r>
              <a:rPr lang="en-US" b="true">
                <a:effectLst>
                  <a:outerShdw blurRad="38100" dist="38100" dir="2700000" sx="100000" sy="100000" algn="tl">
                    <a:srgbClr val="000000">
                      <a:alpha val="43137"/>
                    </a:srgbClr>
                  </a:outerShdw>
                </a:effectLst>
                <a:latin typeface="Courier New"/>
                <a:ea typeface="宋体"/>
                <a:cs typeface="Courier New"/>
              </a:rPr>
              <a:t> </a:t>
            </a:r>
            <a:r>
              <a:rPr lang="en-US" b="true">
                <a:solidFill>
                  <a:srgbClr val="FF0000">
                    <a:alpha val="100000"/>
                  </a:srgbClr>
                </a:solidFill>
                <a:effectLst>
                  <a:outerShdw blurRad="38100" dist="38100" dir="2700000" sx="100000" sy="100000" algn="tl">
                    <a:srgbClr val="000000">
                      <a:alpha val="43137"/>
                    </a:srgbClr>
                  </a:outerShdw>
                </a:effectLst>
                <a:latin typeface="Courier New"/>
                <a:ea typeface="宋体"/>
                <a:cs typeface="Courier New"/>
              </a:rPr>
              <a:t>bit vector</a:t>
            </a:r>
            <a:endParaRPr/>
          </a:p>
          <a:p>
            <a:pPr lvl="1">
              <a:buChar char="–"/>
              <a:defRPr sz="2400">
                <a:solidFill>
                  <a:schemeClr val="tx1">
                    <a:alpha val="100000"/>
                  </a:schemeClr>
                </a:solidFill>
                <a:latin typeface="Comic Sans MS"/>
              </a:defRPr>
            </a:pPr>
            <a:r>
              <a:rPr lang="en-US">
                <a:latin typeface="Comic Sans MS"/>
                <a:ea typeface="宋体"/>
              </a:rPr>
              <a:t>the set of blocked signals in the </a:t>
            </a:r>
            <a:r>
              <a:rPr lang="en-US" b="true">
                <a:solidFill>
                  <a:srgbClr val="FF0000">
                    <a:alpha val="100000"/>
                  </a:srgbClr>
                </a:solidFill>
                <a:effectLst>
                  <a:outerShdw blurRad="38100" dist="38100" dir="2700000" sx="100000" sy="100000" algn="tl">
                    <a:srgbClr val="000000">
                      <a:alpha val="43137"/>
                    </a:srgbClr>
                  </a:outerShdw>
                </a:effectLst>
                <a:latin typeface="Courier New"/>
                <a:ea typeface="宋体"/>
                <a:cs typeface="Courier New"/>
              </a:rPr>
              <a:t>blocked bit vector</a:t>
            </a:r>
            <a:endParaRPr/>
          </a:p>
          <a:p>
            <a:pPr>
              <a:buChar char="•"/>
              <a:defRPr sz="2800">
                <a:solidFill>
                  <a:schemeClr val="tx1">
                    <a:alpha val="100000"/>
                  </a:schemeClr>
                </a:solidFill>
                <a:latin typeface="Comic Sans MS"/>
                <a:ea typeface="Comic Sans MS"/>
                <a:cs typeface="+mn-cs"/>
              </a:defRPr>
            </a:pPr>
            <a:r>
              <a:rPr lang="en-US">
                <a:latin typeface="Comic Sans MS"/>
                <a:ea typeface="宋体"/>
                <a:cs typeface="+mn-cs"/>
              </a:rPr>
              <a:t>The kernel </a:t>
            </a:r>
            <a:r>
              <a:rPr lang="en-US">
                <a:solidFill>
                  <a:srgbClr val="FF0000">
                    <a:alpha val="100000"/>
                  </a:srgbClr>
                </a:solidFill>
                <a:latin typeface="Comic Sans MS"/>
                <a:ea typeface="宋体"/>
                <a:cs typeface="+mn-cs"/>
              </a:rPr>
              <a:t>sets</a:t>
            </a:r>
            <a:r>
              <a:rPr lang="en-US">
                <a:latin typeface="Comic Sans MS"/>
                <a:ea typeface="宋体"/>
                <a:cs typeface="+mn-cs"/>
              </a:rPr>
              <a:t> bit k in </a:t>
            </a:r>
            <a:r>
              <a:rPr lang="en-US" b="true">
                <a:effectLst>
                  <a:outerShdw blurRad="38100" dist="38100" dir="2700000" sx="100000" sy="100000" algn="tl">
                    <a:srgbClr val="000000">
                      <a:alpha val="43137"/>
                    </a:srgbClr>
                  </a:outerShdw>
                </a:effectLst>
                <a:latin typeface="Courier New"/>
                <a:ea typeface="宋体"/>
                <a:cs typeface="Courier New"/>
              </a:rPr>
              <a:t>pending </a:t>
            </a:r>
            <a:endParaRPr/>
          </a:p>
          <a:p>
            <a:pPr lvl="1">
              <a:buChar char="–"/>
              <a:defRPr sz="2400">
                <a:solidFill>
                  <a:schemeClr val="tx1">
                    <a:alpha val="100000"/>
                  </a:schemeClr>
                </a:solidFill>
                <a:latin typeface="Comic Sans MS"/>
              </a:defRPr>
            </a:pPr>
            <a:r>
              <a:rPr lang="en-US">
                <a:latin typeface="Comic Sans MS"/>
                <a:ea typeface="宋体"/>
              </a:rPr>
              <a:t>whenever a signal of type k</a:t>
            </a:r>
            <a:r>
              <a:rPr lang="en-US">
                <a:latin typeface="Arial"/>
                <a:ea typeface="宋体"/>
              </a:rPr>
              <a:t> </a:t>
            </a:r>
            <a:r>
              <a:rPr lang="en-US">
                <a:latin typeface="Comic Sans MS"/>
                <a:ea typeface="宋体"/>
              </a:rPr>
              <a:t>is delivered</a:t>
            </a:r>
            <a:endParaRPr/>
          </a:p>
          <a:p>
            <a:pPr>
              <a:buChar char="•"/>
              <a:defRPr sz="2800">
                <a:solidFill>
                  <a:schemeClr val="tx1">
                    <a:alpha val="100000"/>
                  </a:schemeClr>
                </a:solidFill>
                <a:latin typeface="Comic Sans MS"/>
                <a:ea typeface="Comic Sans MS"/>
                <a:cs typeface="+mn-cs"/>
              </a:defRPr>
            </a:pPr>
            <a:r>
              <a:rPr lang="en-US">
                <a:latin typeface="Comic Sans MS"/>
                <a:ea typeface="宋体"/>
                <a:cs typeface="+mn-cs"/>
              </a:rPr>
              <a:t>The kernel </a:t>
            </a:r>
            <a:r>
              <a:rPr lang="en-US">
                <a:solidFill>
                  <a:srgbClr val="FF0000">
                    <a:alpha val="100000"/>
                  </a:srgbClr>
                </a:solidFill>
                <a:latin typeface="Comic Sans MS"/>
                <a:ea typeface="宋体"/>
                <a:cs typeface="+mn-cs"/>
              </a:rPr>
              <a:t>clears</a:t>
            </a:r>
            <a:r>
              <a:rPr lang="en-US">
                <a:latin typeface="Comic Sans MS"/>
                <a:ea typeface="宋体"/>
                <a:cs typeface="+mn-cs"/>
              </a:rPr>
              <a:t> bit k</a:t>
            </a:r>
            <a:r>
              <a:rPr lang="en-US">
                <a:latin typeface="Arial"/>
                <a:ea typeface="宋体"/>
                <a:cs typeface="+mn-cs"/>
              </a:rPr>
              <a:t> </a:t>
            </a:r>
            <a:r>
              <a:rPr lang="en-US">
                <a:latin typeface="Comic Sans MS"/>
                <a:ea typeface="宋体"/>
                <a:cs typeface="+mn-cs"/>
              </a:rPr>
              <a:t>in </a:t>
            </a:r>
            <a:r>
              <a:rPr lang="en-US" b="true">
                <a:effectLst>
                  <a:outerShdw blurRad="38100" dist="38100" dir="2700000" sx="100000" sy="100000" algn="tl">
                    <a:srgbClr val="000000">
                      <a:alpha val="43137"/>
                    </a:srgbClr>
                  </a:outerShdw>
                </a:effectLst>
                <a:latin typeface="Courier New"/>
                <a:ea typeface="宋体"/>
                <a:cs typeface="Courier New"/>
              </a:rPr>
              <a:t>pending </a:t>
            </a:r>
            <a:endParaRPr/>
          </a:p>
          <a:p>
            <a:pPr lvl="1">
              <a:buChar char="–"/>
              <a:defRPr sz="2400">
                <a:solidFill>
                  <a:schemeClr val="tx1">
                    <a:alpha val="100000"/>
                  </a:schemeClr>
                </a:solidFill>
                <a:latin typeface="Comic Sans MS"/>
              </a:defRPr>
            </a:pPr>
            <a:r>
              <a:rPr lang="en-US">
                <a:latin typeface="Comic Sans MS"/>
                <a:ea typeface="宋体"/>
              </a:rPr>
              <a:t>whenever a signal of type k</a:t>
            </a:r>
            <a:r>
              <a:rPr lang="en-US">
                <a:latin typeface="Arial"/>
                <a:ea typeface="宋体"/>
              </a:rPr>
              <a:t> </a:t>
            </a:r>
            <a:r>
              <a:rPr lang="en-US">
                <a:latin typeface="Comic Sans MS"/>
                <a:ea typeface="宋体"/>
              </a:rPr>
              <a:t>is received</a:t>
            </a:r>
            <a:endParaRPr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>
  <p:cSld>
    <p:spTree>
      <p:nvGrpSpPr>
        <p:cNvPr id="53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灯片编号占位符 5"/>
          <p:cNvSpPr>
            <a:spLocks noGrp="true"/>
          </p:cNvSpPr>
          <p:nvPr>
            <p:ph type="sldNum" sz="quarter" idx="12"/>
          </p:nvPr>
        </p:nvSpPr>
        <p:spPr>
          <a:noFill/>
          <a:extLst>
            <a:ext uri="{909E8E84-426E-40DD-AFC4-6F175D3DCCD1}"/>
            <a:ext uri="{91240B29-F687-4F45-9708-019B960494DF}"/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Comic Sans MS" panose="030F070203030202020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Comic Sans MS" panose="030F070203030202020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anose="030F070203030202020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Comic Sans MS" panose="030F070203030202020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Comic Sans MS" panose="030F0702030302020204" charset="0"/>
              </a:defRPr>
            </a:lvl5pPr>
            <a:lvl6pPr marL="2514600" indent="-228600" eaLnBrk="false" fontAlgn="base" hangingPunct="false">
              <a:spcBef>
                <a:spcPct val="20000"/>
              </a:spcBef>
              <a:spcAft>
                <a:spcPct val="1"/>
              </a:spcAft>
              <a:buChar char="»"/>
              <a:defRPr sz="2000">
                <a:solidFill>
                  <a:schemeClr val="tx1"/>
                </a:solidFill>
                <a:latin typeface="Comic Sans MS" panose="030F0702030302020204" charset="0"/>
              </a:defRPr>
            </a:lvl6pPr>
            <a:lvl7pPr marL="2971800" indent="-228600" eaLnBrk="false" fontAlgn="base" hangingPunct="false">
              <a:spcBef>
                <a:spcPct val="20000"/>
              </a:spcBef>
              <a:spcAft>
                <a:spcPct val="1"/>
              </a:spcAft>
              <a:buChar char="»"/>
              <a:defRPr sz="2000">
                <a:solidFill>
                  <a:schemeClr val="tx1"/>
                </a:solidFill>
                <a:latin typeface="Comic Sans MS" panose="030F0702030302020204" charset="0"/>
              </a:defRPr>
            </a:lvl7pPr>
            <a:lvl8pPr marL="3429000" indent="-228600" eaLnBrk="false" fontAlgn="base" hangingPunct="false">
              <a:spcBef>
                <a:spcPct val="20000"/>
              </a:spcBef>
              <a:spcAft>
                <a:spcPct val="1"/>
              </a:spcAft>
              <a:buChar char="»"/>
              <a:defRPr sz="2000">
                <a:solidFill>
                  <a:schemeClr val="tx1"/>
                </a:solidFill>
                <a:latin typeface="Comic Sans MS" panose="030F0702030302020204" charset="0"/>
              </a:defRPr>
            </a:lvl8pPr>
            <a:lvl9pPr marL="3886200" indent="-228600" eaLnBrk="false" fontAlgn="base" hangingPunct="false">
              <a:spcBef>
                <a:spcPct val="20000"/>
              </a:spcBef>
              <a:spcAft>
                <a:spcPct val="1"/>
              </a:spcAft>
              <a:buChar char="»"/>
              <a:defRPr sz="2000">
                <a:solidFill>
                  <a:schemeClr val="tx1"/>
                </a:solidFill>
                <a:latin typeface="Comic Sans MS" panose="030F0702030302020204" charset="0"/>
              </a:defRPr>
            </a:lvl9pPr>
          </a:lstStyle>
          <a:p>
            <a:pPr>
              <a:spcBef>
                <a:spcPct val="1"/>
              </a:spcBef>
              <a:buFontTx/>
              <a:buNone/>
            </a:pPr>
            <a:fld id="{15D325C8-54B9-3448-9D74-71287286A7E8}" type="slidenum">
              <a:rPr lang="zh-CN" altLang="en-US" sz="1400">
                <a:latin typeface="Times New Roman" panose="02020603050405020304" pitchFamily="18" charset="0"/>
                <a:ea typeface="宋体" pitchFamily="2" charset="-122"/>
              </a:rPr>
              <a:t>20</a:t>
            </a:fld>
            <a:endParaRPr lang="en-US" altLang="zh-CN" sz="1400">
              <a:latin typeface="Times New Roman" panose="02020603050405020304" pitchFamily="18" charset="0"/>
              <a:ea typeface="宋体" pitchFamily="2" charset="-122"/>
            </a:endParaRPr>
          </a:p>
        </p:txBody>
      </p:sp>
      <p:sp>
        <p:nvSpPr>
          <p:cNvPr id="55" name="Rectangle 2"/>
          <p:cNvSpPr>
            <a:spLocks noGrp="true" noChangeArrowheads="true"/>
          </p:cNvSpPr>
          <p:nvPr>
            <p:ph type="title"/>
          </p:nvPr>
        </p:nvSpPr>
        <p:spPr/>
        <p:txBody>
          <a:bodyPr/>
          <a:lstStyle/>
          <a:p>
            <a:pPr/>
            <a:r>
              <a:rPr lang="en-US" altLang="zh-CN">
                <a:ea typeface="宋体" pitchFamily="2" charset="-122"/>
              </a:rPr>
              <a:t>Process Groups</a:t>
            </a:r>
            <a:endParaRPr/>
          </a:p>
        </p:txBody>
      </p:sp>
      <p:sp>
        <p:nvSpPr>
          <p:cNvPr id="56" name="Rectangle 3"/>
          <p:cNvSpPr>
            <a:spLocks noGrp="true" noChangeArrowheads="true"/>
          </p:cNvSpPr>
          <p:nvPr>
            <p:ph type="body" idx="1"/>
          </p:nvPr>
        </p:nvSpPr>
        <p:spPr>
          <a:xfrm>
            <a:off x="457200" y="1600200"/>
            <a:ext cx="8077200" cy="4419600"/>
          </a:xfrm>
        </p:spPr>
        <p:txBody>
          <a:bodyPr/>
          <a:lstStyle/>
          <a:p>
            <a:pPr>
              <a:buChar char="•"/>
            </a:pPr>
            <a:r>
              <a:rPr lang="zh-CN">
                <a:latin typeface="Comic Sans MS"/>
                <a:ea typeface="宋体"/>
                <a:cs typeface="+mn-cs"/>
              </a:rPr>
              <a:t>可以发送信号给多个进程</a:t>
            </a:r>
            <a:endParaRPr lang="en-US">
              <a:latin typeface="Comic Sans MS"/>
              <a:ea typeface="宋体"/>
              <a:cs typeface="+mn-cs"/>
            </a:endParaRPr>
          </a:p>
          <a:p>
            <a:pPr lvl="1">
              <a:buChar char="–"/>
            </a:pPr>
            <a:r>
              <a:rPr lang="en-US">
                <a:latin typeface="Comic Sans MS"/>
                <a:ea typeface="宋体"/>
              </a:rPr>
              <a:t>Unix</a:t>
            </a:r>
            <a:r>
              <a:rPr lang="zh-CN">
                <a:latin typeface="Comic Sans MS"/>
                <a:ea typeface="宋体"/>
              </a:rPr>
              <a:t>系统提供一些发送信号给多个进程的机制</a:t>
            </a:r>
            <a:endParaRPr lang="en-US">
              <a:latin typeface="Comic Sans MS"/>
              <a:ea typeface="宋体"/>
            </a:endParaRPr>
          </a:p>
          <a:p>
            <a:pPr lvl="1">
              <a:buChar char="–"/>
            </a:pPr>
            <a:r>
              <a:rPr lang="zh-CN">
                <a:latin typeface="Comic Sans MS"/>
                <a:ea typeface="宋体"/>
              </a:rPr>
              <a:t>这些机制都依赖于进程组（</a:t>
            </a:r>
            <a:r>
              <a:rPr lang="en-US">
                <a:latin typeface="Comic Sans MS"/>
                <a:ea typeface="宋体"/>
              </a:rPr>
              <a:t>process group</a:t>
            </a:r>
            <a:r>
              <a:rPr lang="zh-CN">
                <a:latin typeface="Comic Sans MS"/>
                <a:ea typeface="宋体"/>
              </a:rPr>
              <a:t>，</a:t>
            </a:r>
            <a:r>
              <a:rPr lang="en-US">
                <a:latin typeface="Comic Sans MS"/>
                <a:ea typeface="宋体"/>
              </a:rPr>
              <a:t>pg</a:t>
            </a:r>
            <a:r>
              <a:rPr lang="zh-CN">
                <a:latin typeface="Comic Sans MS"/>
                <a:ea typeface="宋体"/>
              </a:rPr>
              <a:t>）</a:t>
            </a:r>
            <a:endParaRPr lang="en-US">
              <a:latin typeface="Comic Sans MS"/>
              <a:ea typeface="宋体"/>
            </a:endParaRPr>
          </a:p>
          <a:p>
            <a:pPr>
              <a:buChar char="•"/>
            </a:pPr>
            <a:r>
              <a:rPr lang="zh-CN">
                <a:latin typeface="Comic Sans MS"/>
                <a:ea typeface="宋体"/>
                <a:cs typeface="+mn-cs"/>
              </a:rPr>
              <a:t>每个进程仅属于一个进程组</a:t>
            </a:r>
            <a:endParaRPr lang="en-US">
              <a:latin typeface="Comic Sans MS"/>
              <a:ea typeface="宋体"/>
              <a:cs typeface="+mn-cs"/>
            </a:endParaRPr>
          </a:p>
          <a:p>
            <a:pPr lvl="1">
              <a:buChar char="–"/>
            </a:pPr>
            <a:r>
              <a:rPr lang="zh-CN">
                <a:latin typeface="Comic Sans MS"/>
                <a:ea typeface="宋体"/>
              </a:rPr>
              <a:t>进程组由一个非负数标记（进程组</a:t>
            </a:r>
            <a:r>
              <a:rPr lang="en-US">
                <a:latin typeface="Comic Sans MS"/>
                <a:ea typeface="宋体"/>
              </a:rPr>
              <a:t>ID</a:t>
            </a:r>
            <a:r>
              <a:rPr lang="zh-CN">
                <a:latin typeface="Comic Sans MS"/>
                <a:ea typeface="宋体"/>
              </a:rPr>
              <a:t>，</a:t>
            </a:r>
            <a:r>
              <a:rPr lang="en-US">
                <a:latin typeface="Comic Sans MS"/>
                <a:ea typeface="宋体"/>
              </a:rPr>
              <a:t>pgid</a:t>
            </a:r>
            <a:r>
              <a:rPr lang="zh-CN">
                <a:latin typeface="Comic Sans MS"/>
                <a:ea typeface="宋体"/>
              </a:rPr>
              <a:t>）</a:t>
            </a:r>
            <a:endParaRPr lang="en-US">
              <a:latin typeface="Comic Sans MS"/>
              <a:ea typeface="宋体"/>
            </a:endParaRPr>
          </a:p>
          <a:p>
            <a:pPr>
              <a:buChar char="•"/>
            </a:pPr>
            <a:r>
              <a:rPr lang="zh-CN">
                <a:latin typeface="Comic Sans MS"/>
                <a:ea typeface="宋体"/>
                <a:cs typeface="+mn-cs"/>
              </a:rPr>
              <a:t>默认情况下，自己和自己的父进程属于同一个进程组</a:t>
            </a:r>
            <a:endParaRPr lang="en-US">
              <a:latin typeface="Comic Sans MS"/>
              <a:ea typeface="宋体"/>
              <a:cs typeface="+mn-cs"/>
            </a:endParaRPr>
          </a:p>
        </p:txBody>
      </p:sp>
      <p:sp>
        <p:nvSpPr>
          <p:cNvPr id="57" name=""/>
          <p:cNvSpPr txBox="true"/>
          <p:nvPr/>
        </p:nvSpPr>
        <p:spPr>
          <a:xfrm rot="0" flipH="false" flipV="false">
            <a:off x="1835331" y="5381897"/>
            <a:ext cx="4870450" cy="393700"/>
          </a:xfrm>
          <a:prstGeom prst="rect">
            <a:avLst/>
          </a:prstGeom>
          <a:ln w="6350">
            <a:prstDash val="solid"/>
          </a:ln>
        </p:spPr>
        <p:txBody>
          <a:bodyPr wrap="none">
            <a:spAutoFit/>
          </a:bodyPr>
          <a:p>
            <a:pPr/>
            <a:r>
              <a:rPr lang="en-US"/>
              <a:t>Linux</a:t>
            </a:r>
            <a:r>
              <a:rPr lang="zh-CN"/>
              <a:t>中的线程也有线程组，类似于进程组</a:t>
            </a:r>
            <a:endParaRPr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>
  <p:cSld>
    <p:spTree>
      <p:nvGrpSpPr>
        <p:cNvPr id="58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灯片编号占位符 5"/>
          <p:cNvSpPr>
            <a:spLocks noGrp="true"/>
          </p:cNvSpPr>
          <p:nvPr>
            <p:ph type="sldNum" sz="quarter" idx="12"/>
          </p:nvPr>
        </p:nvSpPr>
        <p:spPr>
          <a:noFill/>
          <a:extLst>
            <a:ext uri="{909E8E84-426E-40DD-AFC4-6F175D3DCCD1}"/>
            <a:ext uri="{91240B29-F687-4F45-9708-019B960494DF}"/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Comic Sans MS" panose="030F070203030202020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Comic Sans MS" panose="030F070203030202020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anose="030F070203030202020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Comic Sans MS" panose="030F070203030202020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Comic Sans MS" panose="030F0702030302020204" charset="0"/>
              </a:defRPr>
            </a:lvl5pPr>
            <a:lvl6pPr marL="2514600" indent="-228600" eaLnBrk="false" fontAlgn="base" hangingPunct="false">
              <a:spcBef>
                <a:spcPct val="20000"/>
              </a:spcBef>
              <a:spcAft>
                <a:spcPct val="1"/>
              </a:spcAft>
              <a:buChar char="»"/>
              <a:defRPr sz="2000">
                <a:solidFill>
                  <a:schemeClr val="tx1"/>
                </a:solidFill>
                <a:latin typeface="Comic Sans MS" panose="030F0702030302020204" charset="0"/>
              </a:defRPr>
            </a:lvl6pPr>
            <a:lvl7pPr marL="2971800" indent="-228600" eaLnBrk="false" fontAlgn="base" hangingPunct="false">
              <a:spcBef>
                <a:spcPct val="20000"/>
              </a:spcBef>
              <a:spcAft>
                <a:spcPct val="1"/>
              </a:spcAft>
              <a:buChar char="»"/>
              <a:defRPr sz="2000">
                <a:solidFill>
                  <a:schemeClr val="tx1"/>
                </a:solidFill>
                <a:latin typeface="Comic Sans MS" panose="030F0702030302020204" charset="0"/>
              </a:defRPr>
            </a:lvl7pPr>
            <a:lvl8pPr marL="3429000" indent="-228600" eaLnBrk="false" fontAlgn="base" hangingPunct="false">
              <a:spcBef>
                <a:spcPct val="20000"/>
              </a:spcBef>
              <a:spcAft>
                <a:spcPct val="1"/>
              </a:spcAft>
              <a:buChar char="»"/>
              <a:defRPr sz="2000">
                <a:solidFill>
                  <a:schemeClr val="tx1"/>
                </a:solidFill>
                <a:latin typeface="Comic Sans MS" panose="030F0702030302020204" charset="0"/>
              </a:defRPr>
            </a:lvl8pPr>
            <a:lvl9pPr marL="3886200" indent="-228600" eaLnBrk="false" fontAlgn="base" hangingPunct="false">
              <a:spcBef>
                <a:spcPct val="20000"/>
              </a:spcBef>
              <a:spcAft>
                <a:spcPct val="1"/>
              </a:spcAft>
              <a:buChar char="»"/>
              <a:defRPr sz="2000">
                <a:solidFill>
                  <a:schemeClr val="tx1"/>
                </a:solidFill>
                <a:latin typeface="Comic Sans MS" panose="030F0702030302020204" charset="0"/>
              </a:defRPr>
            </a:lvl9pPr>
          </a:lstStyle>
          <a:p>
            <a:pPr>
              <a:spcBef>
                <a:spcPct val="1"/>
              </a:spcBef>
              <a:buFontTx/>
              <a:buNone/>
            </a:pPr>
            <a:fld id="{4C5E40A6-8185-D34C-A606-EFF6FF317983}" type="slidenum">
              <a:rPr lang="zh-CN" altLang="en-US" sz="1400">
                <a:latin typeface="Times New Roman" panose="02020603050405020304" pitchFamily="18" charset="0"/>
                <a:ea typeface="宋体" pitchFamily="2" charset="-122"/>
              </a:rPr>
              <a:t>21</a:t>
            </a:fld>
            <a:endParaRPr lang="en-US" altLang="zh-CN" sz="1400">
              <a:latin typeface="Times New Roman" panose="02020603050405020304" pitchFamily="18" charset="0"/>
              <a:ea typeface="宋体" pitchFamily="2" charset="-122"/>
            </a:endParaRPr>
          </a:p>
        </p:txBody>
      </p:sp>
      <p:sp>
        <p:nvSpPr>
          <p:cNvPr id="60" name="Rectangle 2"/>
          <p:cNvSpPr>
            <a:spLocks noGrp="true" noChangeArrowheads="true"/>
          </p:cNvSpPr>
          <p:nvPr>
            <p:ph type="title"/>
          </p:nvPr>
        </p:nvSpPr>
        <p:spPr/>
        <p:txBody>
          <a:bodyPr/>
          <a:lstStyle/>
          <a:p>
            <a:pPr/>
            <a:r>
              <a:rPr lang="en-US" altLang="zh-CN">
                <a:ea typeface="宋体" pitchFamily="2" charset="-122"/>
              </a:rPr>
              <a:t>Process Groups</a:t>
            </a:r>
            <a:endParaRPr/>
          </a:p>
        </p:txBody>
      </p:sp>
      <p:sp>
        <p:nvSpPr>
          <p:cNvPr id="61" name="Rectangle 3"/>
          <p:cNvSpPr>
            <a:spLocks noGrp="true" noChangeArrowheads="true"/>
          </p:cNvSpPr>
          <p:nvPr>
            <p:ph type="body" idx="1"/>
          </p:nvPr>
        </p:nvSpPr>
        <p:spPr>
          <a:xfrm>
            <a:off x="533400" y="4191000"/>
            <a:ext cx="8534400" cy="2286000"/>
          </a:xfrm>
        </p:spPr>
        <p:txBody>
          <a:bodyPr/>
          <a:lstStyle/>
          <a:p>
            <a:pPr>
              <a:lnSpc>
                <a:spcPct val="130000"/>
              </a:lnSpc>
              <a:buChar char="•"/>
            </a:pPr>
            <a:r>
              <a:rPr lang="en-US" sz="2400">
                <a:latin typeface="Comic Sans MS"/>
                <a:ea typeface="宋体"/>
                <a:cs typeface="+mn-cs"/>
              </a:rPr>
              <a:t>setpgid</a:t>
            </a:r>
            <a:endParaRPr/>
          </a:p>
          <a:p>
            <a:pPr lvl="1">
              <a:lnSpc>
                <a:spcPct val="130000"/>
              </a:lnSpc>
              <a:buChar char="–"/>
            </a:pPr>
            <a:r>
              <a:rPr lang="zh-CN" sz="2000">
                <a:latin typeface="Comic Sans MS"/>
                <a:ea typeface="宋体"/>
              </a:rPr>
              <a:t>把进程</a:t>
            </a:r>
            <a:r>
              <a:rPr lang="en-US" sz="2000">
                <a:latin typeface="Comic Sans MS"/>
                <a:ea typeface="宋体"/>
              </a:rPr>
              <a:t>pid</a:t>
            </a:r>
            <a:r>
              <a:rPr lang="zh-CN" sz="2000">
                <a:latin typeface="Comic Sans MS"/>
                <a:ea typeface="宋体"/>
              </a:rPr>
              <a:t>的进程组设置为</a:t>
            </a:r>
            <a:r>
              <a:rPr lang="en-US" sz="2000">
                <a:latin typeface="Comic Sans MS"/>
                <a:ea typeface="宋体"/>
              </a:rPr>
              <a:t>pgid</a:t>
            </a:r>
            <a:endParaRPr/>
          </a:p>
          <a:p>
            <a:pPr lvl="1">
              <a:lnSpc>
                <a:spcPct val="130000"/>
              </a:lnSpc>
              <a:buChar char="–"/>
            </a:pPr>
            <a:r>
              <a:rPr lang="zh-CN" sz="2000">
                <a:latin typeface="Comic Sans MS"/>
                <a:ea typeface="宋体"/>
              </a:rPr>
              <a:t>如果</a:t>
            </a:r>
            <a:r>
              <a:rPr lang="en-US" sz="2000">
                <a:latin typeface="Comic Sans MS"/>
                <a:ea typeface="宋体"/>
              </a:rPr>
              <a:t>pid=0, </a:t>
            </a:r>
            <a:r>
              <a:rPr lang="zh-CN" sz="2000">
                <a:latin typeface="Comic Sans MS"/>
                <a:ea typeface="宋体"/>
              </a:rPr>
              <a:t>那就是指当前进程</a:t>
            </a:r>
            <a:endParaRPr lang="en-US" sz="2000">
              <a:latin typeface="Comic Sans MS"/>
              <a:ea typeface="宋体"/>
            </a:endParaRPr>
          </a:p>
          <a:p>
            <a:pPr lvl="1">
              <a:lnSpc>
                <a:spcPct val="130000"/>
              </a:lnSpc>
              <a:buChar char="–"/>
            </a:pPr>
            <a:r>
              <a:rPr lang="zh-CN" sz="2000">
                <a:latin typeface="Comic Sans MS"/>
                <a:ea typeface="宋体"/>
              </a:rPr>
              <a:t>如果</a:t>
            </a:r>
            <a:r>
              <a:rPr lang="en-US" sz="2000">
                <a:latin typeface="Comic Sans MS"/>
                <a:ea typeface="宋体"/>
              </a:rPr>
              <a:t>pgid=0</a:t>
            </a:r>
            <a:r>
              <a:rPr lang="zh-CN" sz="2000">
                <a:latin typeface="Comic Sans MS"/>
                <a:ea typeface="宋体"/>
              </a:rPr>
              <a:t>，那就是用</a:t>
            </a:r>
            <a:r>
              <a:rPr lang="en-US" sz="2000">
                <a:latin typeface="Comic Sans MS"/>
                <a:ea typeface="宋体"/>
              </a:rPr>
              <a:t>pid</a:t>
            </a:r>
            <a:r>
              <a:rPr lang="zh-CN" sz="2000">
                <a:latin typeface="Comic Sans MS"/>
                <a:ea typeface="宋体"/>
              </a:rPr>
              <a:t>作为进程组</a:t>
            </a:r>
            <a:r>
              <a:rPr lang="en-US" sz="2000">
                <a:latin typeface="Comic Sans MS"/>
                <a:ea typeface="宋体"/>
              </a:rPr>
              <a:t>ID</a:t>
            </a:r>
            <a:endParaRPr/>
          </a:p>
          <a:p>
            <a:pPr lvl="2">
              <a:lnSpc>
                <a:spcPct val="130000"/>
              </a:lnSpc>
              <a:buChar char="–"/>
            </a:pPr>
            <a:r>
              <a:rPr lang="zh-CN" sz="2000">
                <a:latin typeface="Comic Sans MS"/>
                <a:ea typeface="宋体"/>
              </a:rPr>
              <a:t>相当于“自立门户”</a:t>
            </a:r>
            <a:endParaRPr/>
          </a:p>
        </p:txBody>
      </p:sp>
      <p:sp>
        <p:nvSpPr>
          <p:cNvPr id="62" name="Rectangle 3"/>
          <p:cNvSpPr txBox="true">
            <a:spLocks noChangeArrowheads="true"/>
          </p:cNvSpPr>
          <p:nvPr/>
        </p:nvSpPr>
        <p:spPr bwMode="auto">
          <a:xfrm>
            <a:off x="609600" y="1524000"/>
            <a:ext cx="7772400" cy="2514600"/>
          </a:xfrm>
          <a:prstGeom prst="rect">
            <a:avLst/>
          </a:prstGeom>
          <a:solidFill>
            <a:srgbClr val="FFFFCC"/>
          </a:solidFill>
          <a:ln>
            <a:solidFill>
              <a:schemeClr val="tx1"/>
            </a:solidFill>
          </a:ln>
        </p:spPr>
        <p:txBody>
          <a:bodyPr/>
          <a:lstStyle>
            <a:lvl1pPr marL="342900" indent="-342900" algn="l" rtl="false" eaLnBrk="false" fontAlgn="base" hangingPunct="false">
              <a:spcBef>
                <a:spcPct val="20000"/>
              </a:spcBef>
              <a:spcAft>
                <a:spcPct val="1"/>
              </a:spcAft>
              <a:buChar char="•"/>
              <a:defRPr sz="2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false" eaLnBrk="false" fontAlgn="base" hangingPunct="false">
              <a:spcBef>
                <a:spcPct val="20000"/>
              </a:spcBef>
              <a:spcAft>
                <a:spcPct val="1"/>
              </a:spcAft>
              <a:buChar char="–"/>
              <a:defRPr sz="2400">
                <a:solidFill>
                  <a:schemeClr val="tx1"/>
                </a:solidFill>
                <a:latin typeface="+mn-lt"/>
              </a:defRPr>
            </a:lvl2pPr>
            <a:lvl3pPr marL="1143000" indent="-228600" algn="l" rtl="false" eaLnBrk="false" fontAlgn="base" hangingPunct="false">
              <a:spcBef>
                <a:spcPct val="20000"/>
              </a:spcBef>
              <a:spcAft>
                <a:spcPct val="1"/>
              </a:spcAft>
              <a:buChar char="•"/>
              <a:defRPr sz="2000">
                <a:solidFill>
                  <a:schemeClr val="tx1"/>
                </a:solidFill>
                <a:latin typeface="+mn-lt"/>
              </a:defRPr>
            </a:lvl3pPr>
            <a:lvl4pPr marL="1600200" indent="-228600" algn="l" rtl="false" eaLnBrk="false" fontAlgn="base" hangingPunct="false">
              <a:spcBef>
                <a:spcPct val="20000"/>
              </a:spcBef>
              <a:spcAft>
                <a:spcPct val="1"/>
              </a:spcAft>
              <a:buChar char="–"/>
              <a:defRPr sz="2000">
                <a:solidFill>
                  <a:schemeClr val="tx1"/>
                </a:solidFill>
                <a:latin typeface="+mn-lt"/>
              </a:defRPr>
            </a:lvl4pPr>
            <a:lvl5pPr marL="2057400" indent="-228600" algn="l" rtl="false" eaLnBrk="false" fontAlgn="base" hangingPunct="false">
              <a:spcBef>
                <a:spcPct val="20000"/>
              </a:spcBef>
              <a:spcAft>
                <a:spcPct val="1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5pPr>
            <a:lvl6pPr marL="2514600" indent="-228600" algn="l" rtl="false" eaLnBrk="false" fontAlgn="base" hangingPunct="false">
              <a:spcBef>
                <a:spcPct val="20000"/>
              </a:spcBef>
              <a:spcAft>
                <a:spcPct val="1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6pPr>
            <a:lvl7pPr marL="2971800" indent="-228600" algn="l" rtl="false" eaLnBrk="false" fontAlgn="base" hangingPunct="false">
              <a:spcBef>
                <a:spcPct val="20000"/>
              </a:spcBef>
              <a:spcAft>
                <a:spcPct val="1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7pPr>
            <a:lvl8pPr marL="3429000" indent="-228600" algn="l" rtl="false" eaLnBrk="false" fontAlgn="base" hangingPunct="false">
              <a:spcBef>
                <a:spcPct val="20000"/>
              </a:spcBef>
              <a:spcAft>
                <a:spcPct val="1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8pPr>
            <a:lvl9pPr marL="3886200" indent="-228600" algn="l" rtl="false" eaLnBrk="false" fontAlgn="base" hangingPunct="false">
              <a:spcBef>
                <a:spcPct val="20000"/>
              </a:spcBef>
              <a:spcAft>
                <a:spcPct val="1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9pPr>
          </a:lstStyle>
          <a:p>
            <a:pPr lvl="1" indent="-742950">
              <a:buFontTx/>
              <a:buNone/>
              <a:defRPr sz="2400" b="true">
                <a:solidFill>
                  <a:schemeClr val="tx1">
                    <a:alpha val="100000"/>
                  </a:schemeClr>
                </a:solidFill>
                <a:latin typeface="Comic Sans MS"/>
                <a:ea typeface="宋体"/>
                <a:cs typeface="+mn-cs"/>
              </a:defRPr>
            </a:pPr>
            <a:r>
              <a:rPr lang="en-US" sz="2000">
                <a:latin typeface="Courier New"/>
                <a:ea typeface="宋体"/>
                <a:cs typeface="Courier New"/>
              </a:rPr>
              <a:t>#include &lt;unistd.h&gt;</a:t>
            </a:r>
            <a:endParaRPr/>
          </a:p>
          <a:p>
            <a:pPr lvl="1" indent="-742950">
              <a:buFontTx/>
              <a:buNone/>
              <a:defRPr sz="2400" b="true">
                <a:solidFill>
                  <a:schemeClr val="tx1">
                    <a:alpha val="100000"/>
                  </a:schemeClr>
                </a:solidFill>
                <a:latin typeface="Comic Sans MS"/>
                <a:ea typeface="宋体"/>
                <a:cs typeface="+mn-cs"/>
              </a:defRPr>
            </a:pPr>
            <a:r>
              <a:rPr lang="en-US" sz="2000">
                <a:latin typeface="Courier New"/>
                <a:ea typeface="宋体"/>
                <a:cs typeface="Courier New"/>
              </a:rPr>
              <a:t>pid_t </a:t>
            </a:r>
            <a:r>
              <a:rPr lang="en-US">
                <a:latin typeface="Courier New"/>
                <a:ea typeface="宋体"/>
                <a:cs typeface="Courier New"/>
              </a:rPr>
              <a:t>getpgrp</a:t>
            </a:r>
            <a:r>
              <a:rPr lang="en-US" sz="2000">
                <a:latin typeface="Courier New"/>
                <a:ea typeface="宋体"/>
                <a:cs typeface="Courier New"/>
              </a:rPr>
              <a:t>(void);</a:t>
            </a:r>
            <a:endParaRPr/>
          </a:p>
          <a:p>
            <a:pPr lvl="1" indent="-742950" algn="r">
              <a:buFontTx/>
              <a:buNone/>
              <a:defRPr sz="2400" b="true">
                <a:solidFill>
                  <a:schemeClr val="tx1">
                    <a:alpha val="100000"/>
                  </a:schemeClr>
                </a:solidFill>
                <a:latin typeface="Comic Sans MS"/>
                <a:ea typeface="宋体"/>
                <a:cs typeface="+mn-cs"/>
              </a:defRPr>
            </a:pPr>
            <a:r>
              <a:rPr lang="en-US" sz="1800">
                <a:solidFill>
                  <a:srgbClr val="FF0000">
                    <a:alpha val="100000"/>
                  </a:srgbClr>
                </a:solidFill>
                <a:latin typeface="Comic Sans MS"/>
                <a:ea typeface="宋体"/>
                <a:cs typeface="Times New Roman"/>
              </a:rPr>
              <a:t>returns: process group ID of the calling process</a:t>
            </a:r>
            <a:endParaRPr/>
          </a:p>
          <a:p>
            <a:pPr lvl="1" indent="-742950">
              <a:buFontTx/>
              <a:buNone/>
              <a:defRPr sz="2400" b="true">
                <a:solidFill>
                  <a:schemeClr val="tx1">
                    <a:alpha val="100000"/>
                  </a:schemeClr>
                </a:solidFill>
                <a:latin typeface="Comic Sans MS"/>
                <a:ea typeface="宋体"/>
                <a:cs typeface="+mn-cs"/>
              </a:defRPr>
            </a:pPr>
            <a:r>
              <a:rPr lang="en-US" sz="2000">
                <a:latin typeface="Courier New"/>
                <a:ea typeface="宋体"/>
                <a:cs typeface="Courier New"/>
              </a:rPr>
              <a:t>#include &lt;unistd.h&gt;</a:t>
            </a:r>
            <a:endParaRPr/>
          </a:p>
          <a:p>
            <a:pPr lvl="1" indent="-742950">
              <a:buFontTx/>
              <a:buNone/>
              <a:defRPr sz="2400" b="true">
                <a:solidFill>
                  <a:schemeClr val="tx1">
                    <a:alpha val="100000"/>
                  </a:schemeClr>
                </a:solidFill>
                <a:latin typeface="Comic Sans MS"/>
                <a:ea typeface="宋体"/>
                <a:cs typeface="+mn-cs"/>
              </a:defRPr>
            </a:pPr>
            <a:r>
              <a:rPr lang="en-US" sz="2000">
                <a:latin typeface="Courier New"/>
                <a:ea typeface="宋体"/>
                <a:cs typeface="Courier New"/>
              </a:rPr>
              <a:t>pid_t </a:t>
            </a:r>
            <a:r>
              <a:rPr lang="en-US">
                <a:latin typeface="Courier New"/>
                <a:ea typeface="宋体"/>
                <a:cs typeface="Courier New"/>
              </a:rPr>
              <a:t>setpgid</a:t>
            </a:r>
            <a:r>
              <a:rPr lang="en-US" sz="2000">
                <a:latin typeface="Courier New"/>
                <a:ea typeface="宋体"/>
                <a:cs typeface="Courier New"/>
              </a:rPr>
              <a:t>(pid_t pid, pid_t pgid);</a:t>
            </a:r>
            <a:endParaRPr/>
          </a:p>
          <a:p>
            <a:pPr lvl="1" indent="-742950" algn="r">
              <a:buFontTx/>
              <a:buNone/>
              <a:defRPr sz="2400" b="true">
                <a:solidFill>
                  <a:schemeClr val="tx1">
                    <a:alpha val="100000"/>
                  </a:schemeClr>
                </a:solidFill>
                <a:latin typeface="Comic Sans MS"/>
                <a:ea typeface="宋体"/>
                <a:cs typeface="+mn-cs"/>
              </a:defRPr>
            </a:pPr>
            <a:r>
              <a:rPr lang="en-US" sz="1800">
                <a:solidFill>
                  <a:srgbClr val="FF0000">
                    <a:alpha val="100000"/>
                  </a:srgbClr>
                </a:solidFill>
                <a:latin typeface="Comic Sans MS"/>
                <a:ea typeface="宋体"/>
                <a:cs typeface="+mn-cs"/>
              </a:rPr>
              <a:t>returns: 0 on success, -1 on error</a:t>
            </a:r>
            <a:endParaRPr lang="zh-CN" sz="1800">
              <a:solidFill>
                <a:srgbClr val="FF0000">
                  <a:alpha val="100000"/>
                </a:srgbClr>
              </a:solidFill>
              <a:latin typeface="Comic Sans MS"/>
              <a:ea typeface="宋体"/>
              <a:cs typeface="+mn-cs"/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>
  <p:cSld>
    <p:spTree>
      <p:nvGrpSpPr>
        <p:cNvPr id="63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灯片编号占位符 5"/>
          <p:cNvSpPr>
            <a:spLocks noGrp="true"/>
          </p:cNvSpPr>
          <p:nvPr>
            <p:ph type="sldNum" sz="quarter" idx="12"/>
          </p:nvPr>
        </p:nvSpPr>
        <p:spPr>
          <a:noFill/>
          <a:extLst>
            <a:ext uri="{909E8E84-426E-40DD-AFC4-6F175D3DCCD1}"/>
            <a:ext uri="{91240B29-F687-4F45-9708-019B960494DF}"/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Comic Sans MS" panose="030F070203030202020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Comic Sans MS" panose="030F070203030202020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anose="030F070203030202020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Comic Sans MS" panose="030F070203030202020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Comic Sans MS" panose="030F0702030302020204" charset="0"/>
              </a:defRPr>
            </a:lvl5pPr>
            <a:lvl6pPr marL="2514600" indent="-228600" eaLnBrk="false" fontAlgn="base" hangingPunct="false">
              <a:spcBef>
                <a:spcPct val="20000"/>
              </a:spcBef>
              <a:spcAft>
                <a:spcPct val="1"/>
              </a:spcAft>
              <a:buChar char="»"/>
              <a:defRPr sz="2000">
                <a:solidFill>
                  <a:schemeClr val="tx1"/>
                </a:solidFill>
                <a:latin typeface="Comic Sans MS" panose="030F0702030302020204" charset="0"/>
              </a:defRPr>
            </a:lvl6pPr>
            <a:lvl7pPr marL="2971800" indent="-228600" eaLnBrk="false" fontAlgn="base" hangingPunct="false">
              <a:spcBef>
                <a:spcPct val="20000"/>
              </a:spcBef>
              <a:spcAft>
                <a:spcPct val="1"/>
              </a:spcAft>
              <a:buChar char="»"/>
              <a:defRPr sz="2000">
                <a:solidFill>
                  <a:schemeClr val="tx1"/>
                </a:solidFill>
                <a:latin typeface="Comic Sans MS" panose="030F0702030302020204" charset="0"/>
              </a:defRPr>
            </a:lvl7pPr>
            <a:lvl8pPr marL="3429000" indent="-228600" eaLnBrk="false" fontAlgn="base" hangingPunct="false">
              <a:spcBef>
                <a:spcPct val="20000"/>
              </a:spcBef>
              <a:spcAft>
                <a:spcPct val="1"/>
              </a:spcAft>
              <a:buChar char="»"/>
              <a:defRPr sz="2000">
                <a:solidFill>
                  <a:schemeClr val="tx1"/>
                </a:solidFill>
                <a:latin typeface="Comic Sans MS" panose="030F0702030302020204" charset="0"/>
              </a:defRPr>
            </a:lvl8pPr>
            <a:lvl9pPr marL="3886200" indent="-228600" eaLnBrk="false" fontAlgn="base" hangingPunct="false">
              <a:spcBef>
                <a:spcPct val="20000"/>
              </a:spcBef>
              <a:spcAft>
                <a:spcPct val="1"/>
              </a:spcAft>
              <a:buChar char="»"/>
              <a:defRPr sz="2000">
                <a:solidFill>
                  <a:schemeClr val="tx1"/>
                </a:solidFill>
                <a:latin typeface="Comic Sans MS" panose="030F0702030302020204" charset="0"/>
              </a:defRPr>
            </a:lvl9pPr>
          </a:lstStyle>
          <a:p>
            <a:pPr>
              <a:spcBef>
                <a:spcPct val="1"/>
              </a:spcBef>
              <a:buFontTx/>
              <a:buNone/>
            </a:pPr>
            <a:fld id="{638A2FC1-5B38-6A4D-924A-ABF955E4C60F}" type="slidenum">
              <a:rPr lang="zh-CN" altLang="en-US" sz="1400">
                <a:latin typeface="Times New Roman" panose="02020603050405020304" pitchFamily="18" charset="0"/>
                <a:ea typeface="宋体" pitchFamily="2" charset="-122"/>
              </a:rPr>
              <a:t>22</a:t>
            </a:fld>
            <a:endParaRPr lang="en-US" altLang="zh-CN" sz="1400">
              <a:latin typeface="Times New Roman" panose="02020603050405020304" pitchFamily="18" charset="0"/>
              <a:ea typeface="宋体" pitchFamily="2" charset="-122"/>
            </a:endParaRPr>
          </a:p>
        </p:txBody>
      </p:sp>
      <p:sp>
        <p:nvSpPr>
          <p:cNvPr id="65" name="Rectangle 2"/>
          <p:cNvSpPr>
            <a:spLocks noGrp="true" noChangeArrowheads="true"/>
          </p:cNvSpPr>
          <p:nvPr>
            <p:ph type="title"/>
          </p:nvPr>
        </p:nvSpPr>
        <p:spPr/>
        <p:txBody>
          <a:bodyPr/>
          <a:lstStyle/>
          <a:p>
            <a:pPr/>
            <a:r>
              <a:rPr lang="en-US">
                <a:latin typeface="Comic Sans MS"/>
                <a:ea typeface="宋体"/>
                <a:cs typeface="+mj-cs"/>
              </a:rPr>
              <a:t>setgpid</a:t>
            </a:r>
            <a:endParaRPr/>
          </a:p>
        </p:txBody>
      </p:sp>
      <p:sp>
        <p:nvSpPr>
          <p:cNvPr id="66" name="Rectangle 3"/>
          <p:cNvSpPr>
            <a:spLocks noGrp="true" noChangeArrowheads="true"/>
          </p:cNvSpPr>
          <p:nvPr>
            <p:ph type="body" idx="1"/>
          </p:nvPr>
        </p:nvSpPr>
        <p:spPr>
          <a:xfrm>
            <a:off x="457200" y="1600200"/>
            <a:ext cx="8077200" cy="4419600"/>
          </a:xfrm>
        </p:spPr>
        <p:txBody>
          <a:bodyPr/>
          <a:lstStyle/>
          <a:p>
            <a:pPr marL="0" indent="0">
              <a:lnSpc>
                <a:spcPct val="130000"/>
              </a:lnSpc>
              <a:buFontTx/>
              <a:buNone/>
              <a:defRPr sz="2800">
                <a:solidFill>
                  <a:schemeClr val="tx1">
                    <a:alpha val="100000"/>
                  </a:schemeClr>
                </a:solidFill>
                <a:latin typeface="Comic Sans MS"/>
                <a:ea typeface="Comic Sans MS"/>
                <a:cs typeface="+mn-cs"/>
              </a:defRPr>
            </a:pPr>
            <a:r>
              <a:rPr lang="en-US" sz="2400" b="true">
                <a:effectLst>
                  <a:outerShdw blurRad="38100" dist="38100" dir="2700000" sx="100000" sy="100000" algn="tl">
                    <a:srgbClr val="000000">
                      <a:alpha val="43137"/>
                    </a:srgbClr>
                  </a:outerShdw>
                </a:effectLst>
                <a:latin typeface="Courier New"/>
                <a:ea typeface="宋体"/>
                <a:cs typeface="Courier New"/>
              </a:rPr>
              <a:t>e.g., </a:t>
            </a:r>
            <a:r>
              <a:rPr lang="en-US" b="true">
                <a:effectLst>
                  <a:outerShdw blurRad="38100" dist="38100" dir="2700000" sx="100000" sy="100000" algn="tl">
                    <a:srgbClr val="000000">
                      <a:alpha val="43137"/>
                    </a:srgbClr>
                  </a:outerShdw>
                </a:effectLst>
                <a:latin typeface="Courier New"/>
                <a:ea typeface="宋体"/>
                <a:cs typeface="Courier New"/>
              </a:rPr>
              <a:t>setpgid</a:t>
            </a:r>
            <a:r>
              <a:rPr lang="en-US" sz="2400" b="true">
                <a:effectLst>
                  <a:outerShdw blurRad="38100" dist="38100" dir="2700000" sx="100000" sy="100000" algn="tl">
                    <a:srgbClr val="000000">
                      <a:alpha val="43137"/>
                    </a:srgbClr>
                  </a:outerShdw>
                </a:effectLst>
                <a:latin typeface="Courier New"/>
                <a:ea typeface="宋体"/>
                <a:cs typeface="Courier New"/>
              </a:rPr>
              <a:t>(0, 0); </a:t>
            </a:r>
            <a:endParaRPr/>
          </a:p>
          <a:p>
            <a:pPr lvl="1">
              <a:lnSpc>
                <a:spcPct val="130000"/>
              </a:lnSpc>
              <a:buChar char="–"/>
              <a:defRPr sz="2400">
                <a:solidFill>
                  <a:schemeClr val="tx1">
                    <a:alpha val="100000"/>
                  </a:schemeClr>
                </a:solidFill>
                <a:latin typeface="Comic Sans MS"/>
              </a:defRPr>
            </a:pPr>
            <a:r>
              <a:rPr lang="en-US">
                <a:latin typeface="Comic Sans MS"/>
                <a:ea typeface="宋体"/>
              </a:rPr>
              <a:t>Suppose process 15213 is the calling process, </a:t>
            </a:r>
            <a:endParaRPr/>
          </a:p>
          <a:p>
            <a:pPr lvl="1">
              <a:lnSpc>
                <a:spcPct val="130000"/>
              </a:lnSpc>
              <a:buChar char="–"/>
              <a:defRPr sz="2400">
                <a:solidFill>
                  <a:schemeClr val="tx1">
                    <a:alpha val="100000"/>
                  </a:schemeClr>
                </a:solidFill>
                <a:latin typeface="Comic Sans MS"/>
              </a:defRPr>
            </a:pPr>
            <a:r>
              <a:rPr lang="en-US">
                <a:latin typeface="Comic Sans MS"/>
                <a:ea typeface="宋体"/>
              </a:rPr>
              <a:t>then this function call </a:t>
            </a:r>
            <a:endParaRPr/>
          </a:p>
          <a:p>
            <a:pPr lvl="2">
              <a:lnSpc>
                <a:spcPct val="130000"/>
              </a:lnSpc>
              <a:buChar char="•"/>
              <a:defRPr sz="2000">
                <a:solidFill>
                  <a:schemeClr val="tx1">
                    <a:alpha val="100000"/>
                  </a:schemeClr>
                </a:solidFill>
                <a:latin typeface="Comic Sans MS"/>
              </a:defRPr>
            </a:pPr>
            <a:r>
              <a:rPr lang="en-US">
                <a:latin typeface="Comic Sans MS"/>
                <a:ea typeface="宋体"/>
              </a:rPr>
              <a:t>creates a </a:t>
            </a:r>
            <a:r>
              <a:rPr lang="en-US">
                <a:solidFill>
                  <a:srgbClr val="FF0000">
                    <a:alpha val="100000"/>
                  </a:srgbClr>
                </a:solidFill>
                <a:effectLst>
                  <a:outerShdw blurRad="38100" dist="38100" dir="2700000" sx="100000" sy="100000" algn="tl">
                    <a:srgbClr val="000000">
                      <a:alpha val="43137"/>
                    </a:srgbClr>
                  </a:outerShdw>
                </a:effectLst>
                <a:latin typeface="Comic Sans MS"/>
                <a:ea typeface="宋体"/>
              </a:rPr>
              <a:t>new</a:t>
            </a:r>
            <a:r>
              <a:rPr lang="en-US">
                <a:solidFill>
                  <a:srgbClr val="FF0000">
                    <a:alpha val="100000"/>
                  </a:srgbClr>
                </a:solidFill>
                <a:latin typeface="Comic Sans MS"/>
                <a:ea typeface="宋体"/>
              </a:rPr>
              <a:t> </a:t>
            </a:r>
            <a:r>
              <a:rPr lang="en-US">
                <a:latin typeface="Comic Sans MS"/>
                <a:ea typeface="宋体"/>
              </a:rPr>
              <a:t>process group whose process group ID is 15213</a:t>
            </a:r>
            <a:endParaRPr/>
          </a:p>
          <a:p>
            <a:pPr lvl="2">
              <a:lnSpc>
                <a:spcPct val="130000"/>
              </a:lnSpc>
              <a:buChar char="•"/>
              <a:defRPr sz="2000">
                <a:solidFill>
                  <a:schemeClr val="tx1">
                    <a:alpha val="100000"/>
                  </a:schemeClr>
                </a:solidFill>
                <a:latin typeface="Comic Sans MS"/>
              </a:defRPr>
            </a:pPr>
            <a:r>
              <a:rPr lang="en-US">
                <a:latin typeface="Comic Sans MS"/>
                <a:ea typeface="宋体"/>
              </a:rPr>
              <a:t> adds process 15213 to this new group</a:t>
            </a:r>
            <a:endParaRPr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>
  <p:cSld>
    <p:spTree>
      <p:nvGrpSpPr>
        <p:cNvPr id="67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灯片编号占位符 5"/>
          <p:cNvSpPr>
            <a:spLocks noGrp="true"/>
          </p:cNvSpPr>
          <p:nvPr>
            <p:ph type="sldNum" sz="quarter" idx="12"/>
          </p:nvPr>
        </p:nvSpPr>
        <p:spPr>
          <a:noFill/>
          <a:extLst>
            <a:ext uri="{909E8E84-426E-40DD-AFC4-6F175D3DCCD1}"/>
            <a:ext uri="{91240B29-F687-4F45-9708-019B960494DF}"/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Comic Sans MS" panose="030F070203030202020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Comic Sans MS" panose="030F070203030202020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anose="030F070203030202020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Comic Sans MS" panose="030F070203030202020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Comic Sans MS" panose="030F0702030302020204" charset="0"/>
              </a:defRPr>
            </a:lvl5pPr>
            <a:lvl6pPr marL="2514600" indent="-228600" eaLnBrk="false" fontAlgn="base" hangingPunct="false">
              <a:spcBef>
                <a:spcPct val="20000"/>
              </a:spcBef>
              <a:spcAft>
                <a:spcPct val="1"/>
              </a:spcAft>
              <a:buChar char="»"/>
              <a:defRPr sz="2000">
                <a:solidFill>
                  <a:schemeClr val="tx1"/>
                </a:solidFill>
                <a:latin typeface="Comic Sans MS" panose="030F0702030302020204" charset="0"/>
              </a:defRPr>
            </a:lvl6pPr>
            <a:lvl7pPr marL="2971800" indent="-228600" eaLnBrk="false" fontAlgn="base" hangingPunct="false">
              <a:spcBef>
                <a:spcPct val="20000"/>
              </a:spcBef>
              <a:spcAft>
                <a:spcPct val="1"/>
              </a:spcAft>
              <a:buChar char="»"/>
              <a:defRPr sz="2000">
                <a:solidFill>
                  <a:schemeClr val="tx1"/>
                </a:solidFill>
                <a:latin typeface="Comic Sans MS" panose="030F0702030302020204" charset="0"/>
              </a:defRPr>
            </a:lvl7pPr>
            <a:lvl8pPr marL="3429000" indent="-228600" eaLnBrk="false" fontAlgn="base" hangingPunct="false">
              <a:spcBef>
                <a:spcPct val="20000"/>
              </a:spcBef>
              <a:spcAft>
                <a:spcPct val="1"/>
              </a:spcAft>
              <a:buChar char="»"/>
              <a:defRPr sz="2000">
                <a:solidFill>
                  <a:schemeClr val="tx1"/>
                </a:solidFill>
                <a:latin typeface="Comic Sans MS" panose="030F0702030302020204" charset="0"/>
              </a:defRPr>
            </a:lvl8pPr>
            <a:lvl9pPr marL="3886200" indent="-228600" eaLnBrk="false" fontAlgn="base" hangingPunct="false">
              <a:spcBef>
                <a:spcPct val="20000"/>
              </a:spcBef>
              <a:spcAft>
                <a:spcPct val="1"/>
              </a:spcAft>
              <a:buChar char="»"/>
              <a:defRPr sz="2000">
                <a:solidFill>
                  <a:schemeClr val="tx1"/>
                </a:solidFill>
                <a:latin typeface="Comic Sans MS" panose="030F0702030302020204" charset="0"/>
              </a:defRPr>
            </a:lvl9pPr>
          </a:lstStyle>
          <a:p>
            <a:pPr>
              <a:spcBef>
                <a:spcPct val="1"/>
              </a:spcBef>
              <a:buFontTx/>
              <a:buNone/>
            </a:pPr>
            <a:fld id="{58AC8A66-3F4C-E445-92CA-AB5925702648}" type="slidenum">
              <a:rPr lang="zh-CN" altLang="en-US" sz="1400">
                <a:latin typeface="Times New Roman" panose="02020603050405020304" pitchFamily="18" charset="0"/>
                <a:ea typeface="宋体" pitchFamily="2" charset="-122"/>
              </a:rPr>
              <a:t>23</a:t>
            </a:fld>
            <a:endParaRPr lang="en-US" altLang="zh-CN" sz="1400">
              <a:latin typeface="Times New Roman" panose="02020603050405020304" pitchFamily="18" charset="0"/>
              <a:ea typeface="宋体" pitchFamily="2" charset="-122"/>
            </a:endParaRPr>
          </a:p>
        </p:txBody>
      </p:sp>
      <p:sp>
        <p:nvSpPr>
          <p:cNvPr id="69" name="Rectangle 2"/>
          <p:cNvSpPr>
            <a:spLocks noGrp="true" noChangeArrowheads="true"/>
          </p:cNvSpPr>
          <p:nvPr>
            <p:ph type="title"/>
          </p:nvPr>
        </p:nvSpPr>
        <p:spPr/>
        <p:txBody>
          <a:bodyPr/>
          <a:lstStyle/>
          <a:p>
            <a:pPr/>
            <a:r>
              <a:rPr lang="en-US" altLang="zh-CN">
                <a:ea typeface="宋体" pitchFamily="2" charset="-122"/>
              </a:rPr>
              <a:t>The kill Program</a:t>
            </a:r>
            <a:endParaRPr/>
          </a:p>
        </p:txBody>
      </p:sp>
      <p:sp>
        <p:nvSpPr>
          <p:cNvPr id="70" name="Rectangle 3"/>
          <p:cNvSpPr>
            <a:spLocks noGrp="true" noChangeArrowheads="true"/>
          </p:cNvSpPr>
          <p:nvPr>
            <p:ph type="body" idx="1"/>
          </p:nvPr>
        </p:nvSpPr>
        <p:spPr>
          <a:xfrm>
            <a:off x="457200" y="1600200"/>
            <a:ext cx="8077200" cy="4419600"/>
          </a:xfrm>
        </p:spPr>
        <p:txBody>
          <a:bodyPr/>
          <a:lstStyle/>
          <a:p>
            <a:pPr>
              <a:lnSpc>
                <a:spcPct val="140000"/>
              </a:lnSpc>
              <a:buChar char="•"/>
            </a:pPr>
            <a:r>
              <a:rPr lang="en-US">
                <a:latin typeface="Comic Sans MS"/>
                <a:ea typeface="宋体"/>
                <a:cs typeface="+mn-cs"/>
              </a:rPr>
              <a:t>Kill</a:t>
            </a:r>
            <a:r>
              <a:rPr lang="zh-CN">
                <a:latin typeface="Comic Sans MS"/>
                <a:ea typeface="宋体"/>
                <a:cs typeface="+mn-cs"/>
              </a:rPr>
              <a:t>是一个</a:t>
            </a:r>
            <a:r>
              <a:rPr lang="en-US">
                <a:latin typeface="Comic Sans MS"/>
                <a:ea typeface="宋体"/>
                <a:cs typeface="+mn-cs"/>
              </a:rPr>
              <a:t>Linux/Unix</a:t>
            </a:r>
            <a:r>
              <a:rPr lang="zh-CN">
                <a:latin typeface="Comic Sans MS"/>
                <a:ea typeface="宋体"/>
                <a:cs typeface="+mn-cs"/>
              </a:rPr>
              <a:t>自带的程序</a:t>
            </a:r>
            <a:endParaRPr/>
          </a:p>
          <a:p>
            <a:pPr lvl="1">
              <a:lnSpc>
                <a:spcPct val="140000"/>
              </a:lnSpc>
              <a:buChar char="–"/>
            </a:pPr>
            <a:r>
              <a:rPr lang="zh-CN" b="true">
                <a:effectLst>
                  <a:outerShdw blurRad="38100" dist="38100" dir="2700000" sx="100000" sy="100000" algn="tl">
                    <a:srgbClr val="C0C0C0">
                      <a:alpha val="100000"/>
                    </a:srgbClr>
                  </a:outerShdw>
                </a:effectLst>
                <a:latin typeface="Courier New"/>
                <a:ea typeface="宋体"/>
                <a:cs typeface="Courier New"/>
              </a:rPr>
              <a:t>位于</a:t>
            </a:r>
            <a:r>
              <a:rPr lang="en-US" b="true">
                <a:effectLst>
                  <a:outerShdw blurRad="38100" dist="38100" dir="2700000" sx="100000" sy="100000" algn="tl">
                    <a:srgbClr val="C0C0C0">
                      <a:alpha val="100000"/>
                    </a:srgbClr>
                  </a:outerShdw>
                </a:effectLst>
                <a:latin typeface="Courier New"/>
                <a:ea typeface="宋体"/>
                <a:cs typeface="Courier New"/>
              </a:rPr>
              <a:t> /bin/</a:t>
            </a:r>
            <a:endParaRPr/>
          </a:p>
          <a:p>
            <a:pPr lvl="1">
              <a:lnSpc>
                <a:spcPct val="140000"/>
              </a:lnSpc>
              <a:buChar char="–"/>
            </a:pPr>
            <a:r>
              <a:rPr lang="zh-CN">
                <a:latin typeface="Comic Sans MS"/>
                <a:ea typeface="宋体"/>
              </a:rPr>
              <a:t>用于向其他进程发送</a:t>
            </a:r>
            <a:r>
              <a:rPr lang="en-US">
                <a:latin typeface="Comic Sans MS"/>
                <a:ea typeface="宋体"/>
              </a:rPr>
              <a:t>signal</a:t>
            </a:r>
            <a:endParaRPr/>
          </a:p>
          <a:p>
            <a:pPr>
              <a:lnSpc>
                <a:spcPct val="140000"/>
              </a:lnSpc>
              <a:buFontTx/>
              <a:buNone/>
            </a:pPr>
            <a:endParaRPr lang="en-US" sz="2400" b="true">
              <a:latin typeface="Courier New"/>
              <a:ea typeface="Courier New"/>
              <a:cs typeface="Courier New"/>
            </a:endParaRPr>
          </a:p>
          <a:p>
            <a:pPr>
              <a:lnSpc>
                <a:spcPct val="140000"/>
              </a:lnSpc>
              <a:buFontTx/>
              <a:buNone/>
            </a:pPr>
            <a:r>
              <a:rPr lang="en-US" sz="2400" b="true">
                <a:latin typeface="Courier New"/>
                <a:ea typeface="Courier New"/>
                <a:cs typeface="Courier New"/>
              </a:rPr>
              <a:t>e.g. unix&gt; kill -9 15213</a:t>
            </a:r>
            <a:endParaRPr/>
          </a:p>
          <a:p>
            <a:pPr lvl="1">
              <a:lnSpc>
                <a:spcPct val="140000"/>
              </a:lnSpc>
              <a:buChar char="–"/>
            </a:pPr>
            <a:r>
              <a:rPr lang="en-US">
                <a:latin typeface="Comic Sans MS"/>
                <a:ea typeface="宋体"/>
              </a:rPr>
              <a:t>sends signal 9 (SIGKILL) to process 15213 </a:t>
            </a:r>
            <a:endParaRPr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>
  <p:cSld>
    <p:spTree>
      <p:nvGrpSpPr>
        <p:cNvPr id="7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灯片编号占位符 5"/>
          <p:cNvSpPr>
            <a:spLocks noGrp="true"/>
          </p:cNvSpPr>
          <p:nvPr>
            <p:ph type="sldNum" sz="quarter" idx="12"/>
          </p:nvPr>
        </p:nvSpPr>
        <p:spPr>
          <a:noFill/>
          <a:extLst>
            <a:ext uri="{909E8E84-426E-40DD-AFC4-6F175D3DCCD1}"/>
            <a:ext uri="{91240B29-F687-4F45-9708-019B960494DF}"/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Comic Sans MS" panose="030F070203030202020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Comic Sans MS" panose="030F070203030202020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anose="030F070203030202020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Comic Sans MS" panose="030F070203030202020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Comic Sans MS" panose="030F0702030302020204" charset="0"/>
              </a:defRPr>
            </a:lvl5pPr>
            <a:lvl6pPr marL="2514600" indent="-228600" eaLnBrk="false" fontAlgn="base" hangingPunct="false">
              <a:spcBef>
                <a:spcPct val="20000"/>
              </a:spcBef>
              <a:spcAft>
                <a:spcPct val="1"/>
              </a:spcAft>
              <a:buChar char="»"/>
              <a:defRPr sz="2000">
                <a:solidFill>
                  <a:schemeClr val="tx1"/>
                </a:solidFill>
                <a:latin typeface="Comic Sans MS" panose="030F0702030302020204" charset="0"/>
              </a:defRPr>
            </a:lvl6pPr>
            <a:lvl7pPr marL="2971800" indent="-228600" eaLnBrk="false" fontAlgn="base" hangingPunct="false">
              <a:spcBef>
                <a:spcPct val="20000"/>
              </a:spcBef>
              <a:spcAft>
                <a:spcPct val="1"/>
              </a:spcAft>
              <a:buChar char="»"/>
              <a:defRPr sz="2000">
                <a:solidFill>
                  <a:schemeClr val="tx1"/>
                </a:solidFill>
                <a:latin typeface="Comic Sans MS" panose="030F0702030302020204" charset="0"/>
              </a:defRPr>
            </a:lvl7pPr>
            <a:lvl8pPr marL="3429000" indent="-228600" eaLnBrk="false" fontAlgn="base" hangingPunct="false">
              <a:spcBef>
                <a:spcPct val="20000"/>
              </a:spcBef>
              <a:spcAft>
                <a:spcPct val="1"/>
              </a:spcAft>
              <a:buChar char="»"/>
              <a:defRPr sz="2000">
                <a:solidFill>
                  <a:schemeClr val="tx1"/>
                </a:solidFill>
                <a:latin typeface="Comic Sans MS" panose="030F0702030302020204" charset="0"/>
              </a:defRPr>
            </a:lvl8pPr>
            <a:lvl9pPr marL="3886200" indent="-228600" eaLnBrk="false" fontAlgn="base" hangingPunct="false">
              <a:spcBef>
                <a:spcPct val="20000"/>
              </a:spcBef>
              <a:spcAft>
                <a:spcPct val="1"/>
              </a:spcAft>
              <a:buChar char="»"/>
              <a:defRPr sz="2000">
                <a:solidFill>
                  <a:schemeClr val="tx1"/>
                </a:solidFill>
                <a:latin typeface="Comic Sans MS" panose="030F0702030302020204" charset="0"/>
              </a:defRPr>
            </a:lvl9pPr>
          </a:lstStyle>
          <a:p>
            <a:pPr>
              <a:spcBef>
                <a:spcPct val="1"/>
              </a:spcBef>
              <a:buFontTx/>
              <a:buNone/>
            </a:pPr>
            <a:fld id="{C13E71FE-CF4B-0E47-B516-AE3C072CCCD7}" type="slidenum">
              <a:rPr lang="zh-CN" altLang="en-US" sz="1400">
                <a:latin typeface="Times New Roman" panose="02020603050405020304" pitchFamily="18" charset="0"/>
                <a:ea typeface="宋体" pitchFamily="2" charset="-122"/>
              </a:rPr>
              <a:t>24</a:t>
            </a:fld>
            <a:endParaRPr lang="en-US" altLang="zh-CN" sz="1400">
              <a:latin typeface="Times New Roman" panose="02020603050405020304" pitchFamily="18" charset="0"/>
              <a:ea typeface="宋体" pitchFamily="2" charset="-122"/>
            </a:endParaRPr>
          </a:p>
        </p:txBody>
      </p:sp>
      <p:sp>
        <p:nvSpPr>
          <p:cNvPr id="73" name="Rectangle 2"/>
          <p:cNvSpPr>
            <a:spLocks noGrp="true" noChangeArrowheads="true"/>
          </p:cNvSpPr>
          <p:nvPr>
            <p:ph type="title"/>
          </p:nvPr>
        </p:nvSpPr>
        <p:spPr/>
        <p:txBody>
          <a:bodyPr/>
          <a:lstStyle/>
          <a:p>
            <a:pPr/>
            <a:r>
              <a:rPr lang="en-US" altLang="zh-CN">
                <a:ea typeface="宋体" pitchFamily="2" charset="-122"/>
              </a:rPr>
              <a:t>The kill Program</a:t>
            </a:r>
            <a:endParaRPr/>
          </a:p>
        </p:txBody>
      </p:sp>
      <p:sp>
        <p:nvSpPr>
          <p:cNvPr id="74" name="Rectangle 3"/>
          <p:cNvSpPr>
            <a:spLocks noGrp="true" noChangeArrowheads="true"/>
          </p:cNvSpPr>
          <p:nvPr>
            <p:ph type="body" idx="1"/>
          </p:nvPr>
        </p:nvSpPr>
        <p:spPr>
          <a:xfrm>
            <a:off x="457200" y="1600200"/>
            <a:ext cx="4419600" cy="4419600"/>
          </a:xfrm>
        </p:spPr>
        <p:txBody>
          <a:bodyPr/>
          <a:lstStyle/>
          <a:p>
            <a:pPr>
              <a:lnSpc>
                <a:spcPct val="140000"/>
              </a:lnSpc>
              <a:buChar char="•"/>
              <a:defRPr sz="2800">
                <a:solidFill>
                  <a:schemeClr val="tx1">
                    <a:alpha val="100000"/>
                  </a:schemeClr>
                </a:solidFill>
                <a:latin typeface="Comic Sans MS"/>
                <a:ea typeface="Comic Sans MS"/>
                <a:cs typeface="+mn-cs"/>
              </a:defRPr>
            </a:pPr>
            <a:r>
              <a:rPr lang="zh-CN" sz="2400">
                <a:latin typeface="Comic Sans MS"/>
                <a:ea typeface="宋体"/>
                <a:cs typeface="+mn-cs"/>
              </a:rPr>
              <a:t>可以用</a:t>
            </a:r>
            <a:r>
              <a:rPr lang="en-US" sz="2400">
                <a:latin typeface="Comic Sans MS"/>
                <a:ea typeface="宋体"/>
                <a:cs typeface="+mn-cs"/>
              </a:rPr>
              <a:t>kill</a:t>
            </a:r>
            <a:r>
              <a:rPr lang="zh-CN" sz="2400">
                <a:latin typeface="Comic Sans MS"/>
                <a:ea typeface="宋体"/>
                <a:cs typeface="+mn-cs"/>
              </a:rPr>
              <a:t>向</a:t>
            </a:r>
            <a:r>
              <a:rPr lang="en-US" sz="2400">
                <a:latin typeface="Comic Sans MS"/>
                <a:ea typeface="宋体"/>
                <a:cs typeface="+mn-cs"/>
              </a:rPr>
              <a:t> </a:t>
            </a:r>
            <a:r>
              <a:rPr lang="en-US" sz="2400">
                <a:effectLst>
                  <a:outerShdw blurRad="38100" dist="38100" dir="2700000" sx="100000" sy="100000" algn="tl">
                    <a:srgbClr val="000000">
                      <a:alpha val="43137"/>
                    </a:srgbClr>
                  </a:outerShdw>
                </a:effectLst>
                <a:latin typeface="Comic Sans MS"/>
                <a:ea typeface="宋体"/>
                <a:cs typeface="+mn-cs"/>
              </a:rPr>
              <a:t>process group</a:t>
            </a:r>
            <a:r>
              <a:rPr lang="zh-CN" sz="2400">
                <a:effectLst>
                  <a:outerShdw blurRad="38100" dist="38100" dir="2700000" sx="100000" sy="100000" algn="tl">
                    <a:srgbClr val="000000">
                      <a:alpha val="43137"/>
                    </a:srgbClr>
                  </a:outerShdw>
                </a:effectLst>
                <a:latin typeface="Comic Sans MS"/>
                <a:ea typeface="宋体"/>
                <a:cs typeface="+mn-cs"/>
              </a:rPr>
              <a:t>发送</a:t>
            </a:r>
            <a:r>
              <a:rPr lang="en-US" sz="2400">
                <a:effectLst>
                  <a:outerShdw blurRad="38100" dist="38100" dir="2700000" sx="100000" sy="100000" algn="tl">
                    <a:srgbClr val="000000">
                      <a:alpha val="43137"/>
                    </a:srgbClr>
                  </a:outerShdw>
                </a:effectLst>
                <a:latin typeface="Comic Sans MS"/>
                <a:ea typeface="宋体"/>
                <a:cs typeface="+mn-cs"/>
              </a:rPr>
              <a:t>signal</a:t>
            </a:r>
            <a:endParaRPr/>
          </a:p>
          <a:p>
            <a:pPr lvl="1">
              <a:lnSpc>
                <a:spcPct val="140000"/>
              </a:lnSpc>
              <a:buChar char="–"/>
              <a:defRPr sz="2400">
                <a:solidFill>
                  <a:schemeClr val="tx1">
                    <a:alpha val="100000"/>
                  </a:schemeClr>
                </a:solidFill>
                <a:latin typeface="Comic Sans MS"/>
              </a:defRPr>
            </a:pPr>
            <a:r>
              <a:rPr lang="en-US" sz="2000">
                <a:solidFill>
                  <a:srgbClr val="FF0000">
                    <a:alpha val="100000"/>
                  </a:srgbClr>
                </a:solidFill>
                <a:effectLst>
                  <a:outerShdw blurRad="38100" dist="38100" dir="2700000" sx="100000" sy="100000" algn="tl">
                    <a:srgbClr val="000000">
                      <a:alpha val="43137"/>
                    </a:srgbClr>
                  </a:outerShdw>
                </a:effectLst>
                <a:latin typeface="Comic Sans MS"/>
                <a:ea typeface="宋体"/>
              </a:rPr>
              <a:t>negative</a:t>
            </a:r>
            <a:r>
              <a:rPr lang="en-US" sz="2000">
                <a:solidFill>
                  <a:srgbClr val="FF0000">
                    <a:alpha val="100000"/>
                  </a:srgbClr>
                </a:solidFill>
                <a:latin typeface="Comic Sans MS"/>
                <a:ea typeface="宋体"/>
              </a:rPr>
              <a:t> </a:t>
            </a:r>
            <a:r>
              <a:rPr lang="en-US" sz="2000">
                <a:latin typeface="Comic Sans MS"/>
                <a:ea typeface="宋体"/>
              </a:rPr>
              <a:t>PID: </a:t>
            </a:r>
            <a:endParaRPr/>
          </a:p>
          <a:p>
            <a:pPr lvl="1">
              <a:lnSpc>
                <a:spcPct val="140000"/>
              </a:lnSpc>
              <a:buChar char="–"/>
              <a:defRPr sz="2400">
                <a:solidFill>
                  <a:schemeClr val="tx1">
                    <a:alpha val="100000"/>
                  </a:schemeClr>
                </a:solidFill>
                <a:latin typeface="Comic Sans MS"/>
              </a:defRPr>
            </a:pPr>
            <a:r>
              <a:rPr lang="en-US" sz="2000">
                <a:latin typeface="Comic Sans MS"/>
                <a:ea typeface="宋体"/>
              </a:rPr>
              <a:t>sends the signal to every process in process group PID</a:t>
            </a:r>
            <a:endParaRPr/>
          </a:p>
          <a:p>
            <a:pPr marL="0" indent="0">
              <a:lnSpc>
                <a:spcPct val="140000"/>
              </a:lnSpc>
              <a:buFontTx/>
              <a:buNone/>
              <a:defRPr sz="2800">
                <a:solidFill>
                  <a:schemeClr val="tx1">
                    <a:alpha val="100000"/>
                  </a:schemeClr>
                </a:solidFill>
                <a:latin typeface="Comic Sans MS"/>
                <a:ea typeface="Comic Sans MS"/>
                <a:cs typeface="+mn-cs"/>
              </a:defRPr>
            </a:pPr>
            <a:endParaRPr lang="en-US" sz="300" b="true">
              <a:effectLst>
                <a:outerShdw blurRad="38100" dist="38100" dir="2700000" sx="100000" sy="100000" algn="tl">
                  <a:srgbClr val="000000">
                    <a:alpha val="43137"/>
                  </a:srgbClr>
                </a:outerShdw>
              </a:effectLst>
              <a:latin typeface="Courier New"/>
              <a:ea typeface="宋体"/>
              <a:cs typeface="Courier New"/>
            </a:endParaRPr>
          </a:p>
          <a:p>
            <a:pPr marL="0" indent="0">
              <a:lnSpc>
                <a:spcPct val="140000"/>
              </a:lnSpc>
              <a:buFontTx/>
              <a:buNone/>
              <a:defRPr sz="2800">
                <a:solidFill>
                  <a:schemeClr val="tx1">
                    <a:alpha val="100000"/>
                  </a:schemeClr>
                </a:solidFill>
                <a:latin typeface="Comic Sans MS"/>
                <a:ea typeface="Comic Sans MS"/>
                <a:cs typeface="+mn-cs"/>
              </a:defRPr>
            </a:pPr>
            <a:r>
              <a:rPr lang="en-US" sz="2000" b="true">
                <a:latin typeface="Courier New"/>
                <a:ea typeface="宋体"/>
                <a:cs typeface="Courier New"/>
              </a:rPr>
              <a:t>e.g. </a:t>
            </a:r>
            <a:r>
              <a:rPr lang="en-US" sz="2000" b="true">
                <a:latin typeface="Courier New"/>
                <a:ea typeface="宋体"/>
                <a:cs typeface="Courier New"/>
              </a:rPr>
              <a:t>unix</a:t>
            </a:r>
            <a:r>
              <a:rPr lang="en-US" sz="2000" b="true">
                <a:latin typeface="Courier New"/>
                <a:ea typeface="宋体"/>
                <a:cs typeface="Courier New"/>
              </a:rPr>
              <a:t>&gt; kill -9 </a:t>
            </a:r>
            <a:r>
              <a:rPr lang="en-US" sz="2000" b="true">
                <a:solidFill>
                  <a:srgbClr val="FF0000">
                    <a:alpha val="100000"/>
                  </a:srgbClr>
                </a:solidFill>
                <a:latin typeface="Courier New"/>
                <a:ea typeface="宋体"/>
                <a:cs typeface="Courier New"/>
              </a:rPr>
              <a:t>-15213</a:t>
            </a:r>
            <a:endParaRPr lang="en-US" sz="2400" b="true">
              <a:solidFill>
                <a:srgbClr val="FF0000">
                  <a:alpha val="100000"/>
                </a:srgbClr>
              </a:solidFill>
              <a:latin typeface="Courier New"/>
              <a:ea typeface="宋体"/>
              <a:cs typeface="Courier New"/>
            </a:endParaRPr>
          </a:p>
          <a:p>
            <a:pPr lvl="1">
              <a:lnSpc>
                <a:spcPct val="140000"/>
              </a:lnSpc>
              <a:buChar char="–"/>
              <a:defRPr sz="2400">
                <a:solidFill>
                  <a:schemeClr val="tx1">
                    <a:alpha val="100000"/>
                  </a:schemeClr>
                </a:solidFill>
                <a:latin typeface="Comic Sans MS"/>
              </a:defRPr>
            </a:pPr>
            <a:r>
              <a:rPr lang="en-US" sz="2000">
                <a:latin typeface="Comic Sans MS"/>
                <a:ea typeface="宋体"/>
              </a:rPr>
              <a:t>sends a SIGKILL signal to </a:t>
            </a:r>
            <a:r>
              <a:rPr lang="en-US" sz="2000">
                <a:solidFill>
                  <a:srgbClr val="FF0000">
                    <a:alpha val="100000"/>
                  </a:srgbClr>
                </a:solidFill>
                <a:latin typeface="Comic Sans MS"/>
                <a:ea typeface="宋体"/>
              </a:rPr>
              <a:t>every</a:t>
            </a:r>
            <a:r>
              <a:rPr lang="en-US" sz="2000">
                <a:latin typeface="Comic Sans MS"/>
                <a:ea typeface="宋体"/>
              </a:rPr>
              <a:t> process in process group 15213</a:t>
            </a:r>
            <a:endParaRPr/>
          </a:p>
        </p:txBody>
      </p:sp>
      <p:sp>
        <p:nvSpPr>
          <p:cNvPr id="75" name="Text Box 7"/>
          <p:cNvSpPr txBox="true">
            <a:spLocks noChangeArrowheads="true"/>
          </p:cNvSpPr>
          <p:nvPr/>
        </p:nvSpPr>
        <p:spPr bwMode="auto">
          <a:xfrm>
            <a:off x="4994907" y="1794063"/>
            <a:ext cx="3878586" cy="4031873"/>
          </a:xfrm>
          <a:prstGeom prst="rect">
            <a:avLst/>
          </a:prstGeom>
          <a:solidFill>
            <a:schemeClr val="bg1">
              <a:lumMod val="85000"/>
            </a:schemeClr>
          </a:solidFill>
          <a:ln w="3175">
            <a:noFill/>
            <a:miter lim="800000"/>
          </a:ln>
          <a:effectLst/>
        </p:spPr>
        <p:txBody>
          <a:bodyPr wrap="none">
            <a:spAutoFit/>
          </a:bodyPr>
          <a:lstStyle/>
          <a:p>
            <a:pPr algn="l">
              <a:lnSpc>
                <a:spcPct val="100000"/>
              </a:lnSpc>
            </a:pPr>
            <a:r>
              <a:rPr lang="en-US" sz="1600" b="true" dirty="false" err="true">
                <a:latin typeface="Courier New" panose="02070309020205020404" charset="0"/>
              </a:rPr>
              <a:t>linux</a:t>
            </a:r>
            <a:r>
              <a:rPr lang="en-US" sz="1600" b="true" dirty="false">
                <a:latin typeface="Courier New" panose="02070309020205020404" charset="0"/>
              </a:rPr>
              <a:t>&gt; ./forks 16 </a:t>
            </a:r>
            <a:endParaRPr/>
          </a:p>
          <a:p>
            <a:pPr algn="l">
              <a:lnSpc>
                <a:spcPct val="100000"/>
              </a:lnSpc>
            </a:pPr>
            <a:r>
              <a:rPr lang="en-US" sz="1600" b="true" dirty="false">
                <a:latin typeface="Courier New" panose="02070309020205020404" charset="0"/>
              </a:rPr>
              <a:t>Child1: </a:t>
            </a:r>
            <a:r>
              <a:rPr lang="en-US" sz="1600" b="true" dirty="false" err="true">
                <a:latin typeface="Courier New" panose="02070309020205020404" charset="0"/>
              </a:rPr>
              <a:t>pid</a:t>
            </a:r>
            <a:r>
              <a:rPr lang="en-US" sz="1600" b="true" dirty="false">
                <a:latin typeface="Courier New" panose="02070309020205020404" charset="0"/>
              </a:rPr>
              <a:t>=24818 </a:t>
            </a:r>
            <a:r>
              <a:rPr lang="en-US" sz="1600" b="true" dirty="false" err="true">
                <a:latin typeface="Courier New" panose="02070309020205020404" charset="0"/>
              </a:rPr>
              <a:t>pgrp</a:t>
            </a:r>
            <a:r>
              <a:rPr lang="en-US" sz="1600" b="true" dirty="false">
                <a:latin typeface="Courier New" panose="02070309020205020404" charset="0"/>
              </a:rPr>
              <a:t>=24817 </a:t>
            </a:r>
            <a:endParaRPr/>
          </a:p>
          <a:p>
            <a:pPr algn="l">
              <a:lnSpc>
                <a:spcPct val="100000"/>
              </a:lnSpc>
            </a:pPr>
            <a:r>
              <a:rPr lang="en-US" sz="1600" b="true" dirty="false">
                <a:latin typeface="Courier New" panose="02070309020205020404" charset="0"/>
              </a:rPr>
              <a:t>Child2: </a:t>
            </a:r>
            <a:r>
              <a:rPr lang="en-US" sz="1600" b="true" dirty="false" err="true">
                <a:latin typeface="Courier New" panose="02070309020205020404" charset="0"/>
              </a:rPr>
              <a:t>pid</a:t>
            </a:r>
            <a:r>
              <a:rPr lang="en-US" sz="1600" b="true" dirty="false">
                <a:latin typeface="Courier New" panose="02070309020205020404" charset="0"/>
              </a:rPr>
              <a:t>=24819 </a:t>
            </a:r>
            <a:r>
              <a:rPr lang="en-US" sz="1600" b="true" dirty="false" err="true">
                <a:latin typeface="Courier New" panose="02070309020205020404" charset="0"/>
              </a:rPr>
              <a:t>pgrp</a:t>
            </a:r>
            <a:r>
              <a:rPr lang="en-US" sz="1600" b="true" dirty="false">
                <a:latin typeface="Courier New" panose="02070309020205020404" charset="0"/>
              </a:rPr>
              <a:t>=24817 </a:t>
            </a:r>
            <a:endParaRPr/>
          </a:p>
          <a:p>
            <a:pPr algn="l">
              <a:lnSpc>
                <a:spcPct val="100000"/>
              </a:lnSpc>
            </a:pPr>
            <a:r>
              <a:rPr lang="en-US" sz="1600" b="true" dirty="false">
                <a:latin typeface="Courier New" panose="02070309020205020404" charset="0"/>
              </a:rPr>
              <a:t> </a:t>
            </a:r>
            <a:endParaRPr/>
          </a:p>
          <a:p>
            <a:pPr algn="l">
              <a:lnSpc>
                <a:spcPct val="100000"/>
              </a:lnSpc>
            </a:pPr>
            <a:r>
              <a:rPr lang="en-US" sz="1600" b="true" dirty="false" err="true">
                <a:latin typeface="Courier New" panose="02070309020205020404" charset="0"/>
              </a:rPr>
              <a:t>linux</a:t>
            </a:r>
            <a:r>
              <a:rPr lang="en-US" sz="1600" b="true" dirty="false">
                <a:latin typeface="Courier New" panose="02070309020205020404" charset="0"/>
              </a:rPr>
              <a:t>&gt; </a:t>
            </a:r>
            <a:r>
              <a:rPr lang="en-US" sz="1600" b="true" dirty="false" err="true">
                <a:latin typeface="Courier New" panose="02070309020205020404" charset="0"/>
              </a:rPr>
              <a:t>ps</a:t>
            </a:r>
            <a:r>
              <a:rPr lang="en-US" sz="1600" b="true" dirty="false">
                <a:latin typeface="Courier New" panose="02070309020205020404" charset="0"/>
              </a:rPr>
              <a:t> </a:t>
            </a:r>
            <a:endParaRPr/>
          </a:p>
          <a:p>
            <a:pPr algn="l">
              <a:lnSpc>
                <a:spcPct val="100000"/>
              </a:lnSpc>
            </a:pPr>
            <a:r>
              <a:rPr lang="en-US" sz="1600" b="true" dirty="false">
                <a:latin typeface="Courier New" panose="02070309020205020404" charset="0"/>
              </a:rPr>
              <a:t>  PID TTY          TIME CMD </a:t>
            </a:r>
            <a:endParaRPr/>
          </a:p>
          <a:p>
            <a:pPr algn="l">
              <a:lnSpc>
                <a:spcPct val="100000"/>
              </a:lnSpc>
            </a:pPr>
            <a:r>
              <a:rPr lang="en-US" sz="1600" b="true" dirty="false">
                <a:latin typeface="Courier New" panose="02070309020205020404" charset="0"/>
              </a:rPr>
              <a:t>24788 pts/2    00:00:00 </a:t>
            </a:r>
            <a:r>
              <a:rPr lang="en-US" sz="1600" b="true" dirty="false" err="true">
                <a:latin typeface="Courier New" panose="02070309020205020404" charset="0"/>
              </a:rPr>
              <a:t>tcsh</a:t>
            </a:r>
            <a:r>
              <a:rPr lang="en-US" sz="1600" b="true" dirty="false">
                <a:latin typeface="Courier New" panose="02070309020205020404" charset="0"/>
              </a:rPr>
              <a:t> </a:t>
            </a:r>
            <a:endParaRPr/>
          </a:p>
          <a:p>
            <a:pPr algn="l">
              <a:lnSpc>
                <a:spcPct val="100000"/>
              </a:lnSpc>
            </a:pPr>
            <a:r>
              <a:rPr lang="en-US" sz="1600" b="true" dirty="false">
                <a:latin typeface="Courier New" panose="02070309020205020404" charset="0"/>
              </a:rPr>
              <a:t>24818 pts/2    00:00:02 forks </a:t>
            </a:r>
            <a:endParaRPr/>
          </a:p>
          <a:p>
            <a:pPr algn="l">
              <a:lnSpc>
                <a:spcPct val="100000"/>
              </a:lnSpc>
            </a:pPr>
            <a:r>
              <a:rPr lang="en-US" sz="1600" b="true" dirty="false">
                <a:latin typeface="Courier New" panose="02070309020205020404" charset="0"/>
              </a:rPr>
              <a:t>24819 pts/2    00:00:02 forks </a:t>
            </a:r>
            <a:endParaRPr/>
          </a:p>
          <a:p>
            <a:pPr algn="l">
              <a:lnSpc>
                <a:spcPct val="100000"/>
              </a:lnSpc>
            </a:pPr>
            <a:r>
              <a:rPr lang="en-US" sz="1600" b="true" dirty="false">
                <a:latin typeface="Courier New" panose="02070309020205020404" charset="0"/>
              </a:rPr>
              <a:t>24820 pts/2    00:00:00 </a:t>
            </a:r>
            <a:r>
              <a:rPr lang="en-US" sz="1600" b="true" dirty="false" err="true">
                <a:latin typeface="Courier New" panose="02070309020205020404" charset="0"/>
              </a:rPr>
              <a:t>ps</a:t>
            </a:r>
            <a:r>
              <a:rPr lang="en-US" sz="1600" b="true" dirty="false">
                <a:latin typeface="Courier New" panose="02070309020205020404" charset="0"/>
              </a:rPr>
              <a:t> </a:t>
            </a:r>
            <a:endParaRPr/>
          </a:p>
          <a:p>
            <a:pPr algn="l">
              <a:lnSpc>
                <a:spcPct val="100000"/>
              </a:lnSpc>
            </a:pPr>
            <a:r>
              <a:rPr lang="en-US" sz="1600" b="true" dirty="false" err="true">
                <a:latin typeface="Courier New" panose="02070309020205020404" charset="0"/>
              </a:rPr>
              <a:t>linux</a:t>
            </a:r>
            <a:r>
              <a:rPr lang="en-US" sz="1600" b="true" dirty="false">
                <a:latin typeface="Courier New" panose="02070309020205020404" charset="0"/>
              </a:rPr>
              <a:t>&gt; /bin/kill -9 -24817 </a:t>
            </a:r>
            <a:endParaRPr/>
          </a:p>
          <a:p>
            <a:pPr algn="l">
              <a:lnSpc>
                <a:spcPct val="100000"/>
              </a:lnSpc>
            </a:pPr>
            <a:r>
              <a:rPr lang="en-US" sz="1600" b="true" dirty="false" err="true">
                <a:latin typeface="Courier New" panose="02070309020205020404" charset="0"/>
              </a:rPr>
              <a:t>linux</a:t>
            </a:r>
            <a:r>
              <a:rPr lang="en-US" sz="1600" b="true" dirty="false">
                <a:latin typeface="Courier New" panose="02070309020205020404" charset="0"/>
              </a:rPr>
              <a:t>&gt; </a:t>
            </a:r>
            <a:r>
              <a:rPr lang="en-US" sz="1600" b="true" dirty="false" err="true">
                <a:latin typeface="Courier New" panose="02070309020205020404" charset="0"/>
              </a:rPr>
              <a:t>ps</a:t>
            </a:r>
            <a:r>
              <a:rPr lang="en-US" sz="1600" b="true" dirty="false">
                <a:latin typeface="Courier New" panose="02070309020205020404" charset="0"/>
              </a:rPr>
              <a:t>  </a:t>
            </a:r>
            <a:endParaRPr/>
          </a:p>
          <a:p>
            <a:pPr algn="l">
              <a:lnSpc>
                <a:spcPct val="100000"/>
              </a:lnSpc>
            </a:pPr>
            <a:r>
              <a:rPr lang="en-US" sz="1600" b="true" dirty="false">
                <a:latin typeface="Courier New" panose="02070309020205020404" charset="0"/>
              </a:rPr>
              <a:t>  PID TTY          TIME CMD </a:t>
            </a:r>
            <a:endParaRPr/>
          </a:p>
          <a:p>
            <a:pPr algn="l">
              <a:lnSpc>
                <a:spcPct val="100000"/>
              </a:lnSpc>
            </a:pPr>
            <a:r>
              <a:rPr lang="en-US" sz="1600" b="true" dirty="false">
                <a:latin typeface="Courier New" panose="02070309020205020404" charset="0"/>
              </a:rPr>
              <a:t>24788 pts/2    00:00:00 </a:t>
            </a:r>
            <a:r>
              <a:rPr lang="en-US" sz="1600" b="true" dirty="false" err="true">
                <a:latin typeface="Courier New" panose="02070309020205020404" charset="0"/>
              </a:rPr>
              <a:t>tcsh</a:t>
            </a:r>
            <a:r>
              <a:rPr lang="en-US" sz="1600" b="true" dirty="false">
                <a:latin typeface="Courier New" panose="02070309020205020404" charset="0"/>
              </a:rPr>
              <a:t> </a:t>
            </a:r>
            <a:endParaRPr/>
          </a:p>
          <a:p>
            <a:pPr algn="l">
              <a:lnSpc>
                <a:spcPct val="100000"/>
              </a:lnSpc>
            </a:pPr>
            <a:r>
              <a:rPr lang="en-US" sz="1600" b="true" dirty="false">
                <a:latin typeface="Courier New" panose="02070309020205020404" charset="0"/>
              </a:rPr>
              <a:t>24823 pts/2    00:00:00 </a:t>
            </a:r>
            <a:r>
              <a:rPr lang="en-US" sz="1600" b="true" dirty="false" err="true">
                <a:latin typeface="Courier New" panose="02070309020205020404" charset="0"/>
              </a:rPr>
              <a:t>ps</a:t>
            </a:r>
            <a:r>
              <a:rPr lang="en-US" sz="1600" b="true" dirty="false">
                <a:latin typeface="Courier New" panose="02070309020205020404" charset="0"/>
              </a:rPr>
              <a:t> </a:t>
            </a:r>
            <a:endParaRPr/>
          </a:p>
          <a:p>
            <a:pPr algn="l">
              <a:lnSpc>
                <a:spcPct val="100000"/>
              </a:lnSpc>
            </a:pPr>
            <a:r>
              <a:rPr lang="en-US" sz="1600" b="true" dirty="false" err="true">
                <a:latin typeface="Courier New" panose="02070309020205020404" charset="0"/>
              </a:rPr>
              <a:t>linux</a:t>
            </a:r>
            <a:r>
              <a:rPr lang="en-US" sz="1600" b="true" dirty="false">
                <a:latin typeface="Courier New" panose="02070309020205020404" charset="0"/>
              </a:rPr>
              <a:t>&gt; </a:t>
            </a:r>
            <a:endParaRPr/>
          </a:p>
        </p:txBody>
      </p:sp>
      <p:sp>
        <p:nvSpPr>
          <p:cNvPr id="76" name="Rectangle 8"/>
          <p:cNvSpPr>
            <a:spLocks noChangeArrowheads="true"/>
          </p:cNvSpPr>
          <p:nvPr/>
        </p:nvSpPr>
        <p:spPr bwMode="auto">
          <a:xfrm>
            <a:off x="5029200" y="3533775"/>
            <a:ext cx="3733800" cy="266700"/>
          </a:xfrm>
          <a:prstGeom prst="rect">
            <a:avLst/>
          </a:prstGeom>
          <a:noFill/>
          <a:ln w="28575">
            <a:solidFill>
              <a:srgbClr val="C00000"/>
            </a:solidFill>
            <a:miter lim="800000"/>
          </a:ln>
          <a:effectLst/>
        </p:spPr>
        <p:txBody>
          <a:bodyPr wrap="none" lIns="45720" rIns="45720" anchor="ctr"/>
          <a:lstStyle/>
          <a:p>
            <a:pPr/>
            <a:endParaRPr lang="en-US" dirty="false">
              <a:latin typeface="Calibri" pitchFamily="34" charset="0"/>
            </a:endParaRPr>
          </a:p>
        </p:txBody>
      </p:sp>
      <p:sp>
        <p:nvSpPr>
          <p:cNvPr id="77" name="Rectangle 11"/>
          <p:cNvSpPr>
            <a:spLocks noChangeArrowheads="true"/>
          </p:cNvSpPr>
          <p:nvPr/>
        </p:nvSpPr>
        <p:spPr bwMode="auto">
          <a:xfrm>
            <a:off x="5029200" y="3533775"/>
            <a:ext cx="3733800" cy="504825"/>
          </a:xfrm>
          <a:prstGeom prst="rect">
            <a:avLst/>
          </a:prstGeom>
          <a:noFill/>
          <a:ln w="28575">
            <a:solidFill>
              <a:srgbClr val="C00000"/>
            </a:solidFill>
            <a:miter lim="800000"/>
          </a:ln>
          <a:effectLst/>
        </p:spPr>
        <p:txBody>
          <a:bodyPr wrap="none" lIns="45720" rIns="45720" anchor="ctr"/>
          <a:lstStyle/>
          <a:p>
            <a:pPr/>
            <a:endParaRPr lang="en-US" dirty="false">
              <a:latin typeface="Calibri" pitchFamily="34" charset="0"/>
            </a:endParaRPr>
          </a:p>
        </p:txBody>
      </p:sp>
    </p:spTree>
  </p:cSld>
  <p:clrMapOvr>
    <a:masterClrMapping/>
  </p:clrMapOvr>
  <p:timing>
    <p:tnLst>
      <p:par>
        <p:cTn dur="indefinite" restart="never" nodeType="tmRoot">
          <p:childTnLst>
            <p:seq concurrent="true" nextAc="seek">
              <p:cTn dur="indefinite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id="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id="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/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5.xml><?xml version="1.0" encoding="utf-8"?>
<p:sld xmlns:a="http://schemas.openxmlformats.org/drawingml/2006/main" xmlns:p="http://schemas.openxmlformats.org/presentationml/2006/main">
  <p:cSld>
    <p:spTree>
      <p:nvGrpSpPr>
        <p:cNvPr id="78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灯片编号占位符 5"/>
          <p:cNvSpPr>
            <a:spLocks noGrp="true"/>
          </p:cNvSpPr>
          <p:nvPr>
            <p:ph type="sldNum" sz="quarter" idx="12"/>
          </p:nvPr>
        </p:nvSpPr>
        <p:spPr>
          <a:noFill/>
          <a:extLst>
            <a:ext uri="{909E8E84-426E-40DD-AFC4-6F175D3DCCD1}"/>
            <a:ext uri="{91240B29-F687-4F45-9708-019B960494DF}"/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Comic Sans MS" panose="030F070203030202020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Comic Sans MS" panose="030F070203030202020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anose="030F070203030202020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Comic Sans MS" panose="030F070203030202020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Comic Sans MS" panose="030F0702030302020204" charset="0"/>
              </a:defRPr>
            </a:lvl5pPr>
            <a:lvl6pPr marL="2514600" indent="-228600" eaLnBrk="false" fontAlgn="base" hangingPunct="false">
              <a:spcBef>
                <a:spcPct val="20000"/>
              </a:spcBef>
              <a:spcAft>
                <a:spcPct val="1"/>
              </a:spcAft>
              <a:buChar char="»"/>
              <a:defRPr sz="2000">
                <a:solidFill>
                  <a:schemeClr val="tx1"/>
                </a:solidFill>
                <a:latin typeface="Comic Sans MS" panose="030F0702030302020204" charset="0"/>
              </a:defRPr>
            </a:lvl6pPr>
            <a:lvl7pPr marL="2971800" indent="-228600" eaLnBrk="false" fontAlgn="base" hangingPunct="false">
              <a:spcBef>
                <a:spcPct val="20000"/>
              </a:spcBef>
              <a:spcAft>
                <a:spcPct val="1"/>
              </a:spcAft>
              <a:buChar char="»"/>
              <a:defRPr sz="2000">
                <a:solidFill>
                  <a:schemeClr val="tx1"/>
                </a:solidFill>
                <a:latin typeface="Comic Sans MS" panose="030F0702030302020204" charset="0"/>
              </a:defRPr>
            </a:lvl7pPr>
            <a:lvl8pPr marL="3429000" indent="-228600" eaLnBrk="false" fontAlgn="base" hangingPunct="false">
              <a:spcBef>
                <a:spcPct val="20000"/>
              </a:spcBef>
              <a:spcAft>
                <a:spcPct val="1"/>
              </a:spcAft>
              <a:buChar char="»"/>
              <a:defRPr sz="2000">
                <a:solidFill>
                  <a:schemeClr val="tx1"/>
                </a:solidFill>
                <a:latin typeface="Comic Sans MS" panose="030F0702030302020204" charset="0"/>
              </a:defRPr>
            </a:lvl8pPr>
            <a:lvl9pPr marL="3886200" indent="-228600" eaLnBrk="false" fontAlgn="base" hangingPunct="false">
              <a:spcBef>
                <a:spcPct val="20000"/>
              </a:spcBef>
              <a:spcAft>
                <a:spcPct val="1"/>
              </a:spcAft>
              <a:buChar char="»"/>
              <a:defRPr sz="2000">
                <a:solidFill>
                  <a:schemeClr val="tx1"/>
                </a:solidFill>
                <a:latin typeface="Comic Sans MS" panose="030F0702030302020204" charset="0"/>
              </a:defRPr>
            </a:lvl9pPr>
          </a:lstStyle>
          <a:p>
            <a:pPr>
              <a:spcBef>
                <a:spcPct val="1"/>
              </a:spcBef>
              <a:buFontTx/>
              <a:buNone/>
            </a:pPr>
            <a:fld id="{25D4E81B-9FF4-2B4B-A7E9-BA18BAC22B1F}" type="slidenum">
              <a:rPr lang="zh-CN" altLang="en-US" sz="1400">
                <a:latin typeface="Times New Roman" panose="02020603050405020304" pitchFamily="18" charset="0"/>
                <a:ea typeface="宋体" pitchFamily="2" charset="-122"/>
              </a:rPr>
              <a:t>25</a:t>
            </a:fld>
            <a:endParaRPr lang="en-US" altLang="zh-CN" sz="1400">
              <a:latin typeface="Times New Roman" panose="02020603050405020304" pitchFamily="18" charset="0"/>
              <a:ea typeface="宋体" pitchFamily="2" charset="-122"/>
            </a:endParaRPr>
          </a:p>
        </p:txBody>
      </p:sp>
      <p:sp>
        <p:nvSpPr>
          <p:cNvPr id="80" name="Rectangle 2"/>
          <p:cNvSpPr>
            <a:spLocks noGrp="true" noChangeArrowheads="true"/>
          </p:cNvSpPr>
          <p:nvPr>
            <p:ph type="title"/>
          </p:nvPr>
        </p:nvSpPr>
        <p:spPr/>
        <p:txBody>
          <a:bodyPr/>
          <a:lstStyle/>
          <a:p>
            <a:pPr/>
            <a:r>
              <a:rPr lang="en-US" altLang="zh-CN">
                <a:ea typeface="宋体" pitchFamily="2" charset="-122"/>
              </a:rPr>
              <a:t>Sending Signals from the Keyboard</a:t>
            </a:r>
            <a:endParaRPr/>
          </a:p>
        </p:txBody>
      </p:sp>
      <p:sp>
        <p:nvSpPr>
          <p:cNvPr id="81" name="Rectangle 3"/>
          <p:cNvSpPr>
            <a:spLocks noGrp="true" noChangeArrowheads="true"/>
          </p:cNvSpPr>
          <p:nvPr>
            <p:ph type="body" idx="1"/>
          </p:nvPr>
        </p:nvSpPr>
        <p:spPr>
          <a:xfrm>
            <a:off x="457200" y="1600200"/>
            <a:ext cx="8382000" cy="4419600"/>
          </a:xfrm>
        </p:spPr>
        <p:txBody>
          <a:bodyPr/>
          <a:lstStyle/>
          <a:p>
            <a:pPr>
              <a:lnSpc>
                <a:spcPct val="120000"/>
              </a:lnSpc>
              <a:buChar char="•"/>
              <a:defRPr sz="2800">
                <a:solidFill>
                  <a:schemeClr val="tx1">
                    <a:alpha val="100000"/>
                  </a:schemeClr>
                </a:solidFill>
                <a:latin typeface="Comic Sans MS"/>
                <a:ea typeface="Comic Sans MS"/>
                <a:cs typeface="+mn-cs"/>
              </a:defRPr>
            </a:pPr>
            <a:r>
              <a:rPr lang="en-US">
                <a:latin typeface="Comic Sans MS"/>
                <a:ea typeface="宋体"/>
                <a:cs typeface="+mn-cs"/>
              </a:rPr>
              <a:t>Job</a:t>
            </a:r>
            <a:endParaRPr/>
          </a:p>
          <a:p>
            <a:pPr lvl="1">
              <a:lnSpc>
                <a:spcPct val="120000"/>
              </a:lnSpc>
              <a:buChar char="–"/>
              <a:defRPr sz="2400">
                <a:solidFill>
                  <a:schemeClr val="tx1">
                    <a:alpha val="100000"/>
                  </a:schemeClr>
                </a:solidFill>
                <a:latin typeface="Comic Sans MS"/>
              </a:defRPr>
            </a:pPr>
            <a:r>
              <a:rPr lang="en-US">
                <a:latin typeface="Comic Sans MS"/>
                <a:ea typeface="宋体"/>
              </a:rPr>
              <a:t>Linux/Unix</a:t>
            </a:r>
            <a:r>
              <a:rPr lang="zh-CN">
                <a:latin typeface="Comic Sans MS"/>
                <a:ea typeface="宋体"/>
              </a:rPr>
              <a:t>中一个</a:t>
            </a:r>
            <a:r>
              <a:rPr lang="en-US">
                <a:latin typeface="Comic Sans MS"/>
                <a:ea typeface="宋体"/>
              </a:rPr>
              <a:t>shell</a:t>
            </a:r>
            <a:r>
              <a:rPr lang="zh-CN">
                <a:latin typeface="Comic Sans MS"/>
                <a:ea typeface="宋体"/>
              </a:rPr>
              <a:t>命令所创建的进程集合</a:t>
            </a:r>
            <a:endParaRPr/>
          </a:p>
          <a:p>
            <a:pPr lvl="1">
              <a:lnSpc>
                <a:spcPct val="120000"/>
              </a:lnSpc>
              <a:buChar char="–"/>
              <a:defRPr sz="2400">
                <a:solidFill>
                  <a:schemeClr val="tx1">
                    <a:alpha val="100000"/>
                  </a:schemeClr>
                </a:solidFill>
                <a:latin typeface="Comic Sans MS"/>
              </a:defRPr>
            </a:pPr>
            <a:r>
              <a:rPr lang="zh-CN">
                <a:latin typeface="Comic Sans MS"/>
                <a:ea typeface="宋体"/>
              </a:rPr>
              <a:t>某一时刻最多有有一个</a:t>
            </a:r>
            <a:r>
              <a:rPr lang="en-US">
                <a:latin typeface="Comic Sans MS"/>
                <a:ea typeface="宋体"/>
              </a:rPr>
              <a:t> </a:t>
            </a:r>
            <a:r>
              <a:rPr lang="en-US">
                <a:effectLst>
                  <a:outerShdw blurRad="38100" dist="38100" dir="2700000" sx="100000" sy="100000" algn="tl">
                    <a:srgbClr val="000000">
                      <a:alpha val="43137"/>
                    </a:srgbClr>
                  </a:outerShdw>
                </a:effectLst>
                <a:latin typeface="Comic Sans MS"/>
                <a:ea typeface="宋体"/>
              </a:rPr>
              <a:t>foreground </a:t>
            </a:r>
            <a:r>
              <a:rPr lang="en-US">
                <a:latin typeface="Comic Sans MS"/>
                <a:ea typeface="宋体"/>
              </a:rPr>
              <a:t>job</a:t>
            </a:r>
            <a:r>
              <a:rPr lang="zh-CN">
                <a:latin typeface="Comic Sans MS"/>
                <a:ea typeface="宋体"/>
              </a:rPr>
              <a:t>，</a:t>
            </a:r>
            <a:r>
              <a:rPr lang="zh-CN">
                <a:latin typeface="Comic Sans MS"/>
                <a:ea typeface="宋体"/>
              </a:rPr>
              <a:t>以及</a:t>
            </a:r>
            <a:r>
              <a:rPr lang="en-US">
                <a:latin typeface="Comic Sans MS"/>
                <a:ea typeface="宋体"/>
              </a:rPr>
              <a:t>0</a:t>
            </a:r>
            <a:r>
              <a:rPr lang="zh-CN">
                <a:latin typeface="Comic Sans MS"/>
                <a:ea typeface="宋体"/>
              </a:rPr>
              <a:t>个或多个</a:t>
            </a:r>
            <a:r>
              <a:rPr lang="en-US">
                <a:latin typeface="Comic Sans MS"/>
                <a:ea typeface="宋体"/>
              </a:rPr>
              <a:t> </a:t>
            </a:r>
            <a:r>
              <a:rPr lang="en-US">
                <a:effectLst>
                  <a:outerShdw blurRad="38100" dist="38100" dir="2700000" sx="100000" sy="100000" algn="tl">
                    <a:srgbClr val="000000">
                      <a:alpha val="43137"/>
                    </a:srgbClr>
                  </a:outerShdw>
                </a:effectLst>
                <a:latin typeface="Comic Sans MS"/>
                <a:ea typeface="宋体"/>
              </a:rPr>
              <a:t>background</a:t>
            </a:r>
            <a:r>
              <a:rPr lang="en-US">
                <a:latin typeface="Comic Sans MS"/>
                <a:ea typeface="宋体"/>
              </a:rPr>
              <a:t> job</a:t>
            </a:r>
            <a:endParaRPr/>
          </a:p>
          <a:p>
            <a:pPr marL="457200" lvl="1" indent="-368300">
              <a:lnSpc>
                <a:spcPct val="120000"/>
              </a:lnSpc>
              <a:buFontTx/>
              <a:buNone/>
              <a:defRPr sz="2400">
                <a:solidFill>
                  <a:schemeClr val="tx1">
                    <a:alpha val="100000"/>
                  </a:schemeClr>
                </a:solidFill>
                <a:latin typeface="Comic Sans MS"/>
              </a:defRPr>
            </a:pPr>
            <a:r>
              <a:rPr lang="en-US" b="true">
                <a:latin typeface="Courier New"/>
                <a:ea typeface="宋体"/>
                <a:cs typeface="Courier New"/>
              </a:rPr>
              <a:t>e.g. </a:t>
            </a:r>
            <a:r>
              <a:rPr lang="en-US" b="true">
                <a:latin typeface="Courier New"/>
                <a:ea typeface="宋体"/>
                <a:cs typeface="Courier New"/>
              </a:rPr>
              <a:t>unix</a:t>
            </a:r>
            <a:r>
              <a:rPr lang="en-US" b="true">
                <a:latin typeface="Courier New"/>
                <a:ea typeface="宋体"/>
                <a:cs typeface="Courier New"/>
              </a:rPr>
              <a:t>&gt; </a:t>
            </a:r>
            <a:r>
              <a:rPr lang="en-US" b="true">
                <a:latin typeface="Courier New"/>
                <a:ea typeface="宋体"/>
                <a:cs typeface="Courier New"/>
              </a:rPr>
              <a:t>ls</a:t>
            </a:r>
            <a:r>
              <a:rPr lang="en-US" b="true">
                <a:latin typeface="Courier New"/>
                <a:ea typeface="宋体"/>
                <a:cs typeface="Courier New"/>
              </a:rPr>
              <a:t> | sort</a:t>
            </a:r>
            <a:endParaRPr/>
          </a:p>
          <a:p>
            <a:pPr lvl="1">
              <a:lnSpc>
                <a:spcPct val="120000"/>
              </a:lnSpc>
              <a:buFontTx/>
              <a:buChar char="-"/>
              <a:defRPr sz="2400">
                <a:solidFill>
                  <a:schemeClr val="tx1">
                    <a:alpha val="100000"/>
                  </a:schemeClr>
                </a:solidFill>
                <a:latin typeface="Comic Sans MS"/>
              </a:defRPr>
            </a:pPr>
            <a:r>
              <a:rPr lang="en-US">
                <a:latin typeface="Comic Sans MS"/>
                <a:ea typeface="宋体"/>
                <a:cs typeface="Courier New"/>
              </a:rPr>
              <a:t>a foreground job consisting of two processes connected by a pipe</a:t>
            </a:r>
            <a:endParaRPr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>
  <p:cSld>
    <p:spTree>
      <p:nvGrpSpPr>
        <p:cNvPr id="8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灯片编号占位符 5"/>
          <p:cNvSpPr>
            <a:spLocks noGrp="true"/>
          </p:cNvSpPr>
          <p:nvPr>
            <p:ph type="sldNum" sz="quarter" idx="12"/>
          </p:nvPr>
        </p:nvSpPr>
        <p:spPr>
          <a:noFill/>
          <a:extLst>
            <a:ext uri="{909E8E84-426E-40DD-AFC4-6F175D3DCCD1}"/>
            <a:ext uri="{91240B29-F687-4F45-9708-019B960494DF}"/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Comic Sans MS" panose="030F070203030202020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Comic Sans MS" panose="030F070203030202020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anose="030F070203030202020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Comic Sans MS" panose="030F070203030202020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Comic Sans MS" panose="030F0702030302020204" charset="0"/>
              </a:defRPr>
            </a:lvl5pPr>
            <a:lvl6pPr marL="2514600" indent="-228600" eaLnBrk="false" fontAlgn="base" hangingPunct="false">
              <a:spcBef>
                <a:spcPct val="20000"/>
              </a:spcBef>
              <a:spcAft>
                <a:spcPct val="1"/>
              </a:spcAft>
              <a:buChar char="»"/>
              <a:defRPr sz="2000">
                <a:solidFill>
                  <a:schemeClr val="tx1"/>
                </a:solidFill>
                <a:latin typeface="Comic Sans MS" panose="030F0702030302020204" charset="0"/>
              </a:defRPr>
            </a:lvl6pPr>
            <a:lvl7pPr marL="2971800" indent="-228600" eaLnBrk="false" fontAlgn="base" hangingPunct="false">
              <a:spcBef>
                <a:spcPct val="20000"/>
              </a:spcBef>
              <a:spcAft>
                <a:spcPct val="1"/>
              </a:spcAft>
              <a:buChar char="»"/>
              <a:defRPr sz="2000">
                <a:solidFill>
                  <a:schemeClr val="tx1"/>
                </a:solidFill>
                <a:latin typeface="Comic Sans MS" panose="030F0702030302020204" charset="0"/>
              </a:defRPr>
            </a:lvl7pPr>
            <a:lvl8pPr marL="3429000" indent="-228600" eaLnBrk="false" fontAlgn="base" hangingPunct="false">
              <a:spcBef>
                <a:spcPct val="20000"/>
              </a:spcBef>
              <a:spcAft>
                <a:spcPct val="1"/>
              </a:spcAft>
              <a:buChar char="»"/>
              <a:defRPr sz="2000">
                <a:solidFill>
                  <a:schemeClr val="tx1"/>
                </a:solidFill>
                <a:latin typeface="Comic Sans MS" panose="030F0702030302020204" charset="0"/>
              </a:defRPr>
            </a:lvl8pPr>
            <a:lvl9pPr marL="3886200" indent="-228600" eaLnBrk="false" fontAlgn="base" hangingPunct="false">
              <a:spcBef>
                <a:spcPct val="20000"/>
              </a:spcBef>
              <a:spcAft>
                <a:spcPct val="1"/>
              </a:spcAft>
              <a:buChar char="»"/>
              <a:defRPr sz="2000">
                <a:solidFill>
                  <a:schemeClr val="tx1"/>
                </a:solidFill>
                <a:latin typeface="Comic Sans MS" panose="030F0702030302020204" charset="0"/>
              </a:defRPr>
            </a:lvl9pPr>
          </a:lstStyle>
          <a:p>
            <a:pPr>
              <a:spcBef>
                <a:spcPct val="1"/>
              </a:spcBef>
              <a:buFontTx/>
              <a:buNone/>
            </a:pPr>
            <a:fld id="{940C6865-4CA0-4646-ACE3-3B13EDBB2576}" type="slidenum">
              <a:rPr lang="zh-CN" altLang="en-US" sz="1400">
                <a:latin typeface="Times New Roman" panose="02020603050405020304" pitchFamily="18" charset="0"/>
                <a:ea typeface="宋体" pitchFamily="2" charset="-122"/>
              </a:rPr>
              <a:t>26</a:t>
            </a:fld>
            <a:endParaRPr lang="en-US" altLang="zh-CN" sz="1400">
              <a:latin typeface="Times New Roman" panose="02020603050405020304" pitchFamily="18" charset="0"/>
              <a:ea typeface="宋体" pitchFamily="2" charset="-122"/>
            </a:endParaRPr>
          </a:p>
        </p:txBody>
      </p:sp>
      <p:sp>
        <p:nvSpPr>
          <p:cNvPr id="84" name="Rectangle 2"/>
          <p:cNvSpPr>
            <a:spLocks noGrp="true" noChangeArrowheads="true"/>
          </p:cNvSpPr>
          <p:nvPr>
            <p:ph type="title"/>
          </p:nvPr>
        </p:nvSpPr>
        <p:spPr/>
        <p:txBody>
          <a:bodyPr/>
          <a:lstStyle/>
          <a:p>
            <a:pPr/>
            <a:r>
              <a:rPr lang="en-US" altLang="zh-CN">
                <a:ea typeface="宋体" pitchFamily="2" charset="-122"/>
              </a:rPr>
              <a:t>Sending Signals from the Keyboard</a:t>
            </a:r>
            <a:endParaRPr/>
          </a:p>
        </p:txBody>
      </p:sp>
      <p:sp>
        <p:nvSpPr>
          <p:cNvPr id="85" name="Rectangle 3"/>
          <p:cNvSpPr>
            <a:spLocks noGrp="true" noChangeArrowheads="true"/>
          </p:cNvSpPr>
          <p:nvPr>
            <p:ph type="body" idx="1"/>
          </p:nvPr>
        </p:nvSpPr>
        <p:spPr>
          <a:xfrm>
            <a:off x="457200" y="1600200"/>
            <a:ext cx="8077200" cy="4419600"/>
          </a:xfrm>
        </p:spPr>
        <p:txBody>
          <a:bodyPr/>
          <a:lstStyle/>
          <a:p>
            <a:pPr>
              <a:lnSpc>
                <a:spcPct val="140000"/>
              </a:lnSpc>
              <a:buChar char="•"/>
              <a:defRPr sz="2800">
                <a:solidFill>
                  <a:schemeClr val="tx1">
                    <a:alpha val="100000"/>
                  </a:schemeClr>
                </a:solidFill>
                <a:latin typeface="Comic Sans MS"/>
                <a:ea typeface="Comic Sans MS"/>
                <a:cs typeface="+mn-cs"/>
              </a:defRPr>
            </a:pPr>
            <a:r>
              <a:rPr lang="en-US">
                <a:solidFill>
                  <a:schemeClr val="tx1">
                    <a:alpha val="100000"/>
                  </a:schemeClr>
                </a:solidFill>
                <a:latin typeface="Comic Sans MS"/>
                <a:ea typeface="宋体"/>
                <a:cs typeface="+mn-cs"/>
              </a:rPr>
              <a:t>Shell</a:t>
            </a:r>
            <a:r>
              <a:rPr lang="zh-CN">
                <a:solidFill>
                  <a:schemeClr val="tx1">
                    <a:alpha val="100000"/>
                  </a:schemeClr>
                </a:solidFill>
                <a:latin typeface="Comic Sans MS"/>
                <a:ea typeface="宋体"/>
                <a:cs typeface="+mn-cs"/>
              </a:rPr>
              <a:t>会为每个</a:t>
            </a:r>
            <a:r>
              <a:rPr lang="en-US">
                <a:solidFill>
                  <a:schemeClr val="tx1">
                    <a:alpha val="100000"/>
                  </a:schemeClr>
                </a:solidFill>
                <a:latin typeface="Comic Sans MS"/>
                <a:ea typeface="宋体"/>
                <a:cs typeface="+mn-cs"/>
              </a:rPr>
              <a:t>job</a:t>
            </a:r>
            <a:r>
              <a:rPr lang="zh-CN">
                <a:solidFill>
                  <a:schemeClr val="tx1">
                    <a:alpha val="100000"/>
                  </a:schemeClr>
                </a:solidFill>
                <a:latin typeface="Comic Sans MS"/>
                <a:ea typeface="宋体"/>
                <a:cs typeface="+mn-cs"/>
              </a:rPr>
              <a:t>创建一个</a:t>
            </a:r>
            <a:r>
              <a:rPr lang="en-US">
                <a:solidFill>
                  <a:schemeClr val="tx1">
                    <a:alpha val="100000"/>
                  </a:schemeClr>
                </a:solidFill>
                <a:latin typeface="Comic Sans MS"/>
                <a:ea typeface="宋体"/>
                <a:cs typeface="+mn-cs"/>
              </a:rPr>
              <a:t>process group</a:t>
            </a:r>
            <a:endParaRPr/>
          </a:p>
          <a:p>
            <a:pPr lvl="1">
              <a:lnSpc>
                <a:spcPct val="140000"/>
              </a:lnSpc>
              <a:buChar char="–"/>
              <a:defRPr sz="2400">
                <a:solidFill>
                  <a:schemeClr val="tx1">
                    <a:alpha val="100000"/>
                  </a:schemeClr>
                </a:solidFill>
                <a:latin typeface="Comic Sans MS"/>
              </a:defRPr>
            </a:pPr>
            <a:r>
              <a:rPr lang="zh-CN">
                <a:latin typeface="Comic Sans MS"/>
                <a:ea typeface="宋体"/>
              </a:rPr>
              <a:t>通常，</a:t>
            </a:r>
            <a:r>
              <a:rPr lang="en-US">
                <a:latin typeface="Comic Sans MS"/>
                <a:ea typeface="宋体"/>
              </a:rPr>
              <a:t>process group ID </a:t>
            </a:r>
            <a:r>
              <a:rPr lang="zh-CN">
                <a:latin typeface="Comic Sans MS"/>
                <a:ea typeface="宋体"/>
              </a:rPr>
              <a:t>来自</a:t>
            </a:r>
            <a:r>
              <a:rPr lang="en-US">
                <a:latin typeface="Comic Sans MS"/>
                <a:ea typeface="宋体"/>
              </a:rPr>
              <a:t>job</a:t>
            </a:r>
            <a:r>
              <a:rPr lang="zh-CN">
                <a:latin typeface="Comic Sans MS"/>
                <a:ea typeface="宋体"/>
              </a:rPr>
              <a:t>中的某个</a:t>
            </a:r>
            <a:r>
              <a:rPr lang="en-US">
                <a:solidFill>
                  <a:srgbClr val="FF0000">
                    <a:alpha val="100000"/>
                  </a:srgbClr>
                </a:solidFill>
                <a:latin typeface="Comic Sans MS"/>
                <a:ea typeface="宋体"/>
              </a:rPr>
              <a:t>parent process</a:t>
            </a:r>
            <a:endParaRPr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>
  <p:cSld>
    <p:spTree>
      <p:nvGrpSpPr>
        <p:cNvPr id="86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灯片编号占位符 5"/>
          <p:cNvSpPr>
            <a:spLocks noGrp="true"/>
          </p:cNvSpPr>
          <p:nvPr>
            <p:ph type="sldNum" sz="quarter" idx="12"/>
          </p:nvPr>
        </p:nvSpPr>
        <p:spPr>
          <a:noFill/>
          <a:extLst>
            <a:ext uri="{909E8E84-426E-40DD-AFC4-6F175D3DCCD1}"/>
            <a:ext uri="{91240B29-F687-4F45-9708-019B960494DF}"/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Comic Sans MS" panose="030F070203030202020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Comic Sans MS" panose="030F070203030202020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anose="030F070203030202020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Comic Sans MS" panose="030F070203030202020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Comic Sans MS" panose="030F0702030302020204" charset="0"/>
              </a:defRPr>
            </a:lvl5pPr>
            <a:lvl6pPr marL="2514600" indent="-228600" eaLnBrk="false" fontAlgn="base" hangingPunct="false">
              <a:spcBef>
                <a:spcPct val="20000"/>
              </a:spcBef>
              <a:spcAft>
                <a:spcPct val="1"/>
              </a:spcAft>
              <a:buChar char="»"/>
              <a:defRPr sz="2000">
                <a:solidFill>
                  <a:schemeClr val="tx1"/>
                </a:solidFill>
                <a:latin typeface="Comic Sans MS" panose="030F0702030302020204" charset="0"/>
              </a:defRPr>
            </a:lvl6pPr>
            <a:lvl7pPr marL="2971800" indent="-228600" eaLnBrk="false" fontAlgn="base" hangingPunct="false">
              <a:spcBef>
                <a:spcPct val="20000"/>
              </a:spcBef>
              <a:spcAft>
                <a:spcPct val="1"/>
              </a:spcAft>
              <a:buChar char="»"/>
              <a:defRPr sz="2000">
                <a:solidFill>
                  <a:schemeClr val="tx1"/>
                </a:solidFill>
                <a:latin typeface="Comic Sans MS" panose="030F0702030302020204" charset="0"/>
              </a:defRPr>
            </a:lvl7pPr>
            <a:lvl8pPr marL="3429000" indent="-228600" eaLnBrk="false" fontAlgn="base" hangingPunct="false">
              <a:spcBef>
                <a:spcPct val="20000"/>
              </a:spcBef>
              <a:spcAft>
                <a:spcPct val="1"/>
              </a:spcAft>
              <a:buChar char="»"/>
              <a:defRPr sz="2000">
                <a:solidFill>
                  <a:schemeClr val="tx1"/>
                </a:solidFill>
                <a:latin typeface="Comic Sans MS" panose="030F0702030302020204" charset="0"/>
              </a:defRPr>
            </a:lvl8pPr>
            <a:lvl9pPr marL="3886200" indent="-228600" eaLnBrk="false" fontAlgn="base" hangingPunct="false">
              <a:spcBef>
                <a:spcPct val="20000"/>
              </a:spcBef>
              <a:spcAft>
                <a:spcPct val="1"/>
              </a:spcAft>
              <a:buChar char="»"/>
              <a:defRPr sz="2000">
                <a:solidFill>
                  <a:schemeClr val="tx1"/>
                </a:solidFill>
                <a:latin typeface="Comic Sans MS" panose="030F0702030302020204" charset="0"/>
              </a:defRPr>
            </a:lvl9pPr>
          </a:lstStyle>
          <a:p>
            <a:pPr>
              <a:spcBef>
                <a:spcPct val="1"/>
              </a:spcBef>
              <a:buFontTx/>
              <a:buNone/>
            </a:pPr>
            <a:fld id="{E0B23D74-1841-5C42-887F-6FB274CA99BB}" type="slidenum">
              <a:rPr lang="zh-CN" altLang="en-US" sz="1400">
                <a:latin typeface="Times New Roman" panose="02020603050405020304" pitchFamily="18" charset="0"/>
                <a:ea typeface="宋体" pitchFamily="2" charset="-122"/>
              </a:rPr>
              <a:t>27</a:t>
            </a:fld>
            <a:endParaRPr lang="en-US" altLang="zh-CN" sz="1400">
              <a:latin typeface="Times New Roman" panose="02020603050405020304" pitchFamily="18" charset="0"/>
              <a:ea typeface="宋体" pitchFamily="2" charset="-122"/>
            </a:endParaRPr>
          </a:p>
        </p:txBody>
      </p:sp>
      <p:sp>
        <p:nvSpPr>
          <p:cNvPr id="88" name="Rectangle 2"/>
          <p:cNvSpPr>
            <a:spLocks noGrp="true" noChangeArrowheads="true"/>
          </p:cNvSpPr>
          <p:nvPr>
            <p:ph type="title"/>
          </p:nvPr>
        </p:nvSpPr>
        <p:spPr/>
        <p:txBody>
          <a:bodyPr/>
          <a:lstStyle/>
          <a:p>
            <a:pPr/>
            <a:r>
              <a:rPr lang="en-US" altLang="zh-CN">
                <a:ea typeface="宋体" pitchFamily="2" charset="-122"/>
              </a:rPr>
              <a:t>Sending Signals from the Keyboard</a:t>
            </a:r>
            <a:endParaRPr/>
          </a:p>
        </p:txBody>
      </p:sp>
      <p:sp>
        <p:nvSpPr>
          <p:cNvPr id="89" name="Rectangle 26"/>
          <p:cNvSpPr/>
          <p:nvPr/>
        </p:nvSpPr>
        <p:spPr bwMode="auto">
          <a:xfrm>
            <a:off x="5959475" y="2884244"/>
            <a:ext cx="2057400" cy="1644213"/>
          </a:xfrm>
          <a:prstGeom prst="rect">
            <a:avLst/>
          </a:prstGeom>
          <a:solidFill>
            <a:schemeClr val="bg2">
              <a:lumMod val="20000"/>
              <a:lumOff val="80000"/>
            </a:schemeClr>
          </a:solidFill>
          <a:ln w="25400" cap="flat" cmpd="sng" algn="ctr">
            <a:noFill/>
            <a:prstDash val="solid"/>
            <a:round/>
            <a:headEnd type="none" w="med" len="med"/>
            <a:tailEnd type="arrow" w="med" len="med"/>
          </a:ln>
          <a:effectLst/>
        </p:spPr>
        <p:txBody>
          <a:bodyPr rtlCol="false" anchor="ctr"/>
          <a:lstStyle/>
          <a:p>
            <a:pPr algn="ctr"/>
            <a:endParaRPr lang="en-US"/>
          </a:p>
        </p:txBody>
      </p:sp>
      <p:sp>
        <p:nvSpPr>
          <p:cNvPr id="90" name="Rectangle 27"/>
          <p:cNvSpPr/>
          <p:nvPr/>
        </p:nvSpPr>
        <p:spPr bwMode="auto">
          <a:xfrm>
            <a:off x="3673475" y="2875653"/>
            <a:ext cx="2057400" cy="1644213"/>
          </a:xfrm>
          <a:prstGeom prst="rect">
            <a:avLst/>
          </a:prstGeom>
          <a:solidFill>
            <a:schemeClr val="bg2">
              <a:lumMod val="20000"/>
              <a:lumOff val="80000"/>
            </a:schemeClr>
          </a:solidFill>
          <a:ln w="25400" cap="flat" cmpd="sng" algn="ctr">
            <a:noFill/>
            <a:prstDash val="solid"/>
            <a:round/>
            <a:headEnd type="none" w="med" len="med"/>
            <a:tailEnd type="arrow" w="med" len="med"/>
          </a:ln>
          <a:effectLst/>
        </p:spPr>
        <p:txBody>
          <a:bodyPr rtlCol="false" anchor="ctr"/>
          <a:lstStyle/>
          <a:p>
            <a:pPr algn="ctr"/>
            <a:endParaRPr lang="en-US"/>
          </a:p>
        </p:txBody>
      </p:sp>
      <p:sp>
        <p:nvSpPr>
          <p:cNvPr id="91" name="Rectangle 28"/>
          <p:cNvSpPr/>
          <p:nvPr/>
        </p:nvSpPr>
        <p:spPr bwMode="auto">
          <a:xfrm>
            <a:off x="947972" y="2875653"/>
            <a:ext cx="2514600" cy="3099375"/>
          </a:xfrm>
          <a:prstGeom prst="rect">
            <a:avLst/>
          </a:prstGeom>
          <a:solidFill>
            <a:srgbClr val="F1C7C7"/>
          </a:solidFill>
          <a:ln w="25400" cap="flat" cmpd="sng" algn="ctr">
            <a:noFill/>
            <a:prstDash val="solid"/>
            <a:round/>
            <a:headEnd type="none" w="med" len="med"/>
            <a:tailEnd type="arrow" w="med" len="med"/>
          </a:ln>
          <a:effectLst/>
        </p:spPr>
        <p:txBody>
          <a:bodyPr rtlCol="false" anchor="ctr"/>
          <a:lstStyle/>
          <a:p>
            <a:pPr algn="ctr"/>
            <a:endParaRPr lang="en-US"/>
          </a:p>
        </p:txBody>
      </p:sp>
      <p:sp>
        <p:nvSpPr>
          <p:cNvPr id="92" name="Oval 4"/>
          <p:cNvSpPr>
            <a:spLocks noChangeAspect="true" noChangeArrowheads="true"/>
          </p:cNvSpPr>
          <p:nvPr/>
        </p:nvSpPr>
        <p:spPr bwMode="auto">
          <a:xfrm>
            <a:off x="1762125" y="2956832"/>
            <a:ext cx="982663" cy="885825"/>
          </a:xfrm>
          <a:prstGeom prst="ellipse">
            <a:avLst/>
          </a:prstGeom>
          <a:solidFill>
            <a:schemeClr val="accent2">
              <a:lumMod val="20000"/>
              <a:lumOff val="80000"/>
            </a:schemeClr>
          </a:solidFill>
          <a:ln w="12700">
            <a:solidFill>
              <a:schemeClr val="tx1"/>
            </a:solidFill>
            <a:round/>
          </a:ln>
          <a:effectLst/>
        </p:spPr>
        <p:txBody>
          <a:bodyPr wrap="none" anchor="ctr"/>
          <a:lstStyle/>
          <a:p>
            <a:pPr algn="ctr"/>
            <a:r>
              <a:rPr lang="en-US" sz="1600" dirty="false">
                <a:latin typeface="Calibri" pitchFamily="34" charset="0"/>
              </a:rPr>
              <a:t>Fore-</a:t>
            </a:r>
            <a:endParaRPr/>
          </a:p>
          <a:p>
            <a:pPr algn="ctr"/>
            <a:r>
              <a:rPr lang="en-US" sz="1600" dirty="false">
                <a:latin typeface="Calibri" pitchFamily="34" charset="0"/>
              </a:rPr>
              <a:t>ground</a:t>
            </a:r>
            <a:endParaRPr/>
          </a:p>
          <a:p>
            <a:pPr algn="ctr"/>
            <a:r>
              <a:rPr lang="en-US" sz="1600" dirty="false">
                <a:latin typeface="Calibri" pitchFamily="34" charset="0"/>
              </a:rPr>
              <a:t>job</a:t>
            </a:r>
            <a:endParaRPr/>
          </a:p>
        </p:txBody>
      </p:sp>
      <p:sp>
        <p:nvSpPr>
          <p:cNvPr id="93" name="Oval 5"/>
          <p:cNvSpPr>
            <a:spLocks noChangeAspect="true" noChangeArrowheads="true"/>
          </p:cNvSpPr>
          <p:nvPr/>
        </p:nvSpPr>
        <p:spPr bwMode="auto">
          <a:xfrm>
            <a:off x="3957638" y="2956832"/>
            <a:ext cx="982662" cy="863600"/>
          </a:xfrm>
          <a:prstGeom prst="ellipse">
            <a:avLst/>
          </a:prstGeom>
          <a:solidFill>
            <a:schemeClr val="accent2">
              <a:lumMod val="20000"/>
              <a:lumOff val="80000"/>
            </a:schemeClr>
          </a:solidFill>
          <a:ln w="12700">
            <a:solidFill>
              <a:schemeClr val="tx1"/>
            </a:solidFill>
            <a:round/>
          </a:ln>
          <a:effectLst/>
        </p:spPr>
        <p:txBody>
          <a:bodyPr wrap="none" anchor="ctr"/>
          <a:lstStyle/>
          <a:p>
            <a:pPr algn="ctr">
              <a:lnSpc>
                <a:spcPct val="100000"/>
              </a:lnSpc>
            </a:pPr>
            <a:r>
              <a:rPr lang="en-US" sz="1600" dirty="false">
                <a:latin typeface="Calibri" pitchFamily="34" charset="0"/>
              </a:rPr>
              <a:t>Back-</a:t>
            </a:r>
            <a:endParaRPr/>
          </a:p>
          <a:p>
            <a:pPr algn="ctr">
              <a:lnSpc>
                <a:spcPct val="100000"/>
              </a:lnSpc>
            </a:pPr>
            <a:r>
              <a:rPr lang="en-US" sz="1600" dirty="false">
                <a:latin typeface="Calibri" pitchFamily="34" charset="0"/>
              </a:rPr>
              <a:t>ground</a:t>
            </a:r>
            <a:endParaRPr/>
          </a:p>
          <a:p>
            <a:pPr algn="ctr">
              <a:lnSpc>
                <a:spcPct val="100000"/>
              </a:lnSpc>
            </a:pPr>
            <a:r>
              <a:rPr lang="en-US" sz="1600" dirty="false">
                <a:latin typeface="Calibri" pitchFamily="34" charset="0"/>
              </a:rPr>
              <a:t>job #1</a:t>
            </a:r>
            <a:endParaRPr/>
          </a:p>
        </p:txBody>
      </p:sp>
      <p:sp>
        <p:nvSpPr>
          <p:cNvPr id="94" name="Oval 6"/>
          <p:cNvSpPr>
            <a:spLocks noChangeAspect="true" noChangeArrowheads="true"/>
          </p:cNvSpPr>
          <p:nvPr/>
        </p:nvSpPr>
        <p:spPr bwMode="auto">
          <a:xfrm>
            <a:off x="6111875" y="2956832"/>
            <a:ext cx="984250" cy="885825"/>
          </a:xfrm>
          <a:prstGeom prst="ellipse">
            <a:avLst/>
          </a:prstGeom>
          <a:solidFill>
            <a:schemeClr val="accent2">
              <a:lumMod val="20000"/>
              <a:lumOff val="80000"/>
            </a:schemeClr>
          </a:solidFill>
          <a:ln w="12700">
            <a:solidFill>
              <a:schemeClr val="tx1"/>
            </a:solidFill>
            <a:round/>
          </a:ln>
          <a:effectLst/>
        </p:spPr>
        <p:txBody>
          <a:bodyPr wrap="none" anchor="ctr"/>
          <a:lstStyle/>
          <a:p>
            <a:pPr algn="ctr"/>
            <a:r>
              <a:rPr lang="en-US" sz="1600" dirty="false">
                <a:latin typeface="Calibri" pitchFamily="34" charset="0"/>
              </a:rPr>
              <a:t>Back-</a:t>
            </a:r>
            <a:endParaRPr/>
          </a:p>
          <a:p>
            <a:pPr algn="ctr"/>
            <a:r>
              <a:rPr lang="en-US" sz="1600" dirty="false">
                <a:latin typeface="Calibri" pitchFamily="34" charset="0"/>
              </a:rPr>
              <a:t>ground</a:t>
            </a:r>
            <a:endParaRPr/>
          </a:p>
          <a:p>
            <a:pPr algn="ctr"/>
            <a:r>
              <a:rPr lang="en-US" sz="1600" dirty="false">
                <a:latin typeface="Calibri" pitchFamily="34" charset="0"/>
              </a:rPr>
              <a:t>job #2</a:t>
            </a:r>
            <a:endParaRPr/>
          </a:p>
        </p:txBody>
      </p:sp>
      <p:sp>
        <p:nvSpPr>
          <p:cNvPr id="95" name="Oval 7"/>
          <p:cNvSpPr>
            <a:spLocks noChangeAspect="true" noChangeArrowheads="true"/>
          </p:cNvSpPr>
          <p:nvPr/>
        </p:nvSpPr>
        <p:spPr bwMode="auto">
          <a:xfrm>
            <a:off x="3962400" y="1632857"/>
            <a:ext cx="984250" cy="776288"/>
          </a:xfrm>
          <a:prstGeom prst="ellipse">
            <a:avLst/>
          </a:prstGeom>
          <a:solidFill>
            <a:schemeClr val="accent2">
              <a:lumMod val="20000"/>
              <a:lumOff val="80000"/>
            </a:schemeClr>
          </a:solidFill>
          <a:ln w="12700">
            <a:solidFill>
              <a:schemeClr val="tx1"/>
            </a:solidFill>
            <a:round/>
          </a:ln>
          <a:effectLst/>
        </p:spPr>
        <p:txBody>
          <a:bodyPr wrap="none" anchor="ctr"/>
          <a:lstStyle/>
          <a:p>
            <a:pPr algn="ctr">
              <a:lnSpc>
                <a:spcPct val="100000"/>
              </a:lnSpc>
            </a:pPr>
            <a:r>
              <a:rPr lang="en-US" sz="1600" b="true" dirty="false">
                <a:latin typeface="Calibri" pitchFamily="34" charset="0"/>
              </a:rPr>
              <a:t>Shell</a:t>
            </a:r>
            <a:endParaRPr/>
          </a:p>
        </p:txBody>
      </p:sp>
      <p:sp>
        <p:nvSpPr>
          <p:cNvPr id="96" name="Oval 8"/>
          <p:cNvSpPr>
            <a:spLocks noChangeAspect="true" noChangeArrowheads="true"/>
          </p:cNvSpPr>
          <p:nvPr/>
        </p:nvSpPr>
        <p:spPr bwMode="auto">
          <a:xfrm>
            <a:off x="1203325" y="4142695"/>
            <a:ext cx="984250" cy="776287"/>
          </a:xfrm>
          <a:prstGeom prst="ellipse">
            <a:avLst/>
          </a:prstGeom>
          <a:solidFill>
            <a:schemeClr val="accent2">
              <a:lumMod val="20000"/>
              <a:lumOff val="80000"/>
            </a:schemeClr>
          </a:solidFill>
          <a:ln w="12700">
            <a:solidFill>
              <a:schemeClr val="tx1"/>
            </a:solidFill>
            <a:round/>
          </a:ln>
          <a:effectLst/>
        </p:spPr>
        <p:txBody>
          <a:bodyPr wrap="none" anchor="ctr"/>
          <a:lstStyle/>
          <a:p>
            <a:pPr algn="ctr">
              <a:lnSpc>
                <a:spcPct val="100000"/>
              </a:lnSpc>
            </a:pPr>
            <a:r>
              <a:rPr lang="en-US" sz="1600" dirty="false">
                <a:latin typeface="Calibri" pitchFamily="34" charset="0"/>
              </a:rPr>
              <a:t>Child</a:t>
            </a:r>
            <a:endParaRPr/>
          </a:p>
        </p:txBody>
      </p:sp>
      <p:sp>
        <p:nvSpPr>
          <p:cNvPr id="97" name="Oval 9"/>
          <p:cNvSpPr>
            <a:spLocks noChangeAspect="true" noChangeArrowheads="true"/>
          </p:cNvSpPr>
          <p:nvPr/>
        </p:nvSpPr>
        <p:spPr bwMode="auto">
          <a:xfrm>
            <a:off x="2328863" y="4142695"/>
            <a:ext cx="984250" cy="776287"/>
          </a:xfrm>
          <a:prstGeom prst="ellipse">
            <a:avLst/>
          </a:prstGeom>
          <a:solidFill>
            <a:schemeClr val="accent2">
              <a:lumMod val="20000"/>
              <a:lumOff val="80000"/>
            </a:schemeClr>
          </a:solidFill>
          <a:ln w="12700">
            <a:solidFill>
              <a:schemeClr val="tx1"/>
            </a:solidFill>
            <a:round/>
          </a:ln>
          <a:effectLst/>
        </p:spPr>
        <p:txBody>
          <a:bodyPr wrap="none" anchor="ctr"/>
          <a:lstStyle/>
          <a:p>
            <a:pPr algn="ctr"/>
            <a:r>
              <a:rPr lang="en-US" sz="1600" dirty="false">
                <a:latin typeface="Calibri" pitchFamily="34" charset="0"/>
              </a:rPr>
              <a:t>Child</a:t>
            </a:r>
            <a:endParaRPr/>
          </a:p>
        </p:txBody>
      </p:sp>
      <p:sp>
        <p:nvSpPr>
          <p:cNvPr id="98" name="Line 10"/>
          <p:cNvSpPr>
            <a:spLocks noChangeAspect="true" noChangeShapeType="true"/>
          </p:cNvSpPr>
          <p:nvPr/>
        </p:nvSpPr>
        <p:spPr bwMode="auto">
          <a:xfrm flipH="true">
            <a:off x="1770063" y="3779157"/>
            <a:ext cx="182562" cy="369888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</a:ln>
          <a:effectLst/>
        </p:spPr>
        <p:txBody>
          <a:bodyPr anchor="ctr">
            <a:spAutoFit/>
          </a:bodyPr>
          <a:lstStyle/>
          <a:p>
            <a:pPr/>
            <a:endParaRPr lang="en-US" dirty="false">
              <a:latin typeface="Calibri" pitchFamily="34" charset="0"/>
            </a:endParaRPr>
          </a:p>
        </p:txBody>
      </p:sp>
      <p:sp>
        <p:nvSpPr>
          <p:cNvPr id="99" name="Line 11"/>
          <p:cNvSpPr>
            <a:spLocks noChangeAspect="true" noChangeShapeType="true"/>
          </p:cNvSpPr>
          <p:nvPr/>
        </p:nvSpPr>
        <p:spPr bwMode="auto">
          <a:xfrm>
            <a:off x="2549525" y="3775982"/>
            <a:ext cx="163513" cy="36195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</a:ln>
          <a:effectLst/>
        </p:spPr>
        <p:txBody>
          <a:bodyPr anchor="ctr">
            <a:spAutoFit/>
          </a:bodyPr>
          <a:lstStyle/>
          <a:p>
            <a:pPr/>
            <a:endParaRPr lang="en-US" dirty="false">
              <a:latin typeface="Calibri" pitchFamily="34" charset="0"/>
            </a:endParaRPr>
          </a:p>
        </p:txBody>
      </p:sp>
      <p:sp>
        <p:nvSpPr>
          <p:cNvPr id="100" name="Line 12"/>
          <p:cNvSpPr>
            <a:spLocks noChangeAspect="true" noChangeShapeType="true"/>
          </p:cNvSpPr>
          <p:nvPr/>
        </p:nvSpPr>
        <p:spPr bwMode="auto">
          <a:xfrm>
            <a:off x="4457700" y="2394857"/>
            <a:ext cx="0" cy="557213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</a:ln>
          <a:effectLst/>
        </p:spPr>
        <p:txBody>
          <a:bodyPr wrap="none" anchor="ctr">
            <a:spAutoFit/>
          </a:bodyPr>
          <a:lstStyle/>
          <a:p>
            <a:pPr/>
            <a:endParaRPr lang="en-US" dirty="false">
              <a:latin typeface="Calibri" pitchFamily="34" charset="0"/>
            </a:endParaRPr>
          </a:p>
        </p:txBody>
      </p:sp>
      <p:sp>
        <p:nvSpPr>
          <p:cNvPr id="101" name="Line 13"/>
          <p:cNvSpPr>
            <a:spLocks noChangeAspect="true" noChangeShapeType="true"/>
          </p:cNvSpPr>
          <p:nvPr/>
        </p:nvSpPr>
        <p:spPr bwMode="auto">
          <a:xfrm flipH="true">
            <a:off x="2632075" y="2302782"/>
            <a:ext cx="1481138" cy="801688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</a:ln>
          <a:effectLst/>
        </p:spPr>
        <p:txBody>
          <a:bodyPr anchor="ctr">
            <a:spAutoFit/>
          </a:bodyPr>
          <a:lstStyle/>
          <a:p>
            <a:pPr/>
            <a:endParaRPr lang="en-US" dirty="false">
              <a:latin typeface="Calibri" pitchFamily="34" charset="0"/>
            </a:endParaRPr>
          </a:p>
        </p:txBody>
      </p:sp>
      <p:sp>
        <p:nvSpPr>
          <p:cNvPr id="102" name="Line 14"/>
          <p:cNvSpPr>
            <a:spLocks noChangeAspect="true" noChangeShapeType="true"/>
          </p:cNvSpPr>
          <p:nvPr/>
        </p:nvSpPr>
        <p:spPr bwMode="auto">
          <a:xfrm>
            <a:off x="4832350" y="2263095"/>
            <a:ext cx="1412875" cy="833437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</a:ln>
          <a:effectLst/>
        </p:spPr>
        <p:txBody>
          <a:bodyPr anchor="ctr">
            <a:spAutoFit/>
          </a:bodyPr>
          <a:lstStyle/>
          <a:p>
            <a:pPr/>
            <a:endParaRPr lang="en-US" dirty="false">
              <a:latin typeface="Calibri" pitchFamily="34" charset="0"/>
            </a:endParaRPr>
          </a:p>
        </p:txBody>
      </p:sp>
      <p:sp>
        <p:nvSpPr>
          <p:cNvPr id="103" name="Text Box 15"/>
          <p:cNvSpPr txBox="true">
            <a:spLocks noChangeAspect="true" noChangeArrowheads="true"/>
          </p:cNvSpPr>
          <p:nvPr/>
        </p:nvSpPr>
        <p:spPr bwMode="auto">
          <a:xfrm>
            <a:off x="3160713" y="1797957"/>
            <a:ext cx="828675" cy="457200"/>
          </a:xfrm>
          <a:prstGeom prst="rect">
            <a:avLst/>
          </a:prstGeom>
          <a:noFill/>
          <a:ln w="12700">
            <a:noFill/>
            <a:miter lim="800000"/>
          </a:ln>
          <a:effectLst/>
        </p:spPr>
        <p:txBody>
          <a:bodyPr wrap="none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lang="en-US" sz="1200" b="true">
                <a:latin typeface="Courier New" panose="02070309020205020404" charset="0"/>
              </a:rPr>
              <a:t>pid=10</a:t>
            </a:r>
            <a:endParaRPr/>
          </a:p>
          <a:p>
            <a:pPr algn="r">
              <a:lnSpc>
                <a:spcPct val="100000"/>
              </a:lnSpc>
            </a:pPr>
            <a:r>
              <a:rPr lang="en-US" sz="1200" b="true">
                <a:latin typeface="Courier New" panose="02070309020205020404" charset="0"/>
              </a:rPr>
              <a:t>pgid=10</a:t>
            </a:r>
            <a:endParaRPr/>
          </a:p>
        </p:txBody>
      </p:sp>
      <p:sp>
        <p:nvSpPr>
          <p:cNvPr id="104" name="Text Box 17"/>
          <p:cNvSpPr txBox="true">
            <a:spLocks noChangeAspect="true" noChangeArrowheads="true"/>
          </p:cNvSpPr>
          <p:nvPr/>
        </p:nvSpPr>
        <p:spPr bwMode="auto">
          <a:xfrm>
            <a:off x="947973" y="5391482"/>
            <a:ext cx="1765066" cy="584775"/>
          </a:xfrm>
          <a:prstGeom prst="rect">
            <a:avLst/>
          </a:prstGeom>
          <a:noFill/>
          <a:ln w="12700">
            <a:noFill/>
            <a:miter lim="800000"/>
          </a:ln>
          <a:effectLst/>
        </p:spPr>
        <p:txBody>
          <a:bodyPr wrap="square" anchor="ctr">
            <a:spAutoFit/>
          </a:bodyPr>
          <a:lstStyle/>
          <a:p>
            <a:pPr>
              <a:lnSpc>
                <a:spcPct val="100000"/>
              </a:lnSpc>
            </a:pPr>
            <a:r>
              <a:rPr lang="en-US" sz="1600" b="true" i="true" dirty="false">
                <a:solidFill>
                  <a:srgbClr val="C00000"/>
                </a:solidFill>
                <a:latin typeface="Calibri" pitchFamily="34" charset="0"/>
              </a:rPr>
              <a:t>Foreground </a:t>
            </a:r>
            <a:endParaRPr/>
          </a:p>
          <a:p>
            <a:pPr>
              <a:lnSpc>
                <a:spcPct val="100000"/>
              </a:lnSpc>
            </a:pPr>
            <a:r>
              <a:rPr lang="en-US" sz="1600" b="true" i="true" dirty="false">
                <a:solidFill>
                  <a:srgbClr val="C00000"/>
                </a:solidFill>
                <a:latin typeface="Calibri" pitchFamily="34" charset="0"/>
              </a:rPr>
              <a:t>process group 20</a:t>
            </a:r>
            <a:endParaRPr/>
          </a:p>
        </p:txBody>
      </p:sp>
      <p:sp>
        <p:nvSpPr>
          <p:cNvPr id="105" name="Text Box 19"/>
          <p:cNvSpPr txBox="true">
            <a:spLocks noChangeAspect="true" noChangeArrowheads="true"/>
          </p:cNvSpPr>
          <p:nvPr/>
        </p:nvSpPr>
        <p:spPr bwMode="auto">
          <a:xfrm>
            <a:off x="3673475" y="3918857"/>
            <a:ext cx="1629100" cy="584775"/>
          </a:xfrm>
          <a:prstGeom prst="rect">
            <a:avLst/>
          </a:prstGeom>
          <a:noFill/>
          <a:ln w="12700">
            <a:noFill/>
            <a:miter lim="800000"/>
          </a:ln>
          <a:effectLst/>
        </p:spPr>
        <p:txBody>
          <a:bodyPr wrap="none" anchor="ctr">
            <a:spAutoFit/>
          </a:bodyPr>
          <a:lstStyle/>
          <a:p>
            <a:pPr/>
            <a:r>
              <a:rPr lang="en-US" sz="1600" i="true" dirty="false">
                <a:solidFill>
                  <a:schemeClr val="tx1">
                    <a:lumMod val="50000"/>
                    <a:lumOff val="50000"/>
                  </a:schemeClr>
                </a:solidFill>
                <a:latin typeface="Calibri" pitchFamily="34" charset="0"/>
              </a:rPr>
              <a:t>Background</a:t>
            </a:r>
            <a:endParaRPr/>
          </a:p>
          <a:p>
            <a:pPr/>
            <a:r>
              <a:rPr lang="en-US" sz="1600" i="true" dirty="false">
                <a:solidFill>
                  <a:schemeClr val="tx1">
                    <a:lumMod val="50000"/>
                    <a:lumOff val="50000"/>
                  </a:schemeClr>
                </a:solidFill>
                <a:latin typeface="Calibri" pitchFamily="34" charset="0"/>
              </a:rPr>
              <a:t>process group 32</a:t>
            </a:r>
            <a:endParaRPr/>
          </a:p>
        </p:txBody>
      </p:sp>
      <p:sp>
        <p:nvSpPr>
          <p:cNvPr id="106" name="Text Box 20"/>
          <p:cNvSpPr txBox="true">
            <a:spLocks noChangeAspect="true" noChangeArrowheads="true"/>
          </p:cNvSpPr>
          <p:nvPr/>
        </p:nvSpPr>
        <p:spPr bwMode="auto">
          <a:xfrm>
            <a:off x="5959475" y="3943682"/>
            <a:ext cx="1629100" cy="584775"/>
          </a:xfrm>
          <a:prstGeom prst="rect">
            <a:avLst/>
          </a:prstGeom>
          <a:noFill/>
          <a:ln w="12700">
            <a:noFill/>
            <a:miter lim="800000"/>
          </a:ln>
          <a:effectLst/>
        </p:spPr>
        <p:txBody>
          <a:bodyPr wrap="none" anchor="ctr">
            <a:spAutoFit/>
          </a:bodyPr>
          <a:lstStyle/>
          <a:p>
            <a:pPr>
              <a:lnSpc>
                <a:spcPct val="100000"/>
              </a:lnSpc>
            </a:pPr>
            <a:r>
              <a:rPr lang="en-US" sz="1600" b="true" i="true" dirty="false">
                <a:solidFill>
                  <a:schemeClr val="tx1">
                    <a:lumMod val="50000"/>
                    <a:lumOff val="50000"/>
                  </a:schemeClr>
                </a:solidFill>
                <a:latin typeface="Calibri" pitchFamily="34" charset="0"/>
              </a:rPr>
              <a:t>Background</a:t>
            </a:r>
            <a:endParaRPr/>
          </a:p>
          <a:p>
            <a:pPr>
              <a:lnSpc>
                <a:spcPct val="100000"/>
              </a:lnSpc>
            </a:pPr>
            <a:r>
              <a:rPr lang="en-US" sz="1600" b="true" i="true" dirty="false">
                <a:solidFill>
                  <a:schemeClr val="tx1">
                    <a:lumMod val="50000"/>
                    <a:lumOff val="50000"/>
                  </a:schemeClr>
                </a:solidFill>
                <a:latin typeface="Calibri" pitchFamily="34" charset="0"/>
              </a:rPr>
              <a:t>process group 40</a:t>
            </a:r>
            <a:endParaRPr/>
          </a:p>
        </p:txBody>
      </p:sp>
      <p:sp>
        <p:nvSpPr>
          <p:cNvPr id="107" name="Text Box 22"/>
          <p:cNvSpPr txBox="true">
            <a:spLocks noChangeAspect="true" noChangeArrowheads="true"/>
          </p:cNvSpPr>
          <p:nvPr/>
        </p:nvSpPr>
        <p:spPr bwMode="auto">
          <a:xfrm>
            <a:off x="962025" y="3093357"/>
            <a:ext cx="828675" cy="457200"/>
          </a:xfrm>
          <a:prstGeom prst="rect">
            <a:avLst/>
          </a:prstGeom>
          <a:noFill/>
          <a:ln w="12700">
            <a:noFill/>
            <a:miter lim="800000"/>
          </a:ln>
          <a:effectLst/>
        </p:spPr>
        <p:txBody>
          <a:bodyPr wrap="none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lang="en-US" sz="1200" b="true">
                <a:latin typeface="Courier New" panose="02070309020205020404" charset="0"/>
              </a:rPr>
              <a:t>pid=20</a:t>
            </a:r>
            <a:endParaRPr/>
          </a:p>
          <a:p>
            <a:pPr algn="r">
              <a:lnSpc>
                <a:spcPct val="100000"/>
              </a:lnSpc>
            </a:pPr>
            <a:r>
              <a:rPr lang="en-US" sz="1200" b="true">
                <a:latin typeface="Courier New" panose="02070309020205020404" charset="0"/>
              </a:rPr>
              <a:t>pgid=20</a:t>
            </a:r>
            <a:endParaRPr/>
          </a:p>
        </p:txBody>
      </p:sp>
      <p:sp>
        <p:nvSpPr>
          <p:cNvPr id="108" name="Text Box 23"/>
          <p:cNvSpPr txBox="true">
            <a:spLocks noChangeAspect="true" noChangeArrowheads="true"/>
          </p:cNvSpPr>
          <p:nvPr/>
        </p:nvSpPr>
        <p:spPr bwMode="auto">
          <a:xfrm>
            <a:off x="4902200" y="3144157"/>
            <a:ext cx="828675" cy="457200"/>
          </a:xfrm>
          <a:prstGeom prst="rect">
            <a:avLst/>
          </a:prstGeom>
          <a:noFill/>
          <a:ln w="12700">
            <a:noFill/>
            <a:miter lim="800000"/>
          </a:ln>
          <a:effectLst/>
        </p:spPr>
        <p:txBody>
          <a:bodyPr wrap="non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lang="en-US" sz="1200" b="true">
                <a:latin typeface="Courier New" panose="02070309020205020404" charset="0"/>
              </a:rPr>
              <a:t>pid=32</a:t>
            </a:r>
            <a:endParaRPr/>
          </a:p>
          <a:p>
            <a:pPr algn="l">
              <a:lnSpc>
                <a:spcPct val="100000"/>
              </a:lnSpc>
            </a:pPr>
            <a:r>
              <a:rPr lang="en-US" sz="1200" b="true">
                <a:latin typeface="Courier New" panose="02070309020205020404" charset="0"/>
              </a:rPr>
              <a:t>pgid=32</a:t>
            </a:r>
            <a:endParaRPr/>
          </a:p>
        </p:txBody>
      </p:sp>
      <p:sp>
        <p:nvSpPr>
          <p:cNvPr id="109" name="Text Box 24"/>
          <p:cNvSpPr txBox="true">
            <a:spLocks noChangeAspect="true" noChangeArrowheads="true"/>
          </p:cNvSpPr>
          <p:nvPr/>
        </p:nvSpPr>
        <p:spPr bwMode="auto">
          <a:xfrm>
            <a:off x="7088404" y="3171145"/>
            <a:ext cx="828675" cy="457200"/>
          </a:xfrm>
          <a:prstGeom prst="rect">
            <a:avLst/>
          </a:prstGeom>
          <a:noFill/>
          <a:ln w="12700">
            <a:noFill/>
            <a:miter lim="800000"/>
          </a:ln>
          <a:effectLst/>
        </p:spPr>
        <p:txBody>
          <a:bodyPr wrap="non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lang="en-US" sz="1200" b="true">
                <a:latin typeface="Courier New" panose="02070309020205020404" charset="0"/>
              </a:rPr>
              <a:t>pid=40</a:t>
            </a:r>
            <a:endParaRPr/>
          </a:p>
          <a:p>
            <a:pPr algn="l">
              <a:lnSpc>
                <a:spcPct val="100000"/>
              </a:lnSpc>
            </a:pPr>
            <a:r>
              <a:rPr lang="en-US" sz="1200" b="true">
                <a:latin typeface="Courier New" panose="02070309020205020404" charset="0"/>
              </a:rPr>
              <a:t>pgid=40</a:t>
            </a:r>
            <a:endParaRPr/>
          </a:p>
        </p:txBody>
      </p:sp>
      <p:sp>
        <p:nvSpPr>
          <p:cNvPr id="110" name="Text Box 25"/>
          <p:cNvSpPr txBox="true">
            <a:spLocks noChangeAspect="true" noChangeArrowheads="true"/>
          </p:cNvSpPr>
          <p:nvPr/>
        </p:nvSpPr>
        <p:spPr bwMode="auto">
          <a:xfrm>
            <a:off x="1262063" y="4909457"/>
            <a:ext cx="828675" cy="457200"/>
          </a:xfrm>
          <a:prstGeom prst="rect">
            <a:avLst/>
          </a:prstGeom>
          <a:noFill/>
          <a:ln w="12700">
            <a:noFill/>
            <a:miter lim="800000"/>
          </a:ln>
          <a:effectLst/>
        </p:spPr>
        <p:txBody>
          <a:bodyPr wrap="none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lang="en-US" sz="1200" b="true">
                <a:latin typeface="Courier New" panose="02070309020205020404" charset="0"/>
              </a:rPr>
              <a:t>pid=21</a:t>
            </a:r>
            <a:endParaRPr/>
          </a:p>
          <a:p>
            <a:pPr algn="r">
              <a:lnSpc>
                <a:spcPct val="100000"/>
              </a:lnSpc>
            </a:pPr>
            <a:r>
              <a:rPr lang="en-US" sz="1200" b="true">
                <a:latin typeface="Courier New" panose="02070309020205020404" charset="0"/>
              </a:rPr>
              <a:t>pgid=20</a:t>
            </a:r>
            <a:endParaRPr/>
          </a:p>
        </p:txBody>
      </p:sp>
      <p:sp>
        <p:nvSpPr>
          <p:cNvPr id="111" name="Text Box 26"/>
          <p:cNvSpPr txBox="true">
            <a:spLocks noChangeAspect="true" noChangeArrowheads="true"/>
          </p:cNvSpPr>
          <p:nvPr/>
        </p:nvSpPr>
        <p:spPr bwMode="auto">
          <a:xfrm>
            <a:off x="2405063" y="4909457"/>
            <a:ext cx="828675" cy="457200"/>
          </a:xfrm>
          <a:prstGeom prst="rect">
            <a:avLst/>
          </a:prstGeom>
          <a:noFill/>
          <a:ln w="12700">
            <a:noFill/>
            <a:miter lim="800000"/>
          </a:ln>
          <a:effectLst/>
        </p:spPr>
        <p:txBody>
          <a:bodyPr wrap="none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lang="en-US" sz="1200" b="true">
                <a:latin typeface="Courier New" panose="02070309020205020404" charset="0"/>
              </a:rPr>
              <a:t>pid=22</a:t>
            </a:r>
            <a:endParaRPr/>
          </a:p>
          <a:p>
            <a:pPr algn="r">
              <a:lnSpc>
                <a:spcPct val="100000"/>
              </a:lnSpc>
            </a:pPr>
            <a:r>
              <a:rPr lang="en-US" sz="1200" b="true">
                <a:latin typeface="Courier New" panose="02070309020205020404" charset="0"/>
              </a:rPr>
              <a:t>pgid=20</a:t>
            </a:r>
            <a:endParaRPr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>
  <p:cSld>
    <p:spTree>
      <p:nvGrpSpPr>
        <p:cNvPr id="11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灯片编号占位符 5"/>
          <p:cNvSpPr>
            <a:spLocks noGrp="true"/>
          </p:cNvSpPr>
          <p:nvPr>
            <p:ph type="sldNum" sz="quarter" idx="12"/>
          </p:nvPr>
        </p:nvSpPr>
        <p:spPr>
          <a:noFill/>
          <a:extLst>
            <a:ext uri="{909E8E84-426E-40DD-AFC4-6F175D3DCCD1}"/>
            <a:ext uri="{91240B29-F687-4F45-9708-019B960494DF}"/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Comic Sans MS" panose="030F070203030202020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Comic Sans MS" panose="030F070203030202020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anose="030F070203030202020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Comic Sans MS" panose="030F070203030202020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Comic Sans MS" panose="030F0702030302020204" charset="0"/>
              </a:defRPr>
            </a:lvl5pPr>
            <a:lvl6pPr marL="2514600" indent="-228600" eaLnBrk="false" fontAlgn="base" hangingPunct="false">
              <a:spcBef>
                <a:spcPct val="20000"/>
              </a:spcBef>
              <a:spcAft>
                <a:spcPct val="1"/>
              </a:spcAft>
              <a:buChar char="»"/>
              <a:defRPr sz="2000">
                <a:solidFill>
                  <a:schemeClr val="tx1"/>
                </a:solidFill>
                <a:latin typeface="Comic Sans MS" panose="030F0702030302020204" charset="0"/>
              </a:defRPr>
            </a:lvl6pPr>
            <a:lvl7pPr marL="2971800" indent="-228600" eaLnBrk="false" fontAlgn="base" hangingPunct="false">
              <a:spcBef>
                <a:spcPct val="20000"/>
              </a:spcBef>
              <a:spcAft>
                <a:spcPct val="1"/>
              </a:spcAft>
              <a:buChar char="»"/>
              <a:defRPr sz="2000">
                <a:solidFill>
                  <a:schemeClr val="tx1"/>
                </a:solidFill>
                <a:latin typeface="Comic Sans MS" panose="030F0702030302020204" charset="0"/>
              </a:defRPr>
            </a:lvl7pPr>
            <a:lvl8pPr marL="3429000" indent="-228600" eaLnBrk="false" fontAlgn="base" hangingPunct="false">
              <a:spcBef>
                <a:spcPct val="20000"/>
              </a:spcBef>
              <a:spcAft>
                <a:spcPct val="1"/>
              </a:spcAft>
              <a:buChar char="»"/>
              <a:defRPr sz="2000">
                <a:solidFill>
                  <a:schemeClr val="tx1"/>
                </a:solidFill>
                <a:latin typeface="Comic Sans MS" panose="030F0702030302020204" charset="0"/>
              </a:defRPr>
            </a:lvl8pPr>
            <a:lvl9pPr marL="3886200" indent="-228600" eaLnBrk="false" fontAlgn="base" hangingPunct="false">
              <a:spcBef>
                <a:spcPct val="20000"/>
              </a:spcBef>
              <a:spcAft>
                <a:spcPct val="1"/>
              </a:spcAft>
              <a:buChar char="»"/>
              <a:defRPr sz="2000">
                <a:solidFill>
                  <a:schemeClr val="tx1"/>
                </a:solidFill>
                <a:latin typeface="Comic Sans MS" panose="030F0702030302020204" charset="0"/>
              </a:defRPr>
            </a:lvl9pPr>
          </a:lstStyle>
          <a:p>
            <a:pPr>
              <a:spcBef>
                <a:spcPct val="1"/>
              </a:spcBef>
              <a:buFontTx/>
              <a:buNone/>
            </a:pPr>
            <a:fld id="{18636FA8-4D2D-3C49-BA18-29B29F039BB1}" type="slidenum">
              <a:rPr lang="zh-CN" altLang="en-US" sz="1400">
                <a:latin typeface="Times New Roman" panose="02020603050405020304" pitchFamily="18" charset="0"/>
                <a:ea typeface="宋体" pitchFamily="2" charset="-122"/>
              </a:rPr>
              <a:t>28</a:t>
            </a:fld>
            <a:endParaRPr lang="en-US" altLang="zh-CN" sz="1400">
              <a:latin typeface="Times New Roman" panose="02020603050405020304" pitchFamily="18" charset="0"/>
              <a:ea typeface="宋体" pitchFamily="2" charset="-122"/>
            </a:endParaRPr>
          </a:p>
        </p:txBody>
      </p:sp>
      <p:sp>
        <p:nvSpPr>
          <p:cNvPr id="114" name="Rectangle 2"/>
          <p:cNvSpPr>
            <a:spLocks noGrp="true" noChangeArrowheads="true"/>
          </p:cNvSpPr>
          <p:nvPr>
            <p:ph type="title"/>
          </p:nvPr>
        </p:nvSpPr>
        <p:spPr/>
        <p:txBody>
          <a:bodyPr/>
          <a:lstStyle/>
          <a:p>
            <a:pPr/>
            <a:r>
              <a:rPr lang="en-US" altLang="zh-CN">
                <a:ea typeface="宋体" pitchFamily="2" charset="-122"/>
              </a:rPr>
              <a:t>Sending Signals from the Keyboard</a:t>
            </a:r>
            <a:endParaRPr/>
          </a:p>
        </p:txBody>
      </p:sp>
      <p:sp>
        <p:nvSpPr>
          <p:cNvPr id="115" name="Rectangle 3"/>
          <p:cNvSpPr>
            <a:spLocks noGrp="true" noChangeArrowheads="true"/>
          </p:cNvSpPr>
          <p:nvPr>
            <p:ph type="body" idx="1"/>
          </p:nvPr>
        </p:nvSpPr>
        <p:spPr>
          <a:xfrm>
            <a:off x="457200" y="1600200"/>
            <a:ext cx="8077200" cy="4419600"/>
          </a:xfrm>
        </p:spPr>
        <p:txBody>
          <a:bodyPr/>
          <a:lstStyle/>
          <a:p>
            <a:pPr>
              <a:lnSpc>
                <a:spcPct val="140000"/>
              </a:lnSpc>
              <a:buChar char="•"/>
              <a:defRPr sz="2800">
                <a:solidFill>
                  <a:schemeClr val="tx1">
                    <a:alpha val="100000"/>
                  </a:schemeClr>
                </a:solidFill>
                <a:latin typeface="Comic Sans MS"/>
                <a:ea typeface="Comic Sans MS"/>
                <a:cs typeface="+mn-cs"/>
              </a:defRPr>
            </a:pPr>
            <a:r>
              <a:rPr lang="zh-CN">
                <a:latin typeface="Comic Sans MS"/>
                <a:ea typeface="宋体"/>
                <a:cs typeface="+mn-cs"/>
              </a:rPr>
              <a:t>在键盘上输入</a:t>
            </a:r>
            <a:r>
              <a:rPr lang="en-US">
                <a:latin typeface="Comic Sans MS"/>
                <a:ea typeface="宋体"/>
                <a:cs typeface="+mn-cs"/>
              </a:rPr>
              <a:t> </a:t>
            </a:r>
            <a:r>
              <a:rPr lang="en-US" b="true">
                <a:effectLst>
                  <a:outerShdw blurRad="38100" dist="38100" dir="2700000" sx="100000" sy="100000" algn="tl">
                    <a:srgbClr val="000000">
                      <a:alpha val="43137"/>
                    </a:srgbClr>
                  </a:outerShdw>
                </a:effectLst>
                <a:latin typeface="Courier New"/>
                <a:ea typeface="宋体"/>
                <a:cs typeface="Courier New"/>
              </a:rPr>
              <a:t>ctrl-c</a:t>
            </a:r>
            <a:endParaRPr/>
          </a:p>
          <a:p>
            <a:pPr lvl="1">
              <a:lnSpc>
                <a:spcPct val="140000"/>
              </a:lnSpc>
              <a:buChar char="–"/>
              <a:defRPr sz="2400">
                <a:solidFill>
                  <a:schemeClr val="tx1">
                    <a:alpha val="100000"/>
                  </a:schemeClr>
                </a:solidFill>
                <a:latin typeface="Comic Sans MS"/>
              </a:defRPr>
            </a:pPr>
            <a:r>
              <a:rPr lang="en-US">
                <a:latin typeface="Comic Sans MS"/>
                <a:ea typeface="宋体"/>
              </a:rPr>
              <a:t>causes a </a:t>
            </a:r>
            <a:r>
              <a:rPr lang="en-US">
                <a:solidFill>
                  <a:srgbClr val="FF0000">
                    <a:alpha val="100000"/>
                  </a:srgbClr>
                </a:solidFill>
                <a:latin typeface="Comic Sans MS"/>
                <a:ea typeface="宋体"/>
              </a:rPr>
              <a:t>SIGINT</a:t>
            </a:r>
            <a:r>
              <a:rPr lang="en-US">
                <a:latin typeface="Comic Sans MS"/>
                <a:ea typeface="宋体"/>
              </a:rPr>
              <a:t> signal to be sent to the </a:t>
            </a:r>
            <a:r>
              <a:rPr lang="en-US">
                <a:effectLst>
                  <a:outerShdw blurRad="38100" dist="38100" dir="2700000" sx="100000" sy="100000" algn="tl">
                    <a:srgbClr val="000000">
                      <a:alpha val="43137"/>
                    </a:srgbClr>
                  </a:outerShdw>
                </a:effectLst>
                <a:latin typeface="Comic Sans MS"/>
                <a:ea typeface="宋体"/>
              </a:rPr>
              <a:t>shell</a:t>
            </a:r>
            <a:endParaRPr/>
          </a:p>
          <a:p>
            <a:pPr lvl="1">
              <a:lnSpc>
                <a:spcPct val="140000"/>
              </a:lnSpc>
              <a:buChar char="–"/>
              <a:defRPr sz="2400">
                <a:solidFill>
                  <a:schemeClr val="tx1">
                    <a:alpha val="100000"/>
                  </a:schemeClr>
                </a:solidFill>
                <a:latin typeface="Comic Sans MS"/>
              </a:defRPr>
            </a:pPr>
            <a:r>
              <a:rPr lang="en-US">
                <a:latin typeface="Comic Sans MS"/>
                <a:ea typeface="宋体"/>
              </a:rPr>
              <a:t>The </a:t>
            </a:r>
            <a:r>
              <a:rPr lang="en-US">
                <a:effectLst>
                  <a:outerShdw blurRad="38100" dist="38100" dir="2700000" sx="100000" sy="100000" algn="tl">
                    <a:srgbClr val="000000">
                      <a:alpha val="43137"/>
                    </a:srgbClr>
                  </a:outerShdw>
                </a:effectLst>
                <a:latin typeface="Comic Sans MS"/>
                <a:ea typeface="宋体"/>
              </a:rPr>
              <a:t>shell</a:t>
            </a:r>
            <a:r>
              <a:rPr lang="en-US">
                <a:latin typeface="Comic Sans MS"/>
                <a:ea typeface="宋体"/>
              </a:rPr>
              <a:t> catches the signal</a:t>
            </a:r>
            <a:endParaRPr/>
          </a:p>
          <a:p>
            <a:pPr lvl="1">
              <a:lnSpc>
                <a:spcPct val="140000"/>
              </a:lnSpc>
              <a:buChar char="–"/>
              <a:defRPr sz="2400">
                <a:solidFill>
                  <a:schemeClr val="tx1">
                    <a:alpha val="100000"/>
                  </a:schemeClr>
                </a:solidFill>
                <a:latin typeface="Comic Sans MS"/>
              </a:defRPr>
            </a:pPr>
            <a:r>
              <a:rPr lang="en-US">
                <a:latin typeface="Comic Sans MS"/>
                <a:ea typeface="宋体"/>
              </a:rPr>
              <a:t>Then sends a SIGINT to </a:t>
            </a:r>
            <a:r>
              <a:rPr lang="en-US">
                <a:effectLst>
                  <a:outerShdw blurRad="38100" dist="38100" dir="2700000" sx="100000" sy="100000" algn="tl">
                    <a:srgbClr val="000000">
                      <a:alpha val="43137"/>
                    </a:srgbClr>
                  </a:outerShdw>
                </a:effectLst>
                <a:latin typeface="Comic Sans MS"/>
                <a:ea typeface="宋体"/>
              </a:rPr>
              <a:t>every process </a:t>
            </a:r>
            <a:r>
              <a:rPr lang="en-US">
                <a:latin typeface="Comic Sans MS"/>
                <a:ea typeface="宋体"/>
              </a:rPr>
              <a:t>in the </a:t>
            </a:r>
            <a:r>
              <a:rPr lang="en-US">
                <a:effectLst>
                  <a:outerShdw blurRad="38100" dist="38100" dir="2700000" sx="100000" sy="100000" algn="tl">
                    <a:srgbClr val="000000">
                      <a:alpha val="43137"/>
                    </a:srgbClr>
                  </a:outerShdw>
                </a:effectLst>
                <a:latin typeface="Comic Sans MS"/>
                <a:ea typeface="宋体"/>
              </a:rPr>
              <a:t>foreground</a:t>
            </a:r>
            <a:r>
              <a:rPr lang="en-US">
                <a:latin typeface="Comic Sans MS"/>
                <a:ea typeface="宋体"/>
              </a:rPr>
              <a:t> process group</a:t>
            </a:r>
            <a:endParaRPr/>
          </a:p>
          <a:p>
            <a:pPr lvl="1">
              <a:lnSpc>
                <a:spcPct val="140000"/>
              </a:lnSpc>
              <a:buChar char="–"/>
              <a:defRPr sz="2400">
                <a:solidFill>
                  <a:schemeClr val="tx1">
                    <a:alpha val="100000"/>
                  </a:schemeClr>
                </a:solidFill>
                <a:latin typeface="Comic Sans MS"/>
              </a:defRPr>
            </a:pPr>
            <a:r>
              <a:rPr lang="en-US">
                <a:latin typeface="Comic Sans MS"/>
                <a:ea typeface="宋体"/>
              </a:rPr>
              <a:t>The result is to </a:t>
            </a:r>
            <a:r>
              <a:rPr lang="en-US">
                <a:effectLst>
                  <a:outerShdw blurRad="38100" dist="38100" dir="2700000" sx="100000" sy="100000" algn="tl">
                    <a:srgbClr val="000000">
                      <a:alpha val="43137"/>
                    </a:srgbClr>
                  </a:outerShdw>
                </a:effectLst>
                <a:latin typeface="Comic Sans MS"/>
                <a:ea typeface="宋体"/>
              </a:rPr>
              <a:t>terminate </a:t>
            </a:r>
            <a:r>
              <a:rPr lang="en-US">
                <a:latin typeface="Comic Sans MS"/>
                <a:ea typeface="宋体"/>
              </a:rPr>
              <a:t>the foreground job (default)</a:t>
            </a:r>
            <a:endParaRPr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>
  <p:cSld>
    <p:spTree>
      <p:nvGrpSpPr>
        <p:cNvPr id="116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灯片编号占位符 5"/>
          <p:cNvSpPr>
            <a:spLocks noGrp="true"/>
          </p:cNvSpPr>
          <p:nvPr>
            <p:ph type="sldNum" sz="quarter" idx="12"/>
          </p:nvPr>
        </p:nvSpPr>
        <p:spPr>
          <a:noFill/>
          <a:extLst>
            <a:ext uri="{909E8E84-426E-40DD-AFC4-6F175D3DCCD1}"/>
            <a:ext uri="{91240B29-F687-4F45-9708-019B960494DF}"/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Comic Sans MS" panose="030F070203030202020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Comic Sans MS" panose="030F070203030202020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anose="030F070203030202020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Comic Sans MS" panose="030F070203030202020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Comic Sans MS" panose="030F0702030302020204" charset="0"/>
              </a:defRPr>
            </a:lvl5pPr>
            <a:lvl6pPr marL="2514600" indent="-228600" eaLnBrk="false" fontAlgn="base" hangingPunct="false">
              <a:spcBef>
                <a:spcPct val="20000"/>
              </a:spcBef>
              <a:spcAft>
                <a:spcPct val="1"/>
              </a:spcAft>
              <a:buChar char="»"/>
              <a:defRPr sz="2000">
                <a:solidFill>
                  <a:schemeClr val="tx1"/>
                </a:solidFill>
                <a:latin typeface="Comic Sans MS" panose="030F0702030302020204" charset="0"/>
              </a:defRPr>
            </a:lvl6pPr>
            <a:lvl7pPr marL="2971800" indent="-228600" eaLnBrk="false" fontAlgn="base" hangingPunct="false">
              <a:spcBef>
                <a:spcPct val="20000"/>
              </a:spcBef>
              <a:spcAft>
                <a:spcPct val="1"/>
              </a:spcAft>
              <a:buChar char="»"/>
              <a:defRPr sz="2000">
                <a:solidFill>
                  <a:schemeClr val="tx1"/>
                </a:solidFill>
                <a:latin typeface="Comic Sans MS" panose="030F0702030302020204" charset="0"/>
              </a:defRPr>
            </a:lvl7pPr>
            <a:lvl8pPr marL="3429000" indent="-228600" eaLnBrk="false" fontAlgn="base" hangingPunct="false">
              <a:spcBef>
                <a:spcPct val="20000"/>
              </a:spcBef>
              <a:spcAft>
                <a:spcPct val="1"/>
              </a:spcAft>
              <a:buChar char="»"/>
              <a:defRPr sz="2000">
                <a:solidFill>
                  <a:schemeClr val="tx1"/>
                </a:solidFill>
                <a:latin typeface="Comic Sans MS" panose="030F0702030302020204" charset="0"/>
              </a:defRPr>
            </a:lvl8pPr>
            <a:lvl9pPr marL="3886200" indent="-228600" eaLnBrk="false" fontAlgn="base" hangingPunct="false">
              <a:spcBef>
                <a:spcPct val="20000"/>
              </a:spcBef>
              <a:spcAft>
                <a:spcPct val="1"/>
              </a:spcAft>
              <a:buChar char="»"/>
              <a:defRPr sz="2000">
                <a:solidFill>
                  <a:schemeClr val="tx1"/>
                </a:solidFill>
                <a:latin typeface="Comic Sans MS" panose="030F0702030302020204" charset="0"/>
              </a:defRPr>
            </a:lvl9pPr>
          </a:lstStyle>
          <a:p>
            <a:pPr>
              <a:spcBef>
                <a:spcPct val="1"/>
              </a:spcBef>
              <a:buFontTx/>
              <a:buNone/>
            </a:pPr>
            <a:fld id="{EABEA743-EB33-1740-A677-9318EE21917C}" type="slidenum">
              <a:rPr lang="zh-CN" altLang="en-US" sz="1400">
                <a:latin typeface="Times New Roman" panose="02020603050405020304" pitchFamily="18" charset="0"/>
                <a:ea typeface="宋体" pitchFamily="2" charset="-122"/>
              </a:rPr>
              <a:t>29</a:t>
            </a:fld>
            <a:endParaRPr lang="en-US" altLang="zh-CN" sz="1400">
              <a:latin typeface="Times New Roman" panose="02020603050405020304" pitchFamily="18" charset="0"/>
              <a:ea typeface="宋体" pitchFamily="2" charset="-122"/>
            </a:endParaRPr>
          </a:p>
        </p:txBody>
      </p:sp>
      <p:sp>
        <p:nvSpPr>
          <p:cNvPr id="118" name="Rectangle 2"/>
          <p:cNvSpPr>
            <a:spLocks noGrp="true" noChangeArrowheads="true"/>
          </p:cNvSpPr>
          <p:nvPr>
            <p:ph type="title"/>
          </p:nvPr>
        </p:nvSpPr>
        <p:spPr/>
        <p:txBody>
          <a:bodyPr/>
          <a:lstStyle/>
          <a:p>
            <a:pPr/>
            <a:r>
              <a:rPr lang="en-US" altLang="zh-CN">
                <a:ea typeface="宋体" pitchFamily="2" charset="-122"/>
              </a:rPr>
              <a:t>Sending Signals from the Keyboard</a:t>
            </a:r>
            <a:endParaRPr/>
          </a:p>
        </p:txBody>
      </p:sp>
      <p:sp>
        <p:nvSpPr>
          <p:cNvPr id="119" name="Rectangle 3"/>
          <p:cNvSpPr>
            <a:spLocks noGrp="true" noChangeArrowheads="true"/>
          </p:cNvSpPr>
          <p:nvPr>
            <p:ph type="body" idx="1"/>
          </p:nvPr>
        </p:nvSpPr>
        <p:spPr>
          <a:xfrm>
            <a:off x="457200" y="1600200"/>
            <a:ext cx="8077200" cy="4419600"/>
          </a:xfrm>
        </p:spPr>
        <p:txBody>
          <a:bodyPr/>
          <a:lstStyle/>
          <a:p>
            <a:pPr>
              <a:lnSpc>
                <a:spcPct val="140000"/>
              </a:lnSpc>
              <a:buChar char="•"/>
              <a:defRPr sz="2800">
                <a:solidFill>
                  <a:schemeClr val="tx1">
                    <a:alpha val="100000"/>
                  </a:schemeClr>
                </a:solidFill>
                <a:latin typeface="Comic Sans MS"/>
                <a:ea typeface="Comic Sans MS"/>
                <a:cs typeface="+mn-cs"/>
              </a:defRPr>
            </a:pPr>
            <a:r>
              <a:rPr lang="zh-CN">
                <a:latin typeface="Comic Sans MS"/>
                <a:ea typeface="宋体"/>
                <a:cs typeface="+mn-cs"/>
              </a:rPr>
              <a:t>在键盘上输入</a:t>
            </a:r>
            <a:r>
              <a:rPr lang="en-US">
                <a:latin typeface="Comic Sans MS"/>
                <a:ea typeface="宋体"/>
                <a:cs typeface="+mn-cs"/>
              </a:rPr>
              <a:t> </a:t>
            </a:r>
            <a:r>
              <a:rPr lang="en-US" b="true">
                <a:effectLst>
                  <a:outerShdw blurRad="38100" dist="38100" dir="2700000" sx="100000" sy="100000" algn="tl">
                    <a:srgbClr val="000000">
                      <a:alpha val="43137"/>
                    </a:srgbClr>
                  </a:outerShdw>
                </a:effectLst>
                <a:latin typeface="Courier New"/>
                <a:ea typeface="宋体"/>
                <a:cs typeface="Courier New"/>
              </a:rPr>
              <a:t>crtl</a:t>
            </a:r>
            <a:r>
              <a:rPr lang="en-US" b="true">
                <a:effectLst>
                  <a:outerShdw blurRad="38100" dist="38100" dir="2700000" sx="100000" sy="100000" algn="tl">
                    <a:srgbClr val="000000">
                      <a:alpha val="43137"/>
                    </a:srgbClr>
                  </a:outerShdw>
                </a:effectLst>
                <a:latin typeface="Courier New"/>
                <a:ea typeface="宋体"/>
                <a:cs typeface="Courier New"/>
              </a:rPr>
              <a:t>-z</a:t>
            </a:r>
            <a:endParaRPr/>
          </a:p>
          <a:p>
            <a:pPr lvl="1">
              <a:lnSpc>
                <a:spcPct val="140000"/>
              </a:lnSpc>
              <a:buChar char="–"/>
              <a:defRPr sz="2400">
                <a:solidFill>
                  <a:schemeClr val="tx1">
                    <a:alpha val="100000"/>
                  </a:schemeClr>
                </a:solidFill>
                <a:latin typeface="Comic Sans MS"/>
              </a:defRPr>
            </a:pPr>
            <a:r>
              <a:rPr lang="en-US">
                <a:latin typeface="Comic Sans MS"/>
                <a:ea typeface="宋体"/>
              </a:rPr>
              <a:t>sends a </a:t>
            </a:r>
            <a:r>
              <a:rPr lang="en-US">
                <a:solidFill>
                  <a:srgbClr val="FF0000">
                    <a:alpha val="100000"/>
                  </a:srgbClr>
                </a:solidFill>
                <a:latin typeface="Comic Sans MS"/>
                <a:ea typeface="宋体"/>
              </a:rPr>
              <a:t>SIGTSTP</a:t>
            </a:r>
            <a:r>
              <a:rPr lang="en-US">
                <a:latin typeface="Comic Sans MS"/>
                <a:ea typeface="宋体"/>
              </a:rPr>
              <a:t> signal to the </a:t>
            </a:r>
            <a:r>
              <a:rPr lang="en-US">
                <a:effectLst>
                  <a:outerShdw blurRad="38100" dist="38100" dir="2700000" sx="100000" sy="100000" algn="tl">
                    <a:srgbClr val="000000">
                      <a:alpha val="43137"/>
                    </a:srgbClr>
                  </a:outerShdw>
                </a:effectLst>
                <a:latin typeface="Comic Sans MS"/>
                <a:ea typeface="宋体"/>
              </a:rPr>
              <a:t>shell</a:t>
            </a:r>
            <a:endParaRPr/>
          </a:p>
          <a:p>
            <a:pPr lvl="1">
              <a:lnSpc>
                <a:spcPct val="140000"/>
              </a:lnSpc>
              <a:buChar char="–"/>
              <a:defRPr sz="2400">
                <a:solidFill>
                  <a:schemeClr val="tx1">
                    <a:alpha val="100000"/>
                  </a:schemeClr>
                </a:solidFill>
                <a:latin typeface="Comic Sans MS"/>
              </a:defRPr>
            </a:pPr>
            <a:r>
              <a:rPr lang="en-US">
                <a:latin typeface="Comic Sans MS"/>
                <a:ea typeface="宋体"/>
              </a:rPr>
              <a:t>The </a:t>
            </a:r>
            <a:r>
              <a:rPr lang="en-US">
                <a:effectLst>
                  <a:outerShdw blurRad="38100" dist="38100" dir="2700000" sx="100000" sy="100000" algn="tl">
                    <a:srgbClr val="000000">
                      <a:alpha val="43137"/>
                    </a:srgbClr>
                  </a:outerShdw>
                </a:effectLst>
                <a:latin typeface="Comic Sans MS"/>
                <a:ea typeface="宋体"/>
              </a:rPr>
              <a:t>shell</a:t>
            </a:r>
            <a:r>
              <a:rPr lang="en-US">
                <a:latin typeface="Comic Sans MS"/>
                <a:ea typeface="宋体"/>
              </a:rPr>
              <a:t> catches the signal</a:t>
            </a:r>
            <a:endParaRPr/>
          </a:p>
          <a:p>
            <a:pPr lvl="1">
              <a:lnSpc>
                <a:spcPct val="140000"/>
              </a:lnSpc>
              <a:buChar char="–"/>
              <a:defRPr sz="2400">
                <a:solidFill>
                  <a:schemeClr val="tx1">
                    <a:alpha val="100000"/>
                  </a:schemeClr>
                </a:solidFill>
                <a:latin typeface="Comic Sans MS"/>
              </a:defRPr>
            </a:pPr>
            <a:r>
              <a:rPr lang="en-US">
                <a:latin typeface="Comic Sans MS"/>
                <a:ea typeface="宋体"/>
              </a:rPr>
              <a:t>Sends a SIGTSTP signal to every process in the </a:t>
            </a:r>
            <a:r>
              <a:rPr lang="en-US">
                <a:effectLst>
                  <a:outerShdw blurRad="38100" dist="38100" dir="2700000" sx="100000" sy="100000" algn="tl">
                    <a:srgbClr val="000000">
                      <a:alpha val="43137"/>
                    </a:srgbClr>
                  </a:outerShdw>
                </a:effectLst>
                <a:latin typeface="Comic Sans MS"/>
                <a:ea typeface="宋体"/>
              </a:rPr>
              <a:t>foreground</a:t>
            </a:r>
            <a:r>
              <a:rPr lang="en-US">
                <a:latin typeface="Comic Sans MS"/>
                <a:ea typeface="宋体"/>
              </a:rPr>
              <a:t> process group</a:t>
            </a:r>
            <a:endParaRPr/>
          </a:p>
          <a:p>
            <a:pPr lvl="1">
              <a:lnSpc>
                <a:spcPct val="140000"/>
              </a:lnSpc>
              <a:buChar char="–"/>
              <a:defRPr sz="2400">
                <a:solidFill>
                  <a:schemeClr val="tx1">
                    <a:alpha val="100000"/>
                  </a:schemeClr>
                </a:solidFill>
                <a:latin typeface="Comic Sans MS"/>
              </a:defRPr>
            </a:pPr>
            <a:r>
              <a:rPr lang="en-US">
                <a:latin typeface="Comic Sans MS"/>
                <a:ea typeface="宋体"/>
              </a:rPr>
              <a:t>The result is to </a:t>
            </a:r>
            <a:r>
              <a:rPr lang="en-US">
                <a:effectLst>
                  <a:outerShdw blurRad="38100" dist="38100" dir="2700000" sx="100000" sy="100000" algn="tl">
                    <a:srgbClr val="000000">
                      <a:alpha val="43137"/>
                    </a:srgbClr>
                  </a:outerShdw>
                </a:effectLst>
                <a:latin typeface="Comic Sans MS"/>
                <a:ea typeface="宋体"/>
              </a:rPr>
              <a:t>stop</a:t>
            </a:r>
            <a:r>
              <a:rPr lang="en-US">
                <a:latin typeface="Comic Sans MS"/>
                <a:ea typeface="宋体"/>
              </a:rPr>
              <a:t> (suspend) the foreground job (default)</a:t>
            </a:r>
            <a:endParaRPr lang="zh-CN">
              <a:latin typeface="Comic Sans MS"/>
              <a:ea typeface="宋体"/>
            </a:endParaRP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>
  <p:cSld>
    <p:spTree>
      <p:nvGrpSpPr>
        <p:cNvPr id="125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Rectangle 2"/>
          <p:cNvSpPr>
            <a:spLocks noGrp="true" noChangeArrowheads="true"/>
          </p:cNvSpPr>
          <p:nvPr>
            <p:ph type="title"/>
          </p:nvPr>
        </p:nvSpPr>
        <p:spPr/>
        <p:txBody>
          <a:bodyPr/>
          <a:lstStyle/>
          <a:p>
            <a:pPr/>
            <a:r>
              <a:rPr lang="en-US"/>
              <a:t>Example of </a:t>
            </a:r>
            <a:r>
              <a:rPr lang="en-US">
                <a:latin typeface="Courier New" panose="02070309020205020404" charset="0"/>
              </a:rPr>
              <a:t>ctrl-c</a:t>
            </a:r>
            <a:r>
              <a:rPr lang="en-US"/>
              <a:t> and </a:t>
            </a:r>
            <a:r>
              <a:rPr lang="en-US">
                <a:latin typeface="Courier New" panose="02070309020205020404" charset="0"/>
              </a:rPr>
              <a:t>ctrl-z</a:t>
            </a:r>
            <a:endParaRPr/>
          </a:p>
        </p:txBody>
      </p:sp>
      <p:sp>
        <p:nvSpPr>
          <p:cNvPr id="127" name="Text Box 7"/>
          <p:cNvSpPr txBox="true">
            <a:spLocks noChangeArrowheads="true"/>
          </p:cNvSpPr>
          <p:nvPr/>
        </p:nvSpPr>
        <p:spPr bwMode="auto">
          <a:xfrm>
            <a:off x="304800" y="1630263"/>
            <a:ext cx="5334000" cy="4770537"/>
          </a:xfrm>
          <a:prstGeom prst="rect">
            <a:avLst/>
          </a:prstGeom>
          <a:solidFill>
            <a:schemeClr val="bg1">
              <a:lumMod val="85000"/>
            </a:schemeClr>
          </a:solidFill>
          <a:ln w="3175">
            <a:noFill/>
            <a:miter lim="800000"/>
          </a:ln>
          <a:effectLst/>
        </p:spPr>
        <p:txBody>
          <a:bodyPr wrap="square">
            <a:spAutoFit/>
          </a:bodyPr>
          <a:lstStyle/>
          <a:p>
            <a:pPr algn="l"/>
            <a:r>
              <a:rPr lang="en-US" sz="1600" b="true" dirty="false">
                <a:latin typeface="Courier New" panose="02070309020205020404" charset="0"/>
              </a:rPr>
              <a:t>bluefish&gt; ./forks 17</a:t>
            </a:r>
            <a:endParaRPr/>
          </a:p>
          <a:p>
            <a:pPr algn="l"/>
            <a:r>
              <a:rPr lang="en-US" sz="1600" b="true" dirty="false">
                <a:latin typeface="Courier New" panose="02070309020205020404" charset="0"/>
              </a:rPr>
              <a:t>Child: </a:t>
            </a:r>
            <a:r>
              <a:rPr lang="en-US" sz="1600" b="true" dirty="false" err="true">
                <a:latin typeface="Courier New" panose="02070309020205020404" charset="0"/>
              </a:rPr>
              <a:t>pid</a:t>
            </a:r>
            <a:r>
              <a:rPr lang="en-US" sz="1600" b="true" dirty="false">
                <a:latin typeface="Courier New" panose="02070309020205020404" charset="0"/>
              </a:rPr>
              <a:t>=28108 </a:t>
            </a:r>
            <a:r>
              <a:rPr lang="en-US" sz="1600" b="true" dirty="false" err="true">
                <a:latin typeface="Courier New" panose="02070309020205020404" charset="0"/>
              </a:rPr>
              <a:t>pgrp</a:t>
            </a:r>
            <a:r>
              <a:rPr lang="en-US" sz="1600" b="true" dirty="false">
                <a:latin typeface="Courier New" panose="02070309020205020404" charset="0"/>
              </a:rPr>
              <a:t>=28107</a:t>
            </a:r>
            <a:endParaRPr/>
          </a:p>
          <a:p>
            <a:pPr algn="l"/>
            <a:r>
              <a:rPr lang="en-US" sz="1600" b="true" dirty="false">
                <a:latin typeface="Courier New" panose="02070309020205020404" charset="0"/>
              </a:rPr>
              <a:t>Parent: </a:t>
            </a:r>
            <a:r>
              <a:rPr lang="en-US" sz="1600" b="true" dirty="false" err="true">
                <a:latin typeface="Courier New" panose="02070309020205020404" charset="0"/>
              </a:rPr>
              <a:t>pid</a:t>
            </a:r>
            <a:r>
              <a:rPr lang="en-US" sz="1600" b="true" dirty="false">
                <a:latin typeface="Courier New" panose="02070309020205020404" charset="0"/>
              </a:rPr>
              <a:t>=28107 </a:t>
            </a:r>
            <a:r>
              <a:rPr lang="en-US" sz="1600" b="true" dirty="false" err="true">
                <a:latin typeface="Courier New" panose="02070309020205020404" charset="0"/>
              </a:rPr>
              <a:t>pgrp</a:t>
            </a:r>
            <a:r>
              <a:rPr lang="en-US" sz="1600" b="true" dirty="false">
                <a:latin typeface="Courier New" panose="02070309020205020404" charset="0"/>
              </a:rPr>
              <a:t>=28107</a:t>
            </a:r>
            <a:endParaRPr/>
          </a:p>
          <a:p>
            <a:pPr algn="l"/>
            <a:r>
              <a:rPr lang="en-US" sz="1600" b="true" dirty="false">
                <a:latin typeface="Courier New" panose="02070309020205020404" charset="0"/>
              </a:rPr>
              <a:t>&lt;types ctrl-</a:t>
            </a:r>
            <a:r>
              <a:rPr lang="en-US" sz="1600" b="true" dirty="false" err="true">
                <a:latin typeface="Courier New" panose="02070309020205020404" charset="0"/>
              </a:rPr>
              <a:t>z</a:t>
            </a:r>
            <a:r>
              <a:rPr lang="en-US" sz="1600" b="true" dirty="false">
                <a:latin typeface="Courier New" panose="02070309020205020404" charset="0"/>
              </a:rPr>
              <a:t>&gt;</a:t>
            </a:r>
            <a:endParaRPr/>
          </a:p>
          <a:p>
            <a:pPr algn="l"/>
            <a:r>
              <a:rPr lang="en-US" sz="1600" b="true" dirty="false">
                <a:latin typeface="Courier New" panose="02070309020205020404" charset="0"/>
              </a:rPr>
              <a:t>Suspended</a:t>
            </a:r>
            <a:endParaRPr/>
          </a:p>
          <a:p>
            <a:pPr algn="l"/>
            <a:r>
              <a:rPr lang="en-US" sz="1600" b="true" dirty="false">
                <a:latin typeface="Courier New" panose="02070309020205020404" charset="0"/>
              </a:rPr>
              <a:t>bluefish&gt; </a:t>
            </a:r>
            <a:r>
              <a:rPr lang="en-US" sz="1600" b="true" dirty="false" err="true">
                <a:latin typeface="Courier New" panose="02070309020205020404" charset="0"/>
              </a:rPr>
              <a:t>ps</a:t>
            </a:r>
            <a:r>
              <a:rPr lang="en-US" sz="1600" b="true" dirty="false">
                <a:latin typeface="Courier New" panose="02070309020205020404" charset="0"/>
              </a:rPr>
              <a:t> </a:t>
            </a:r>
            <a:r>
              <a:rPr lang="en-US" sz="1600" b="true" dirty="false" err="true">
                <a:latin typeface="Courier New" panose="02070309020205020404" charset="0"/>
              </a:rPr>
              <a:t>w</a:t>
            </a:r>
            <a:endParaRPr lang="en-US" sz="1600" b="true" dirty="false">
              <a:latin typeface="Courier New" panose="02070309020205020404" charset="0"/>
            </a:endParaRPr>
          </a:p>
          <a:p>
            <a:pPr algn="l"/>
            <a:r>
              <a:rPr lang="en-US" sz="1600" b="true" dirty="false">
                <a:latin typeface="Courier New" panose="02070309020205020404" charset="0"/>
              </a:rPr>
              <a:t>  PID TTY      STAT   TIME COMMAND</a:t>
            </a:r>
            <a:endParaRPr/>
          </a:p>
          <a:p>
            <a:pPr algn="l"/>
            <a:r>
              <a:rPr lang="en-US" sz="1600" b="true" dirty="false">
                <a:latin typeface="Courier New" panose="02070309020205020404" charset="0"/>
              </a:rPr>
              <a:t>27699 pts/8    Ss     0:00 -</a:t>
            </a:r>
            <a:r>
              <a:rPr lang="en-US" sz="1600" b="true" dirty="false" err="true">
                <a:latin typeface="Courier New" panose="02070309020205020404" charset="0"/>
              </a:rPr>
              <a:t>tcsh</a:t>
            </a:r>
            <a:endParaRPr lang="en-US" sz="1600" b="true" dirty="false">
              <a:latin typeface="Courier New" panose="02070309020205020404" charset="0"/>
            </a:endParaRPr>
          </a:p>
          <a:p>
            <a:pPr algn="l"/>
            <a:r>
              <a:rPr lang="en-US" sz="1600" b="true" dirty="false">
                <a:latin typeface="Courier New" panose="02070309020205020404" charset="0"/>
              </a:rPr>
              <a:t>28107 pts/8    T      0:01 ./forks 17</a:t>
            </a:r>
            <a:endParaRPr/>
          </a:p>
          <a:p>
            <a:pPr algn="l"/>
            <a:r>
              <a:rPr lang="en-US" sz="1600" b="true" dirty="false">
                <a:latin typeface="Courier New" panose="02070309020205020404" charset="0"/>
              </a:rPr>
              <a:t>28108 pts/8    T      0:01 ./forks 17</a:t>
            </a:r>
            <a:endParaRPr/>
          </a:p>
          <a:p>
            <a:pPr algn="l"/>
            <a:r>
              <a:rPr lang="en-US" sz="1600" b="true" dirty="false">
                <a:latin typeface="Courier New" panose="02070309020205020404" charset="0"/>
              </a:rPr>
              <a:t>28109 pts/8    R+     0:00 </a:t>
            </a:r>
            <a:r>
              <a:rPr lang="en-US" sz="1600" b="true" dirty="false" err="true">
                <a:latin typeface="Courier New" panose="02070309020205020404" charset="0"/>
              </a:rPr>
              <a:t>ps</a:t>
            </a:r>
            <a:r>
              <a:rPr lang="en-US" sz="1600" b="true" dirty="false">
                <a:latin typeface="Courier New" panose="02070309020205020404" charset="0"/>
              </a:rPr>
              <a:t> </a:t>
            </a:r>
            <a:r>
              <a:rPr lang="en-US" sz="1600" b="true" dirty="false" err="true">
                <a:latin typeface="Courier New" panose="02070309020205020404" charset="0"/>
              </a:rPr>
              <a:t>w</a:t>
            </a:r>
            <a:endParaRPr lang="en-US" sz="1600" b="true" dirty="false">
              <a:latin typeface="Courier New" panose="02070309020205020404" charset="0"/>
            </a:endParaRPr>
          </a:p>
          <a:p>
            <a:pPr algn="l"/>
            <a:r>
              <a:rPr lang="en-US" sz="1600" b="true" dirty="false">
                <a:latin typeface="Courier New" panose="02070309020205020404" charset="0"/>
              </a:rPr>
              <a:t>bluefish&gt; </a:t>
            </a:r>
            <a:r>
              <a:rPr lang="en-US" sz="1600" b="true" dirty="false" err="true">
                <a:latin typeface="Courier New" panose="02070309020205020404" charset="0"/>
              </a:rPr>
              <a:t>fg</a:t>
            </a:r>
            <a:endParaRPr lang="en-US" sz="1600" b="true" dirty="false">
              <a:latin typeface="Courier New" panose="02070309020205020404" charset="0"/>
            </a:endParaRPr>
          </a:p>
          <a:p>
            <a:pPr algn="l"/>
            <a:r>
              <a:rPr lang="en-US" sz="1600" b="true" dirty="false">
                <a:latin typeface="Courier New" panose="02070309020205020404" charset="0"/>
              </a:rPr>
              <a:t>./forks 17</a:t>
            </a:r>
            <a:endParaRPr/>
          </a:p>
          <a:p>
            <a:pPr algn="l"/>
            <a:r>
              <a:rPr lang="en-US" sz="1600" b="true" dirty="false">
                <a:latin typeface="Courier New" panose="02070309020205020404" charset="0"/>
              </a:rPr>
              <a:t>&lt;types ctrl-</a:t>
            </a:r>
            <a:r>
              <a:rPr lang="en-US" sz="1600" b="true" dirty="false" err="true">
                <a:latin typeface="Courier New" panose="02070309020205020404" charset="0"/>
              </a:rPr>
              <a:t>c</a:t>
            </a:r>
            <a:r>
              <a:rPr lang="en-US" sz="1600" b="true" dirty="false">
                <a:latin typeface="Courier New" panose="02070309020205020404" charset="0"/>
              </a:rPr>
              <a:t>&gt;</a:t>
            </a:r>
            <a:endParaRPr/>
          </a:p>
          <a:p>
            <a:pPr algn="l"/>
            <a:r>
              <a:rPr lang="en-US" sz="1600" b="true" dirty="false">
                <a:latin typeface="Courier New" panose="02070309020205020404" charset="0"/>
              </a:rPr>
              <a:t>bluefish&gt; </a:t>
            </a:r>
            <a:r>
              <a:rPr lang="en-US" sz="1600" b="true" dirty="false" err="true">
                <a:latin typeface="Courier New" panose="02070309020205020404" charset="0"/>
              </a:rPr>
              <a:t>ps</a:t>
            </a:r>
            <a:r>
              <a:rPr lang="en-US" sz="1600" b="true" dirty="false">
                <a:latin typeface="Courier New" panose="02070309020205020404" charset="0"/>
              </a:rPr>
              <a:t> </a:t>
            </a:r>
            <a:r>
              <a:rPr lang="en-US" sz="1600" b="true" dirty="false" err="true">
                <a:latin typeface="Courier New" panose="02070309020205020404" charset="0"/>
              </a:rPr>
              <a:t>w</a:t>
            </a:r>
            <a:endParaRPr lang="en-US" sz="1600" b="true" dirty="false">
              <a:latin typeface="Courier New" panose="02070309020205020404" charset="0"/>
            </a:endParaRPr>
          </a:p>
          <a:p>
            <a:pPr algn="l"/>
            <a:r>
              <a:rPr lang="en-US" sz="1600" b="true" dirty="false">
                <a:latin typeface="Courier New" panose="02070309020205020404" charset="0"/>
              </a:rPr>
              <a:t>  PID TTY      STAT   TIME COMMAND</a:t>
            </a:r>
            <a:endParaRPr/>
          </a:p>
          <a:p>
            <a:pPr algn="l"/>
            <a:r>
              <a:rPr lang="en-US" sz="1600" b="true" dirty="false">
                <a:latin typeface="Courier New" panose="02070309020205020404" charset="0"/>
              </a:rPr>
              <a:t>27699 pts/8    Ss     0:00 -</a:t>
            </a:r>
            <a:r>
              <a:rPr lang="en-US" sz="1600" b="true" dirty="false" err="true">
                <a:latin typeface="Courier New" panose="02070309020205020404" charset="0"/>
              </a:rPr>
              <a:t>tcsh</a:t>
            </a:r>
            <a:endParaRPr lang="en-US" sz="1600" b="true" dirty="false">
              <a:latin typeface="Courier New" panose="02070309020205020404" charset="0"/>
            </a:endParaRPr>
          </a:p>
          <a:p>
            <a:pPr algn="l"/>
            <a:r>
              <a:rPr lang="en-US" sz="1600" b="true" dirty="false">
                <a:latin typeface="Courier New" panose="02070309020205020404" charset="0"/>
              </a:rPr>
              <a:t>28110 pts/8    R+     0:00 </a:t>
            </a:r>
            <a:r>
              <a:rPr lang="en-US" sz="1600" b="true" dirty="false" err="true">
                <a:latin typeface="Courier New" panose="02070309020205020404" charset="0"/>
              </a:rPr>
              <a:t>ps</a:t>
            </a:r>
            <a:r>
              <a:rPr lang="en-US" sz="1600" b="true" dirty="false">
                <a:latin typeface="Courier New" panose="02070309020205020404" charset="0"/>
              </a:rPr>
              <a:t> </a:t>
            </a:r>
            <a:r>
              <a:rPr lang="en-US" sz="1600" b="true" dirty="false" err="true">
                <a:latin typeface="Courier New" panose="02070309020205020404" charset="0"/>
              </a:rPr>
              <a:t>w</a:t>
            </a:r>
            <a:endParaRPr lang="en-US" sz="1600" b="true" dirty="false">
              <a:latin typeface="Courier New" panose="02070309020205020404" charset="0"/>
            </a:endParaRPr>
          </a:p>
          <a:p>
            <a:pPr algn="l">
              <a:lnSpc>
                <a:spcPct val="100000"/>
              </a:lnSpc>
            </a:pPr>
            <a:endParaRPr lang="en-US" sz="1600" b="true" dirty="false">
              <a:latin typeface="Courier New" panose="02070309020205020404" charset="0"/>
            </a:endParaRPr>
          </a:p>
        </p:txBody>
      </p:sp>
      <p:sp>
        <p:nvSpPr>
          <p:cNvPr id="128" name="Text Box 9"/>
          <p:cNvSpPr txBox="true">
            <a:spLocks noChangeArrowheads="true"/>
          </p:cNvSpPr>
          <p:nvPr/>
        </p:nvSpPr>
        <p:spPr bwMode="auto">
          <a:xfrm>
            <a:off x="5791200" y="1542264"/>
            <a:ext cx="3124200" cy="5302250"/>
          </a:xfrm>
          <a:prstGeom prst="rect">
            <a:avLst/>
          </a:prstGeom>
          <a:solidFill>
            <a:schemeClr val="bg1"/>
          </a:solidFill>
          <a:ln w="3175">
            <a:noFill/>
            <a:miter lim="800000"/>
          </a:ln>
          <a:effectLst/>
        </p:spPr>
        <p:txBody>
          <a:bodyPr lIns="45720" rIns="45720">
            <a:spAutoFit/>
          </a:bodyPr>
          <a:lstStyle/>
          <a:p>
            <a:pPr algn="l"/>
            <a:r>
              <a:rPr lang="en-US" sz="1800">
                <a:latin typeface="Calibri"/>
                <a:ea typeface="宋体"/>
                <a:cs typeface="+mn-cs"/>
              </a:rPr>
              <a:t>STAT (process state) Legend:</a:t>
            </a:r>
            <a:endParaRPr/>
          </a:p>
          <a:p>
            <a:pPr algn="l"/>
            <a:endParaRPr lang="en-US" sz="1800">
              <a:latin typeface="Calibri"/>
              <a:ea typeface="宋体"/>
              <a:cs typeface="+mn-cs"/>
            </a:endParaRPr>
          </a:p>
          <a:p>
            <a:pPr algn="l"/>
            <a:r>
              <a:rPr lang="en-US" sz="1800" i="true">
                <a:solidFill>
                  <a:srgbClr val="C00000">
                    <a:alpha val="100000"/>
                  </a:srgbClr>
                </a:solidFill>
                <a:latin typeface="Calibri"/>
                <a:ea typeface="宋体"/>
                <a:cs typeface="+mn-cs"/>
              </a:rPr>
              <a:t>First letter:</a:t>
            </a:r>
            <a:endParaRPr/>
          </a:p>
          <a:p>
            <a:pPr algn="l"/>
            <a:r>
              <a:rPr lang="en-US" sz="1800">
                <a:latin typeface="Calibri"/>
                <a:ea typeface="宋体"/>
                <a:cs typeface="+mn-cs"/>
              </a:rPr>
              <a:t>S: sleeping</a:t>
            </a:r>
            <a:endParaRPr/>
          </a:p>
          <a:p>
            <a:pPr algn="l"/>
            <a:r>
              <a:rPr lang="en-US" sz="1800">
                <a:latin typeface="Calibri"/>
                <a:ea typeface="宋体"/>
                <a:cs typeface="+mn-cs"/>
              </a:rPr>
              <a:t>T: stopped</a:t>
            </a:r>
            <a:endParaRPr/>
          </a:p>
          <a:p>
            <a:pPr algn="l"/>
            <a:r>
              <a:rPr lang="en-US" sz="1800">
                <a:latin typeface="Calibri"/>
                <a:ea typeface="宋体"/>
                <a:cs typeface="+mn-cs"/>
              </a:rPr>
              <a:t>R: running or ready</a:t>
            </a:r>
            <a:endParaRPr/>
          </a:p>
          <a:p>
            <a:pPr algn="l"/>
            <a:endParaRPr lang="en-US" sz="1800">
              <a:latin typeface="Calibri"/>
              <a:ea typeface="宋体"/>
              <a:cs typeface="+mn-cs"/>
            </a:endParaRPr>
          </a:p>
          <a:p>
            <a:pPr/>
            <a:r>
              <a:rPr lang="en-US" sz="1800" i="true">
                <a:solidFill>
                  <a:srgbClr val="C00000">
                    <a:alpha val="100000"/>
                  </a:srgbClr>
                </a:solidFill>
                <a:latin typeface="Calibri"/>
                <a:ea typeface="宋体"/>
                <a:cs typeface="+mn-cs"/>
              </a:rPr>
              <a:t>Second letter:</a:t>
            </a:r>
            <a:endParaRPr/>
          </a:p>
          <a:p>
            <a:pPr algn="l"/>
            <a:r>
              <a:rPr lang="en-US" sz="1800">
                <a:latin typeface="Calibri"/>
                <a:ea typeface="宋体"/>
                <a:cs typeface="+mn-cs"/>
              </a:rPr>
              <a:t>s: session leader</a:t>
            </a:r>
            <a:endParaRPr/>
          </a:p>
          <a:p>
            <a:pPr algn="l"/>
            <a:r>
              <a:rPr lang="en-US" sz="1800">
                <a:latin typeface="Calibri"/>
                <a:ea typeface="宋体"/>
                <a:cs typeface="+mn-cs"/>
              </a:rPr>
              <a:t>+: foreground proc group</a:t>
            </a:r>
            <a:endParaRPr/>
          </a:p>
          <a:p>
            <a:pPr algn="l"/>
            <a:endParaRPr lang="en-US" sz="1800">
              <a:latin typeface="Calibri"/>
              <a:ea typeface="宋体"/>
              <a:cs typeface="+mn-cs"/>
            </a:endParaRPr>
          </a:p>
          <a:p>
            <a:pPr algn="l"/>
            <a:r>
              <a:rPr lang="en-US" sz="1800">
                <a:latin typeface="Calibri"/>
                <a:ea typeface="宋体"/>
                <a:cs typeface="+mn-cs"/>
              </a:rPr>
              <a:t>See </a:t>
            </a:r>
            <a:r>
              <a:rPr lang="en-US" sz="1800">
                <a:latin typeface="Calibri"/>
                <a:ea typeface="宋体"/>
                <a:cs typeface="+mn-cs"/>
              </a:rPr>
              <a:t>“</a:t>
            </a:r>
            <a:r>
              <a:rPr lang="en-US" sz="1800">
                <a:latin typeface="Calibri"/>
                <a:ea typeface="宋体"/>
                <a:cs typeface="+mn-cs"/>
              </a:rPr>
              <a:t>man </a:t>
            </a:r>
            <a:r>
              <a:rPr lang="en-US" sz="1800">
                <a:latin typeface="Calibri"/>
                <a:ea typeface="宋体"/>
                <a:cs typeface="+mn-cs"/>
              </a:rPr>
              <a:t>ps</a:t>
            </a:r>
            <a:r>
              <a:rPr lang="en-US" sz="1800">
                <a:latin typeface="Calibri"/>
                <a:ea typeface="宋体"/>
                <a:cs typeface="+mn-cs"/>
              </a:rPr>
              <a:t>”</a:t>
            </a:r>
            <a:r>
              <a:rPr lang="en-US" sz="1800">
                <a:latin typeface="Calibri"/>
                <a:ea typeface="宋体"/>
                <a:cs typeface="+mn-cs"/>
              </a:rPr>
              <a:t> for more </a:t>
            </a:r>
            <a:endParaRPr/>
          </a:p>
          <a:p>
            <a:pPr algn="l"/>
            <a:r>
              <a:rPr lang="en-US" sz="1800">
                <a:latin typeface="Calibri"/>
                <a:ea typeface="宋体"/>
                <a:cs typeface="+mn-cs"/>
              </a:rPr>
              <a:t>details</a:t>
            </a:r>
            <a:endParaRPr/>
          </a:p>
          <a:p>
            <a:pPr algn="l"/>
            <a:endParaRPr lang="en-US" sz="1800">
              <a:latin typeface="Calibri"/>
              <a:ea typeface="宋体"/>
              <a:cs typeface="+mn-cs"/>
            </a:endParaRPr>
          </a:p>
          <a:p>
            <a:pPr/>
            <a:r>
              <a:rPr lang="en-US" sz="1800"/>
              <a:t>fg</a:t>
            </a:r>
            <a:r>
              <a:rPr lang="en-US" sz="1800" b="false"/>
              <a:t>: resume the most recently suspended or backgrounded job</a:t>
            </a:r>
            <a:endParaRPr lang="en-US" sz="1800">
              <a:latin typeface="Calibri"/>
              <a:ea typeface="宋体"/>
              <a:cs typeface="+mn-cs"/>
            </a:endParaRPr>
          </a:p>
          <a:p>
            <a:pPr algn="l"/>
            <a:endParaRPr lang="en-US" sz="1800">
              <a:latin typeface="Calibri"/>
              <a:ea typeface="宋体"/>
              <a:cs typeface="+mn-cs"/>
            </a:endParaRPr>
          </a:p>
        </p:txBody>
      </p:sp>
    </p:spTree>
  </p:cSld>
  <p:clrMapOvr>
    <a:masterClrMapping/>
  </p:clrMapOvr>
  <p:transition/>
</p:sld>
</file>

<file path=ppt/slides/slide31.xml><?xml version="1.0" encoding="utf-8"?>
<p:sld xmlns:p="http://schemas.openxmlformats.org/presentationml/2006/main" xmlns:a16="http://schemas.microsoft.com/office/drawing/2014/main" xmlns:a="http://schemas.openxmlformats.org/drawingml/2006/main" xmlns:mc="http://schemas.openxmlformats.org/markup-compatibility/2006" mc:Ignorable="a16">
  <p:cSld>
    <p:spTree>
      <p:nvGrpSpPr>
        <p:cNvPr id="129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灯片编号占位符 5"/>
          <p:cNvSpPr>
            <a:spLocks noGrp="true"/>
          </p:cNvSpPr>
          <p:nvPr>
            <p:ph type="sldNum" sz="quarter" idx="12"/>
          </p:nvPr>
        </p:nvSpPr>
        <p:spPr>
          <a:noFill/>
          <a:extLst>
            <a:ext uri="{909E8E84-426E-40DD-AFC4-6F175D3DCCD1}"/>
            <a:ext uri="{91240B29-F687-4F45-9708-019B960494DF}"/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Comic Sans MS" panose="030F070203030202020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Comic Sans MS" panose="030F070203030202020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anose="030F070203030202020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Comic Sans MS" panose="030F070203030202020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Comic Sans MS" panose="030F0702030302020204" charset="0"/>
              </a:defRPr>
            </a:lvl5pPr>
            <a:lvl6pPr marL="2514600" indent="-228600" eaLnBrk="false" fontAlgn="base" hangingPunct="false">
              <a:spcBef>
                <a:spcPct val="20000"/>
              </a:spcBef>
              <a:spcAft>
                <a:spcPct val="1"/>
              </a:spcAft>
              <a:buChar char="»"/>
              <a:defRPr sz="2000">
                <a:solidFill>
                  <a:schemeClr val="tx1"/>
                </a:solidFill>
                <a:latin typeface="Comic Sans MS" panose="030F0702030302020204" charset="0"/>
              </a:defRPr>
            </a:lvl6pPr>
            <a:lvl7pPr marL="2971800" indent="-228600" eaLnBrk="false" fontAlgn="base" hangingPunct="false">
              <a:spcBef>
                <a:spcPct val="20000"/>
              </a:spcBef>
              <a:spcAft>
                <a:spcPct val="1"/>
              </a:spcAft>
              <a:buChar char="»"/>
              <a:defRPr sz="2000">
                <a:solidFill>
                  <a:schemeClr val="tx1"/>
                </a:solidFill>
                <a:latin typeface="Comic Sans MS" panose="030F0702030302020204" charset="0"/>
              </a:defRPr>
            </a:lvl7pPr>
            <a:lvl8pPr marL="3429000" indent="-228600" eaLnBrk="false" fontAlgn="base" hangingPunct="false">
              <a:spcBef>
                <a:spcPct val="20000"/>
              </a:spcBef>
              <a:spcAft>
                <a:spcPct val="1"/>
              </a:spcAft>
              <a:buChar char="»"/>
              <a:defRPr sz="2000">
                <a:solidFill>
                  <a:schemeClr val="tx1"/>
                </a:solidFill>
                <a:latin typeface="Comic Sans MS" panose="030F0702030302020204" charset="0"/>
              </a:defRPr>
            </a:lvl8pPr>
            <a:lvl9pPr marL="3886200" indent="-228600" eaLnBrk="false" fontAlgn="base" hangingPunct="false">
              <a:spcBef>
                <a:spcPct val="20000"/>
              </a:spcBef>
              <a:spcAft>
                <a:spcPct val="1"/>
              </a:spcAft>
              <a:buChar char="»"/>
              <a:defRPr sz="2000">
                <a:solidFill>
                  <a:schemeClr val="tx1"/>
                </a:solidFill>
                <a:latin typeface="Comic Sans MS" panose="030F0702030302020204" charset="0"/>
              </a:defRPr>
            </a:lvl9pPr>
          </a:lstStyle>
          <a:p>
            <a:pPr>
              <a:spcBef>
                <a:spcPct val="1"/>
              </a:spcBef>
              <a:buFontTx/>
              <a:buNone/>
            </a:pPr>
            <a:fld id="{B090C7D4-D0C1-C04D-9B5E-D74581431E41}" type="slidenum">
              <a:rPr lang="zh-CN" altLang="en-US" sz="1400">
                <a:latin typeface="Times New Roman" panose="02020603050405020304" pitchFamily="18" charset="0"/>
                <a:ea typeface="宋体" pitchFamily="2" charset="-122"/>
              </a:rPr>
              <a:t>31</a:t>
            </a:fld>
            <a:endParaRPr lang="en-US" altLang="zh-CN" sz="1400">
              <a:latin typeface="Times New Roman" panose="02020603050405020304" pitchFamily="18" charset="0"/>
              <a:ea typeface="宋体" pitchFamily="2" charset="-122"/>
            </a:endParaRPr>
          </a:p>
        </p:txBody>
      </p:sp>
      <p:sp>
        <p:nvSpPr>
          <p:cNvPr id="131" name="Rectangle 2"/>
          <p:cNvSpPr>
            <a:spLocks noGrp="true" noChangeArrowheads="true"/>
          </p:cNvSpPr>
          <p:nvPr>
            <p:ph type="title"/>
          </p:nvPr>
        </p:nvSpPr>
        <p:spPr>
          <a:xfrm>
            <a:off x="533400" y="533400"/>
            <a:ext cx="7924800" cy="685800"/>
          </a:xfrm>
        </p:spPr>
        <p:txBody>
          <a:bodyPr/>
          <a:lstStyle/>
          <a:p>
            <a:pPr/>
            <a:r>
              <a:rPr lang="en-US" altLang="zh-CN">
                <a:ea typeface="宋体" pitchFamily="2" charset="-122"/>
              </a:rPr>
              <a:t>Sending Signals with kill Function</a:t>
            </a:r>
            <a:endParaRPr/>
          </a:p>
        </p:txBody>
      </p:sp>
      <p:sp>
        <p:nvSpPr>
          <p:cNvPr id="132" name="Rectangle 3"/>
          <p:cNvSpPr>
            <a:spLocks noGrp="true" noChangeArrowheads="true"/>
          </p:cNvSpPr>
          <p:nvPr>
            <p:ph type="body" idx="1"/>
          </p:nvPr>
        </p:nvSpPr>
        <p:spPr>
          <a:xfrm>
            <a:off x="685800" y="3352800"/>
            <a:ext cx="8077200" cy="2819400"/>
          </a:xfrm>
        </p:spPr>
        <p:txBody>
          <a:bodyPr/>
          <a:lstStyle/>
          <a:p>
            <a:pPr>
              <a:defRPr/>
            </a:pPr>
            <a:r>
              <a:rPr lang="en-US" altLang="zh-CN" dirty="false">
                <a:ea typeface="宋体" pitchFamily="2" charset="-122"/>
              </a:rPr>
              <a:t>If </a:t>
            </a:r>
            <a:r>
              <a:rPr lang="en-US" altLang="zh-CN" b="true" dirty="false" err="true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urier New" panose="02070309020205020404" charset="0"/>
                <a:ea typeface="宋体" pitchFamily="2" charset="-122"/>
                <a:cs typeface="Courier New" panose="02070309020205020404" charset="0"/>
              </a:rPr>
              <a:t>pid</a:t>
            </a:r>
            <a:r>
              <a:rPr lang="en-US" altLang="zh-CN" dirty="false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urier" charset="0"/>
                <a:ea typeface="宋体" pitchFamily="2" charset="-122"/>
              </a:rPr>
              <a:t> </a:t>
            </a:r>
            <a:r>
              <a:rPr lang="en-US" altLang="zh-CN" dirty="false">
                <a:ea typeface="宋体" pitchFamily="2" charset="-122"/>
              </a:rPr>
              <a:t>is greater than zero,</a:t>
            </a:r>
            <a:endParaRPr/>
          </a:p>
          <a:p>
            <a:pPr lvl="1">
              <a:defRPr/>
            </a:pPr>
            <a:r>
              <a:rPr lang="en-US" altLang="zh-CN" dirty="false">
                <a:ea typeface="宋体" pitchFamily="2" charset="-122"/>
              </a:rPr>
              <a:t>then the </a:t>
            </a:r>
            <a:r>
              <a:rPr lang="en-US" altLang="zh-CN" b="true" dirty="false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urier New" panose="02070309020205020404" charset="0"/>
                <a:ea typeface="宋体" pitchFamily="2" charset="-122"/>
                <a:cs typeface="Courier New" panose="02070309020205020404" charset="0"/>
              </a:rPr>
              <a:t>kill</a:t>
            </a:r>
            <a:r>
              <a:rPr lang="en-US" altLang="zh-CN" sz="2000" dirty="false">
                <a:latin typeface="Courier" charset="0"/>
                <a:ea typeface="宋体" pitchFamily="2" charset="-122"/>
              </a:rPr>
              <a:t> </a:t>
            </a:r>
            <a:r>
              <a:rPr lang="en-US" altLang="zh-CN" dirty="false">
                <a:ea typeface="宋体" pitchFamily="2" charset="-122"/>
              </a:rPr>
              <a:t>function sends signal number </a:t>
            </a:r>
            <a:r>
              <a:rPr lang="en-US" altLang="zh-CN" b="true" dirty="false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urier New" panose="02070309020205020404" charset="0"/>
                <a:ea typeface="宋体" pitchFamily="2" charset="-122"/>
                <a:cs typeface="Courier New" panose="02070309020205020404" charset="0"/>
              </a:rPr>
              <a:t>sig</a:t>
            </a:r>
            <a:r>
              <a:rPr lang="en-US" altLang="zh-CN" dirty="false">
                <a:latin typeface="Courier" charset="0"/>
                <a:ea typeface="宋体" pitchFamily="2" charset="-122"/>
              </a:rPr>
              <a:t> </a:t>
            </a:r>
            <a:r>
              <a:rPr lang="en-US" altLang="zh-CN" dirty="false">
                <a:ea typeface="宋体" pitchFamily="2" charset="-122"/>
              </a:rPr>
              <a:t>to process </a:t>
            </a:r>
            <a:r>
              <a:rPr lang="en-US" altLang="zh-CN" b="true" dirty="false" err="true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urier New" panose="02070309020205020404" charset="0"/>
                <a:ea typeface="宋体" pitchFamily="2" charset="-122"/>
                <a:cs typeface="Courier New" panose="02070309020205020404" charset="0"/>
              </a:rPr>
              <a:t>pid</a:t>
            </a:r>
            <a:endParaRPr lang="en-US" altLang="zh-CN" b="true" dirty="false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Courier New" panose="02070309020205020404" charset="0"/>
              <a:ea typeface="宋体" pitchFamily="2" charset="-122"/>
              <a:cs typeface="Courier New" panose="02070309020205020404" charset="0"/>
            </a:endParaRPr>
          </a:p>
          <a:p>
            <a:pPr>
              <a:defRPr/>
            </a:pPr>
            <a:r>
              <a:rPr lang="en-US" altLang="zh-CN" dirty="false">
                <a:ea typeface="宋体" pitchFamily="2" charset="-122"/>
              </a:rPr>
              <a:t>If </a:t>
            </a:r>
            <a:r>
              <a:rPr lang="en-US" altLang="zh-CN" b="true" dirty="false" err="true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urier New" panose="02070309020205020404" charset="0"/>
                <a:ea typeface="宋体" pitchFamily="2" charset="-122"/>
                <a:cs typeface="Courier New" panose="02070309020205020404" charset="0"/>
              </a:rPr>
              <a:t>pid</a:t>
            </a:r>
            <a:r>
              <a:rPr lang="en-US" altLang="zh-CN" sz="3200" dirty="false">
                <a:latin typeface="Courier" charset="0"/>
                <a:ea typeface="宋体" pitchFamily="2" charset="-122"/>
              </a:rPr>
              <a:t> </a:t>
            </a:r>
            <a:r>
              <a:rPr lang="en-US" altLang="zh-CN" dirty="false">
                <a:ea typeface="宋体" pitchFamily="2" charset="-122"/>
              </a:rPr>
              <a:t>is less than zero</a:t>
            </a:r>
            <a:endParaRPr/>
          </a:p>
          <a:p>
            <a:pPr lvl="1">
              <a:defRPr/>
            </a:pPr>
            <a:r>
              <a:rPr lang="en-US" altLang="zh-CN" dirty="false">
                <a:ea typeface="宋体" pitchFamily="2" charset="-122"/>
              </a:rPr>
              <a:t>then </a:t>
            </a:r>
            <a:r>
              <a:rPr lang="en-US" altLang="zh-CN" b="true" dirty="false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urier New" panose="02070309020205020404" charset="0"/>
                <a:ea typeface="宋体" pitchFamily="2" charset="-122"/>
                <a:cs typeface="Courier New" panose="02070309020205020404" charset="0"/>
              </a:rPr>
              <a:t>kill</a:t>
            </a:r>
            <a:r>
              <a:rPr lang="en-US" altLang="zh-CN" dirty="false">
                <a:latin typeface="Courier" charset="0"/>
                <a:ea typeface="宋体" pitchFamily="2" charset="-122"/>
              </a:rPr>
              <a:t> </a:t>
            </a:r>
            <a:r>
              <a:rPr lang="en-US" altLang="zh-CN" dirty="false">
                <a:ea typeface="宋体" pitchFamily="2" charset="-122"/>
              </a:rPr>
              <a:t>sends signal </a:t>
            </a:r>
            <a:r>
              <a:rPr lang="en-US" altLang="zh-CN" b="true" dirty="false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urier New" panose="02070309020205020404" charset="0"/>
                <a:ea typeface="宋体" pitchFamily="2" charset="-122"/>
                <a:cs typeface="Courier New" panose="02070309020205020404" charset="0"/>
              </a:rPr>
              <a:t>sig</a:t>
            </a:r>
            <a:r>
              <a:rPr lang="en-US" altLang="zh-CN" dirty="false">
                <a:latin typeface="Courier" charset="0"/>
                <a:ea typeface="宋体" pitchFamily="2" charset="-122"/>
              </a:rPr>
              <a:t> </a:t>
            </a:r>
            <a:r>
              <a:rPr lang="en-US" altLang="zh-CN" dirty="false">
                <a:ea typeface="宋体" pitchFamily="2" charset="-122"/>
              </a:rPr>
              <a:t>to every process in process group </a:t>
            </a:r>
            <a:r>
              <a:rPr lang="en-US" altLang="zh-CN" b="true" dirty="false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urier New" panose="02070309020205020404" charset="0"/>
                <a:ea typeface="宋体" pitchFamily="2" charset="-122"/>
                <a:cs typeface="Courier New" panose="02070309020205020404" charset="0"/>
              </a:rPr>
              <a:t>abs(</a:t>
            </a:r>
            <a:r>
              <a:rPr lang="en-US" altLang="zh-CN" b="true" dirty="false" err="true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urier New" panose="02070309020205020404" charset="0"/>
                <a:ea typeface="宋体" pitchFamily="2" charset="-122"/>
                <a:cs typeface="Courier New" panose="02070309020205020404" charset="0"/>
              </a:rPr>
              <a:t>pid</a:t>
            </a:r>
            <a:r>
              <a:rPr lang="en-US" altLang="zh-CN" b="true" dirty="false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urier New" panose="02070309020205020404" charset="0"/>
                <a:ea typeface="宋体" pitchFamily="2" charset="-122"/>
                <a:cs typeface="Courier New" panose="02070309020205020404" charset="0"/>
              </a:rPr>
              <a:t>)</a:t>
            </a:r>
            <a:endParaRPr lang="zh-CN" altLang="en-US" b="true" dirty="false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Courier New" panose="02070309020205020404" charset="0"/>
              <a:ea typeface="宋体" pitchFamily="2" charset="-122"/>
              <a:cs typeface="Courier New" panose="02070309020205020404" charset="0"/>
            </a:endParaRPr>
          </a:p>
        </p:txBody>
      </p:sp>
      <p:graphicFrame>
        <p:nvGraphicFramePr>
          <p:cNvPr id="133" name="Group 4"/>
          <p:cNvGraphicFramePr/>
          <p:nvPr/>
        </p:nvGraphicFramePr>
        <p:xfrm>
          <a:off x="685800" y="1600200"/>
          <a:ext cx="7924800" cy="1566863"/>
        </p:xfrm>
        <a:graphic>
          <a:graphicData uri="http://schemas.openxmlformats.org/drawingml/2006/table">
            <a:tbl>
              <a:tblPr/>
              <a:tblGrid>
                <a:gridCol w="7924800">
                  <a:extLst>
                    <a:ext uri="{9D8B030D-6E8A-4147-A177-3AD203B41FA5}">
                      <a16:colId val="1"/>
                    </a:ext>
                  </a:extLst>
                </a:gridCol>
              </a:tblGrid>
              <a:tr h="1566863">
                <a:tc>
                  <a:txBody>
                    <a:bodyPr/>
                    <a:lstStyle/>
                    <a:p>
                      <a:pPr marL="0" marR="0" lvl="0" indent="0" algn="l" defTabSz="914400" rtl="false" eaLnBrk="false" fontAlgn="base" latinLnBrk="false" hangingPunct="false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1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false" lang="zh-CN" altLang="en-US" sz="2000" b="true" i="false" u="none" strike="noStrike" cap="none" normalizeH="false" baseline="0" dirty="false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anose="02070309020205020404" charset="0"/>
                          <a:ea typeface="宋体" pitchFamily="2" charset="-122"/>
                          <a:cs typeface="Courier New" panose="02070309020205020404" charset="0"/>
                        </a:rPr>
                        <a:t>#</a:t>
                      </a:r>
                      <a:r>
                        <a:rPr kumimoji="false" lang="en-US" altLang="zh-CN" sz="2000" b="true" i="false" u="none" strike="noStrike" cap="none" normalizeH="false" baseline="0" dirty="false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anose="02070309020205020404" charset="0"/>
                          <a:ea typeface="宋体" pitchFamily="2" charset="-122"/>
                          <a:cs typeface="Courier New" panose="02070309020205020404" charset="0"/>
                        </a:rPr>
                        <a:t>include &lt;sys/</a:t>
                      </a:r>
                      <a:r>
                        <a:rPr kumimoji="false" lang="en-US" altLang="zh-CN" sz="2000" b="true" i="false" u="none" strike="noStrike" cap="none" normalizeH="false" baseline="0" dirty="false" err="true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anose="02070309020205020404" charset="0"/>
                          <a:ea typeface="宋体" pitchFamily="2" charset="-122"/>
                          <a:cs typeface="Courier New" panose="02070309020205020404" charset="0"/>
                        </a:rPr>
                        <a:t>types.h</a:t>
                      </a:r>
                      <a:r>
                        <a:rPr kumimoji="false" lang="en-US" altLang="zh-CN" sz="2000" b="true" i="false" u="none" strike="noStrike" cap="none" normalizeH="false" baseline="0" dirty="false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anose="02070309020205020404" charset="0"/>
                          <a:ea typeface="宋体" pitchFamily="2" charset="-122"/>
                          <a:cs typeface="Courier New" panose="02070309020205020404" charset="0"/>
                        </a:rPr>
                        <a:t>&gt;</a:t>
                      </a:r>
                      <a:endParaRPr/>
                    </a:p>
                    <a:p>
                      <a:pPr marL="0" marR="0" lvl="0" indent="0" algn="l" defTabSz="914400" rtl="false" eaLnBrk="false" fontAlgn="base" latinLnBrk="false" hangingPunct="false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1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false" lang="en-US" altLang="zh-CN" sz="2000" b="true" i="false" u="none" strike="noStrike" cap="none" normalizeH="false" baseline="0" dirty="false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anose="02070309020205020404" charset="0"/>
                          <a:ea typeface="宋体" pitchFamily="2" charset="-122"/>
                          <a:cs typeface="Courier New" panose="02070309020205020404" charset="0"/>
                        </a:rPr>
                        <a:t>#include &lt;</a:t>
                      </a:r>
                      <a:r>
                        <a:rPr kumimoji="false" lang="en-US" altLang="zh-CN" sz="2000" b="true" i="false" u="none" strike="noStrike" cap="none" normalizeH="false" baseline="0" dirty="false" err="true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anose="02070309020205020404" charset="0"/>
                          <a:ea typeface="宋体" pitchFamily="2" charset="-122"/>
                          <a:cs typeface="Courier New" panose="02070309020205020404" charset="0"/>
                        </a:rPr>
                        <a:t>signal.h</a:t>
                      </a:r>
                      <a:r>
                        <a:rPr kumimoji="false" lang="en-US" altLang="zh-CN" sz="2000" b="true" i="false" u="none" strike="noStrike" cap="none" normalizeH="false" baseline="0" dirty="false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anose="02070309020205020404" charset="0"/>
                          <a:ea typeface="宋体" pitchFamily="2" charset="-122"/>
                          <a:cs typeface="Courier New" panose="02070309020205020404" charset="0"/>
                        </a:rPr>
                        <a:t>&gt;</a:t>
                      </a:r>
                      <a:endParaRPr/>
                    </a:p>
                    <a:p>
                      <a:pPr marL="0" marR="0" lvl="0" indent="0" algn="l" defTabSz="914400" rtl="false" eaLnBrk="false" fontAlgn="base" latinLnBrk="false" hangingPunct="false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1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false" lang="en-US" altLang="zh-CN" sz="2000" b="true" i="false" u="none" strike="noStrike" cap="none" normalizeH="false" baseline="0" dirty="false" err="true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anose="02070309020205020404" charset="0"/>
                          <a:ea typeface="宋体" pitchFamily="2" charset="-122"/>
                          <a:cs typeface="Courier New" panose="02070309020205020404" charset="0"/>
                        </a:rPr>
                        <a:t>int</a:t>
                      </a:r>
                      <a:r>
                        <a:rPr kumimoji="false" lang="en-US" altLang="zh-CN" sz="2000" b="true" i="false" u="none" strike="noStrike" cap="none" normalizeH="false" baseline="0" dirty="false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anose="02070309020205020404" charset="0"/>
                          <a:ea typeface="宋体" pitchFamily="2" charset="-122"/>
                          <a:cs typeface="Courier New" panose="02070309020205020404" charset="0"/>
                        </a:rPr>
                        <a:t> </a:t>
                      </a:r>
                      <a:r>
                        <a:rPr kumimoji="false" lang="en-US" altLang="zh-CN" sz="2400" b="true" i="false" u="none" strike="noStrike" cap="none" normalizeH="false" baseline="0" dirty="false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anose="02070309020205020404" charset="0"/>
                          <a:ea typeface="宋体" pitchFamily="2" charset="-122"/>
                          <a:cs typeface="Courier New" panose="02070309020205020404" charset="0"/>
                        </a:rPr>
                        <a:t>kill</a:t>
                      </a:r>
                      <a:r>
                        <a:rPr kumimoji="false" lang="en-US" altLang="zh-CN" sz="2000" b="true" i="false" u="none" strike="noStrike" cap="none" normalizeH="false" baseline="0" dirty="false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anose="02070309020205020404" charset="0"/>
                          <a:ea typeface="宋体" pitchFamily="2" charset="-122"/>
                          <a:cs typeface="Courier New" panose="02070309020205020404" charset="0"/>
                        </a:rPr>
                        <a:t>(</a:t>
                      </a:r>
                      <a:r>
                        <a:rPr kumimoji="false" lang="en-US" altLang="zh-CN" sz="2000" b="true" i="false" u="none" strike="noStrike" cap="none" normalizeH="false" baseline="0" dirty="false" err="true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anose="02070309020205020404" charset="0"/>
                          <a:ea typeface="宋体" pitchFamily="2" charset="-122"/>
                          <a:cs typeface="Courier New" panose="02070309020205020404" charset="0"/>
                        </a:rPr>
                        <a:t>pid_t</a:t>
                      </a:r>
                      <a:r>
                        <a:rPr kumimoji="false" lang="en-US" altLang="zh-CN" sz="2000" b="true" i="false" u="none" strike="noStrike" cap="none" normalizeH="false" baseline="0" dirty="false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anose="02070309020205020404" charset="0"/>
                          <a:ea typeface="宋体" pitchFamily="2" charset="-122"/>
                          <a:cs typeface="Courier New" panose="02070309020205020404" charset="0"/>
                        </a:rPr>
                        <a:t> </a:t>
                      </a:r>
                      <a:r>
                        <a:rPr kumimoji="false" lang="en-US" altLang="zh-CN" sz="2000" b="true" i="false" u="none" strike="noStrike" cap="none" normalizeH="false" baseline="0" dirty="false" err="true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anose="02070309020205020404" charset="0"/>
                          <a:ea typeface="宋体" pitchFamily="2" charset="-122"/>
                          <a:cs typeface="Courier New" panose="02070309020205020404" charset="0"/>
                        </a:rPr>
                        <a:t>pid</a:t>
                      </a:r>
                      <a:r>
                        <a:rPr kumimoji="false" lang="en-US" altLang="zh-CN" sz="2000" b="true" i="false" u="none" strike="noStrike" cap="none" normalizeH="false" baseline="0" dirty="false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anose="02070309020205020404" charset="0"/>
                          <a:ea typeface="宋体" pitchFamily="2" charset="-122"/>
                          <a:cs typeface="Courier New" panose="02070309020205020404" charset="0"/>
                        </a:rPr>
                        <a:t>, </a:t>
                      </a:r>
                      <a:r>
                        <a:rPr kumimoji="false" lang="en-US" altLang="zh-CN" sz="2000" b="true" i="false" u="none" strike="noStrike" cap="none" normalizeH="false" baseline="0" dirty="false" err="true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anose="02070309020205020404" charset="0"/>
                          <a:ea typeface="宋体" pitchFamily="2" charset="-122"/>
                          <a:cs typeface="Courier New" panose="02070309020205020404" charset="0"/>
                        </a:rPr>
                        <a:t>int</a:t>
                      </a:r>
                      <a:r>
                        <a:rPr kumimoji="false" lang="en-US" altLang="zh-CN" sz="2000" b="true" i="false" u="none" strike="noStrike" cap="none" normalizeH="false" baseline="0" dirty="false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anose="02070309020205020404" charset="0"/>
                          <a:ea typeface="宋体" pitchFamily="2" charset="-122"/>
                          <a:cs typeface="Courier New" panose="02070309020205020404" charset="0"/>
                        </a:rPr>
                        <a:t> sig);</a:t>
                      </a:r>
                      <a:endParaRPr/>
                    </a:p>
                    <a:p>
                      <a:pPr marL="0" marR="0" lvl="0" indent="0" algn="r" defTabSz="914400" rtl="false" eaLnBrk="false" fontAlgn="base" latinLnBrk="false" hangingPunct="false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1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false" lang="en-US" altLang="zh-CN" sz="2000" b="false" i="false" u="none" strike="noStrike" cap="none" normalizeH="false" baseline="0" dirty="false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+mj-lt"/>
                          <a:ea typeface="宋体" pitchFamily="2" charset="-122"/>
                          <a:cs typeface="Times New Roman" panose="02020603050405020304" pitchFamily="18" charset="0"/>
                        </a:rPr>
                        <a:t>returns: 0 if OK, -1 on error</a:t>
                      </a:r>
                      <a:endParaRPr kumimoji="false" lang="zh-CN" altLang="en-US" sz="2000" b="false" i="false" u="none" strike="noStrike" cap="none" normalizeH="false" baseline="0" dirty="false">
                        <a:ln>
                          <a:noFill/>
                        </a:ln>
                        <a:solidFill>
                          <a:srgbClr val="FF0000"/>
                        </a:solidFill>
                        <a:effectLst/>
                        <a:latin typeface="+mj-lt"/>
                        <a:ea typeface="宋体" pitchFamily="2" charset="-122"/>
                        <a:cs typeface="Times New Roman" panose="02020603050405020304" pitchFamily="18" charset="0"/>
                      </a:endParaRPr>
                    </a:p>
                  </a:txBody>
                  <a:tcPr marT="45693" marB="45693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CC"/>
                    </a:solidFill>
                  </a:tcPr>
                </a:tc>
                <a:extLst>
                  <a:ext uri="{0D108BD9-81ED-4DB2-BD59-A6C34878D82A}">
                    <a16:rowId val="1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>
  <p:cSld>
    <p:spTree>
      <p:nvGrpSpPr>
        <p:cNvPr id="134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灯片编号占位符 5"/>
          <p:cNvSpPr>
            <a:spLocks noGrp="true"/>
          </p:cNvSpPr>
          <p:nvPr>
            <p:ph type="sldNum" sz="quarter" idx="12"/>
          </p:nvPr>
        </p:nvSpPr>
        <p:spPr>
          <a:noFill/>
          <a:extLst>
            <a:ext uri="{909E8E84-426E-40DD-AFC4-6F175D3DCCD1}"/>
            <a:ext uri="{91240B29-F687-4F45-9708-019B960494DF}"/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Comic Sans MS" panose="030F070203030202020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Comic Sans MS" panose="030F070203030202020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anose="030F070203030202020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Comic Sans MS" panose="030F070203030202020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Comic Sans MS" panose="030F0702030302020204" charset="0"/>
              </a:defRPr>
            </a:lvl5pPr>
            <a:lvl6pPr marL="2514600" indent="-228600" eaLnBrk="false" fontAlgn="base" hangingPunct="false">
              <a:spcBef>
                <a:spcPct val="20000"/>
              </a:spcBef>
              <a:spcAft>
                <a:spcPct val="1"/>
              </a:spcAft>
              <a:buChar char="»"/>
              <a:defRPr sz="2000">
                <a:solidFill>
                  <a:schemeClr val="tx1"/>
                </a:solidFill>
                <a:latin typeface="Comic Sans MS" panose="030F0702030302020204" charset="0"/>
              </a:defRPr>
            </a:lvl6pPr>
            <a:lvl7pPr marL="2971800" indent="-228600" eaLnBrk="false" fontAlgn="base" hangingPunct="false">
              <a:spcBef>
                <a:spcPct val="20000"/>
              </a:spcBef>
              <a:spcAft>
                <a:spcPct val="1"/>
              </a:spcAft>
              <a:buChar char="»"/>
              <a:defRPr sz="2000">
                <a:solidFill>
                  <a:schemeClr val="tx1"/>
                </a:solidFill>
                <a:latin typeface="Comic Sans MS" panose="030F0702030302020204" charset="0"/>
              </a:defRPr>
            </a:lvl7pPr>
            <a:lvl8pPr marL="3429000" indent="-228600" eaLnBrk="false" fontAlgn="base" hangingPunct="false">
              <a:spcBef>
                <a:spcPct val="20000"/>
              </a:spcBef>
              <a:spcAft>
                <a:spcPct val="1"/>
              </a:spcAft>
              <a:buChar char="»"/>
              <a:defRPr sz="2000">
                <a:solidFill>
                  <a:schemeClr val="tx1"/>
                </a:solidFill>
                <a:latin typeface="Comic Sans MS" panose="030F0702030302020204" charset="0"/>
              </a:defRPr>
            </a:lvl8pPr>
            <a:lvl9pPr marL="3886200" indent="-228600" eaLnBrk="false" fontAlgn="base" hangingPunct="false">
              <a:spcBef>
                <a:spcPct val="20000"/>
              </a:spcBef>
              <a:spcAft>
                <a:spcPct val="1"/>
              </a:spcAft>
              <a:buChar char="»"/>
              <a:defRPr sz="2000">
                <a:solidFill>
                  <a:schemeClr val="tx1"/>
                </a:solidFill>
                <a:latin typeface="Comic Sans MS" panose="030F0702030302020204" charset="0"/>
              </a:defRPr>
            </a:lvl9pPr>
          </a:lstStyle>
          <a:p>
            <a:pPr>
              <a:spcBef>
                <a:spcPct val="1"/>
              </a:spcBef>
              <a:buFontTx/>
              <a:buNone/>
            </a:pPr>
            <a:fld id="{C7C04852-919E-084D-8586-CE6A326FCF00}" type="slidenum">
              <a:rPr lang="zh-CN" altLang="en-US" sz="1400">
                <a:latin typeface="Times New Roman" panose="02020603050405020304" pitchFamily="18" charset="0"/>
                <a:ea typeface="宋体" pitchFamily="2" charset="-122"/>
              </a:rPr>
              <a:t>32</a:t>
            </a:fld>
            <a:endParaRPr lang="en-US" altLang="zh-CN" sz="1400">
              <a:latin typeface="Times New Roman" panose="02020603050405020304" pitchFamily="18" charset="0"/>
              <a:ea typeface="宋体" pitchFamily="2" charset="-122"/>
            </a:endParaRPr>
          </a:p>
        </p:txBody>
      </p:sp>
      <p:sp>
        <p:nvSpPr>
          <p:cNvPr id="136" name="Rectangle 2"/>
          <p:cNvSpPr>
            <a:spLocks noGrp="true" noChangeArrowheads="true"/>
          </p:cNvSpPr>
          <p:nvPr>
            <p:ph type="body" idx="1"/>
          </p:nvPr>
        </p:nvSpPr>
        <p:spPr>
          <a:xfrm>
            <a:off x="381000" y="533400"/>
            <a:ext cx="8458200" cy="6019800"/>
          </a:xfrm>
          <a:solidFill>
            <a:schemeClr val="bg1"/>
          </a:solidFill>
        </p:spPr>
        <p:txBody>
          <a:bodyPr/>
          <a:lstStyle/>
          <a:p>
            <a:pPr>
              <a:spcBef>
                <a:spcPct val="1"/>
              </a:spcBef>
              <a:buFontTx/>
              <a:buNone/>
            </a:pPr>
            <a:r>
              <a:rPr lang="zh-CN" sz="2000" b="true">
                <a:latin typeface="Courier New"/>
                <a:ea typeface="宋体"/>
                <a:cs typeface="Courier New"/>
              </a:rPr>
              <a:t>1  #</a:t>
            </a:r>
            <a:r>
              <a:rPr lang="en-US" sz="2000" b="true">
                <a:latin typeface="Courier New"/>
                <a:ea typeface="宋体"/>
                <a:cs typeface="Courier New"/>
              </a:rPr>
              <a:t>include "csapp.h"</a:t>
            </a:r>
            <a:endParaRPr/>
          </a:p>
          <a:p>
            <a:pPr>
              <a:spcBef>
                <a:spcPct val="1"/>
              </a:spcBef>
              <a:buFontTx/>
              <a:buNone/>
            </a:pPr>
            <a:r>
              <a:rPr lang="en-US" sz="2000" b="true">
                <a:latin typeface="Courier New"/>
                <a:ea typeface="宋体"/>
                <a:cs typeface="Courier New"/>
              </a:rPr>
              <a:t>2</a:t>
            </a:r>
            <a:endParaRPr/>
          </a:p>
          <a:p>
            <a:pPr>
              <a:spcBef>
                <a:spcPct val="1"/>
              </a:spcBef>
              <a:buFontTx/>
              <a:buNone/>
            </a:pPr>
            <a:r>
              <a:rPr lang="en-US" sz="2000" b="true">
                <a:latin typeface="Courier New"/>
                <a:ea typeface="宋体"/>
                <a:cs typeface="Courier New"/>
              </a:rPr>
              <a:t>3  int main()</a:t>
            </a:r>
            <a:endParaRPr/>
          </a:p>
          <a:p>
            <a:pPr>
              <a:spcBef>
                <a:spcPct val="1"/>
              </a:spcBef>
              <a:buFontTx/>
              <a:buNone/>
            </a:pPr>
            <a:r>
              <a:rPr lang="en-US" sz="2000" b="true">
                <a:latin typeface="Courier New"/>
                <a:ea typeface="宋体"/>
                <a:cs typeface="Courier New"/>
              </a:rPr>
              <a:t>4  {</a:t>
            </a:r>
            <a:endParaRPr/>
          </a:p>
          <a:p>
            <a:pPr>
              <a:spcBef>
                <a:spcPct val="1"/>
              </a:spcBef>
              <a:buFontTx/>
              <a:buNone/>
            </a:pPr>
            <a:r>
              <a:rPr lang="en-US" sz="2000" b="true">
                <a:latin typeface="Courier New"/>
                <a:ea typeface="宋体"/>
                <a:cs typeface="Courier New"/>
              </a:rPr>
              <a:t>5    pid_t pid;</a:t>
            </a:r>
            <a:endParaRPr/>
          </a:p>
          <a:p>
            <a:pPr>
              <a:lnSpc>
                <a:spcPts val="2000"/>
              </a:lnSpc>
              <a:spcBef>
                <a:spcPct val="1"/>
              </a:spcBef>
              <a:buFontTx/>
              <a:buNone/>
            </a:pPr>
            <a:r>
              <a:rPr lang="en-US" sz="2000" b="true">
                <a:latin typeface="Courier New"/>
                <a:ea typeface="宋体"/>
                <a:cs typeface="Courier New"/>
              </a:rPr>
              <a:t>6</a:t>
            </a:r>
            <a:endParaRPr/>
          </a:p>
          <a:p>
            <a:pPr>
              <a:spcBef>
                <a:spcPct val="1"/>
              </a:spcBef>
              <a:buFontTx/>
              <a:buNone/>
            </a:pPr>
            <a:r>
              <a:rPr lang="en-US" sz="2000" b="true">
                <a:latin typeface="Courier New"/>
                <a:ea typeface="宋体"/>
                <a:cs typeface="Courier New"/>
              </a:rPr>
              <a:t>7    </a:t>
            </a:r>
            <a:r>
              <a:rPr lang="en-US" sz="2000" b="true">
                <a:solidFill>
                  <a:srgbClr val="00B050">
                    <a:alpha val="100000"/>
                  </a:srgbClr>
                </a:solidFill>
                <a:latin typeface="Courier New"/>
                <a:ea typeface="宋体"/>
                <a:cs typeface="Courier New"/>
              </a:rPr>
              <a:t>/* child sleeps until SIGKILL signal received */</a:t>
            </a:r>
            <a:endParaRPr/>
          </a:p>
          <a:p>
            <a:pPr>
              <a:spcBef>
                <a:spcPct val="1"/>
              </a:spcBef>
              <a:buFontTx/>
              <a:buNone/>
            </a:pPr>
            <a:r>
              <a:rPr lang="en-US" sz="2000" b="true">
                <a:latin typeface="Courier New"/>
                <a:ea typeface="宋体"/>
                <a:cs typeface="Courier New"/>
              </a:rPr>
              <a:t>8    if ((pid = fork()) == 0) {</a:t>
            </a:r>
            <a:endParaRPr/>
          </a:p>
          <a:p>
            <a:pPr>
              <a:spcBef>
                <a:spcPct val="1"/>
              </a:spcBef>
              <a:buFontTx/>
              <a:buNone/>
            </a:pPr>
            <a:r>
              <a:rPr lang="en-US" sz="2000" b="true">
                <a:latin typeface="Courier New"/>
                <a:ea typeface="宋体"/>
                <a:cs typeface="Courier New"/>
              </a:rPr>
              <a:t>9      pause(); </a:t>
            </a:r>
            <a:r>
              <a:rPr lang="en-US" sz="2000" b="true">
                <a:solidFill>
                  <a:srgbClr val="00B050">
                    <a:alpha val="100000"/>
                  </a:srgbClr>
                </a:solidFill>
                <a:latin typeface="Courier New"/>
                <a:ea typeface="宋体"/>
                <a:cs typeface="Courier New"/>
              </a:rPr>
              <a:t>/* wait for a signal to arrive */</a:t>
            </a:r>
            <a:endParaRPr/>
          </a:p>
          <a:p>
            <a:pPr>
              <a:spcBef>
                <a:spcPct val="1"/>
              </a:spcBef>
              <a:buFontTx/>
              <a:buNone/>
            </a:pPr>
            <a:r>
              <a:rPr lang="en-US" sz="2000" b="true">
                <a:latin typeface="Courier New"/>
                <a:ea typeface="宋体"/>
                <a:cs typeface="Courier New"/>
              </a:rPr>
              <a:t>10 	 printf("control should never reach here!\n");</a:t>
            </a:r>
            <a:endParaRPr/>
          </a:p>
          <a:p>
            <a:pPr>
              <a:spcBef>
                <a:spcPct val="1"/>
              </a:spcBef>
              <a:buFontTx/>
              <a:buNone/>
            </a:pPr>
            <a:r>
              <a:rPr lang="en-US" sz="2000" b="true">
                <a:latin typeface="Courier New"/>
                <a:ea typeface="宋体"/>
                <a:cs typeface="Courier New"/>
              </a:rPr>
              <a:t>11 	 exit(0);</a:t>
            </a:r>
            <a:endParaRPr/>
          </a:p>
          <a:p>
            <a:pPr>
              <a:spcBef>
                <a:spcPct val="1"/>
              </a:spcBef>
              <a:buFontTx/>
              <a:buNone/>
            </a:pPr>
            <a:r>
              <a:rPr lang="en-US" sz="2000" b="true">
                <a:latin typeface="Courier New"/>
                <a:ea typeface="宋体"/>
                <a:cs typeface="Courier New"/>
              </a:rPr>
              <a:t>12   }</a:t>
            </a:r>
            <a:endParaRPr/>
          </a:p>
          <a:p>
            <a:pPr>
              <a:lnSpc>
                <a:spcPts val="2000"/>
              </a:lnSpc>
              <a:spcBef>
                <a:spcPct val="1"/>
              </a:spcBef>
              <a:buFontTx/>
              <a:buNone/>
            </a:pPr>
            <a:r>
              <a:rPr lang="en-US" sz="2000" b="true">
                <a:latin typeface="Courier New"/>
                <a:ea typeface="宋体"/>
                <a:cs typeface="Courier New"/>
              </a:rPr>
              <a:t>13</a:t>
            </a:r>
            <a:endParaRPr/>
          </a:p>
          <a:p>
            <a:pPr>
              <a:spcBef>
                <a:spcPct val="1"/>
              </a:spcBef>
              <a:buFontTx/>
              <a:buNone/>
            </a:pPr>
            <a:r>
              <a:rPr lang="en-US" sz="2000" b="true">
                <a:latin typeface="Courier New"/>
                <a:ea typeface="宋体"/>
                <a:cs typeface="Courier New"/>
              </a:rPr>
              <a:t>14   </a:t>
            </a:r>
            <a:r>
              <a:rPr lang="en-US" sz="2000" b="true">
                <a:solidFill>
                  <a:srgbClr val="00B050">
                    <a:alpha val="100000"/>
                  </a:srgbClr>
                </a:solidFill>
                <a:latin typeface="Courier New"/>
                <a:ea typeface="宋体"/>
                <a:cs typeface="Courier New"/>
              </a:rPr>
              <a:t>/* parent sends a SIGKILL signal to a child */</a:t>
            </a:r>
            <a:endParaRPr/>
          </a:p>
          <a:p>
            <a:pPr>
              <a:spcBef>
                <a:spcPct val="1"/>
              </a:spcBef>
              <a:buFontTx/>
              <a:buNone/>
            </a:pPr>
            <a:r>
              <a:rPr lang="en-US" sz="2000" b="true">
                <a:latin typeface="Courier New"/>
                <a:ea typeface="宋体"/>
                <a:cs typeface="Courier New"/>
              </a:rPr>
              <a:t>15   kill(pid, SIGKILL);</a:t>
            </a:r>
            <a:endParaRPr/>
          </a:p>
          <a:p>
            <a:pPr>
              <a:spcBef>
                <a:spcPct val="1"/>
              </a:spcBef>
              <a:buFontTx/>
              <a:buNone/>
            </a:pPr>
            <a:r>
              <a:rPr lang="en-US" sz="2000" b="true">
                <a:latin typeface="Courier New"/>
                <a:ea typeface="宋体"/>
                <a:cs typeface="Courier New"/>
              </a:rPr>
              <a:t>16   exit(0);</a:t>
            </a:r>
            <a:endParaRPr/>
          </a:p>
          <a:p>
            <a:pPr>
              <a:spcBef>
                <a:spcPct val="1"/>
              </a:spcBef>
              <a:buFontTx/>
              <a:buNone/>
            </a:pPr>
            <a:r>
              <a:rPr lang="en-US" sz="2000" b="true">
                <a:latin typeface="Courier New"/>
                <a:ea typeface="宋体"/>
                <a:cs typeface="Courier New"/>
              </a:rPr>
              <a:t>17 }</a:t>
            </a:r>
            <a:endParaRPr lang="zh-CN" sz="2000" b="true">
              <a:latin typeface="Courier New"/>
              <a:ea typeface="宋体"/>
              <a:cs typeface="Courier New"/>
            </a:endParaRP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>
  <p:cSld>
    <p:spTree>
      <p:nvGrpSpPr>
        <p:cNvPr id="137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灯片编号占位符 5"/>
          <p:cNvSpPr>
            <a:spLocks noGrp="true"/>
          </p:cNvSpPr>
          <p:nvPr>
            <p:ph type="sldNum" sz="quarter" idx="12"/>
          </p:nvPr>
        </p:nvSpPr>
        <p:spPr>
          <a:noFill/>
          <a:extLst>
            <a:ext uri="{909E8E84-426E-40DD-AFC4-6F175D3DCCD1}"/>
            <a:ext uri="{91240B29-F687-4F45-9708-019B960494DF}"/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Comic Sans MS" panose="030F070203030202020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Comic Sans MS" panose="030F070203030202020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anose="030F070203030202020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Comic Sans MS" panose="030F070203030202020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Comic Sans MS" panose="030F0702030302020204" charset="0"/>
              </a:defRPr>
            </a:lvl5pPr>
            <a:lvl6pPr marL="2514600" indent="-228600" eaLnBrk="false" fontAlgn="base" hangingPunct="false">
              <a:spcBef>
                <a:spcPct val="20000"/>
              </a:spcBef>
              <a:spcAft>
                <a:spcPct val="1"/>
              </a:spcAft>
              <a:buChar char="»"/>
              <a:defRPr sz="2000">
                <a:solidFill>
                  <a:schemeClr val="tx1"/>
                </a:solidFill>
                <a:latin typeface="Comic Sans MS" panose="030F0702030302020204" charset="0"/>
              </a:defRPr>
            </a:lvl6pPr>
            <a:lvl7pPr marL="2971800" indent="-228600" eaLnBrk="false" fontAlgn="base" hangingPunct="false">
              <a:spcBef>
                <a:spcPct val="20000"/>
              </a:spcBef>
              <a:spcAft>
                <a:spcPct val="1"/>
              </a:spcAft>
              <a:buChar char="»"/>
              <a:defRPr sz="2000">
                <a:solidFill>
                  <a:schemeClr val="tx1"/>
                </a:solidFill>
                <a:latin typeface="Comic Sans MS" panose="030F0702030302020204" charset="0"/>
              </a:defRPr>
            </a:lvl7pPr>
            <a:lvl8pPr marL="3429000" indent="-228600" eaLnBrk="false" fontAlgn="base" hangingPunct="false">
              <a:spcBef>
                <a:spcPct val="20000"/>
              </a:spcBef>
              <a:spcAft>
                <a:spcPct val="1"/>
              </a:spcAft>
              <a:buChar char="»"/>
              <a:defRPr sz="2000">
                <a:solidFill>
                  <a:schemeClr val="tx1"/>
                </a:solidFill>
                <a:latin typeface="Comic Sans MS" panose="030F0702030302020204" charset="0"/>
              </a:defRPr>
            </a:lvl8pPr>
            <a:lvl9pPr marL="3886200" indent="-228600" eaLnBrk="false" fontAlgn="base" hangingPunct="false">
              <a:spcBef>
                <a:spcPct val="20000"/>
              </a:spcBef>
              <a:spcAft>
                <a:spcPct val="1"/>
              </a:spcAft>
              <a:buChar char="»"/>
              <a:defRPr sz="2000">
                <a:solidFill>
                  <a:schemeClr val="tx1"/>
                </a:solidFill>
                <a:latin typeface="Comic Sans MS" panose="030F0702030302020204" charset="0"/>
              </a:defRPr>
            </a:lvl9pPr>
          </a:lstStyle>
          <a:p>
            <a:pPr>
              <a:spcBef>
                <a:spcPct val="1"/>
              </a:spcBef>
              <a:buFontTx/>
              <a:buNone/>
            </a:pPr>
            <a:fld id="{5D7739E6-DDDA-EC4B-8A0A-2BCA0F1CCE72}" type="slidenum">
              <a:rPr lang="zh-CN" altLang="en-US" sz="1400">
                <a:latin typeface="Times New Roman" panose="02020603050405020304" pitchFamily="18" charset="0"/>
                <a:ea typeface="宋体" pitchFamily="2" charset="-122"/>
              </a:rPr>
              <a:t>33</a:t>
            </a:fld>
            <a:endParaRPr lang="en-US" altLang="zh-CN" sz="1400">
              <a:latin typeface="Times New Roman" panose="02020603050405020304" pitchFamily="18" charset="0"/>
              <a:ea typeface="宋体" pitchFamily="2" charset="-122"/>
            </a:endParaRPr>
          </a:p>
        </p:txBody>
      </p:sp>
      <p:sp>
        <p:nvSpPr>
          <p:cNvPr id="139" name="Rectangle 2"/>
          <p:cNvSpPr>
            <a:spLocks noGrp="true" noChangeArrowheads="true"/>
          </p:cNvSpPr>
          <p:nvPr>
            <p:ph type="title"/>
          </p:nvPr>
        </p:nvSpPr>
        <p:spPr/>
        <p:txBody>
          <a:bodyPr/>
          <a:lstStyle/>
          <a:p>
            <a:pPr/>
            <a:r>
              <a:rPr lang="en-US" altLang="zh-CN">
                <a:ea typeface="宋体" pitchFamily="2" charset="-122"/>
              </a:rPr>
              <a:t>Receiving a Signal</a:t>
            </a:r>
            <a:endParaRPr/>
          </a:p>
        </p:txBody>
      </p:sp>
      <p:sp>
        <p:nvSpPr>
          <p:cNvPr id="140" name="Rectangle 3"/>
          <p:cNvSpPr>
            <a:spLocks noGrp="true" noChangeArrowheads="true"/>
          </p:cNvSpPr>
          <p:nvPr>
            <p:ph type="body" idx="1"/>
          </p:nvPr>
        </p:nvSpPr>
        <p:spPr>
          <a:xfrm>
            <a:off x="447675" y="1392823"/>
            <a:ext cx="8077200" cy="4419600"/>
          </a:xfrm>
        </p:spPr>
        <p:txBody>
          <a:bodyPr/>
          <a:lstStyle/>
          <a:p>
            <a:pPr>
              <a:lnSpc>
                <a:spcPct val="140000"/>
              </a:lnSpc>
              <a:buChar char="•"/>
            </a:pPr>
            <a:r>
              <a:rPr lang="zh-CN">
                <a:latin typeface="Comic Sans MS"/>
                <a:ea typeface="宋体"/>
                <a:cs typeface="+mn-cs"/>
              </a:rPr>
              <a:t>先决条件：</a:t>
            </a:r>
            <a:endParaRPr lang="en-US">
              <a:latin typeface="Comic Sans MS"/>
              <a:ea typeface="宋体"/>
              <a:cs typeface="+mn-cs"/>
            </a:endParaRPr>
          </a:p>
          <a:p>
            <a:pPr lvl="1">
              <a:lnSpc>
                <a:spcPct val="140000"/>
              </a:lnSpc>
              <a:buChar char="–"/>
            </a:pPr>
            <a:r>
              <a:rPr lang="zh-CN">
                <a:latin typeface="Comic Sans MS"/>
                <a:ea typeface="宋体"/>
              </a:rPr>
              <a:t>当内核从一个</a:t>
            </a:r>
            <a:r>
              <a:rPr lang="en-US">
                <a:latin typeface="Comic Sans MS"/>
                <a:ea typeface="宋体"/>
              </a:rPr>
              <a:t>exception handler</a:t>
            </a:r>
            <a:r>
              <a:rPr lang="zh-CN">
                <a:latin typeface="Comic Sans MS"/>
                <a:ea typeface="宋体"/>
              </a:rPr>
              <a:t>中返回，</a:t>
            </a:r>
            <a:endParaRPr lang="en-US">
              <a:latin typeface="Comic Sans MS"/>
              <a:ea typeface="宋体"/>
            </a:endParaRPr>
          </a:p>
          <a:p>
            <a:pPr lvl="1">
              <a:lnSpc>
                <a:spcPct val="140000"/>
              </a:lnSpc>
              <a:buChar char="–"/>
            </a:pPr>
            <a:r>
              <a:rPr lang="zh-CN">
                <a:latin typeface="Comic Sans MS"/>
                <a:ea typeface="宋体"/>
              </a:rPr>
              <a:t>而且正准备将控制权传给进程</a:t>
            </a:r>
            <a:r>
              <a:rPr lang="en-US">
                <a:latin typeface="Comic Sans MS"/>
                <a:ea typeface="宋体"/>
              </a:rPr>
              <a:t>B</a:t>
            </a:r>
            <a:r>
              <a:rPr lang="zh-CN">
                <a:latin typeface="Comic Sans MS"/>
                <a:ea typeface="宋体"/>
              </a:rPr>
              <a:t>时</a:t>
            </a:r>
            <a:r>
              <a:rPr lang="en-US">
                <a:latin typeface="Comic Sans MS"/>
                <a:ea typeface="宋体"/>
              </a:rPr>
              <a:t>(</a:t>
            </a:r>
            <a:r>
              <a:rPr lang="zh-CN">
                <a:latin typeface="Comic Sans MS"/>
                <a:ea typeface="宋体"/>
              </a:rPr>
              <a:t>加塞处理</a:t>
            </a:r>
            <a:r>
              <a:rPr lang="en-US">
                <a:latin typeface="Comic Sans MS"/>
                <a:ea typeface="宋体"/>
              </a:rPr>
              <a:t>signal</a:t>
            </a:r>
            <a:r>
              <a:rPr lang="en-US">
                <a:latin typeface="Comic Sans MS"/>
                <a:ea typeface="宋体"/>
              </a:rPr>
              <a:t>)</a:t>
            </a:r>
            <a:endParaRPr/>
          </a:p>
        </p:txBody>
      </p:sp>
      <p:sp>
        <p:nvSpPr>
          <p:cNvPr id="141" name="Rectangle 3"/>
          <p:cNvSpPr/>
          <p:nvPr/>
        </p:nvSpPr>
        <p:spPr bwMode="auto">
          <a:xfrm>
            <a:off x="2117269" y="5644917"/>
            <a:ext cx="4495800" cy="425450"/>
          </a:xfrm>
          <a:prstGeom prst="rect">
            <a:avLst/>
          </a:prstGeom>
          <a:solidFill>
            <a:srgbClr val="F1C7C7"/>
          </a:solidFill>
          <a:ln w="28575" cap="flat" cmpd="sng" algn="ctr">
            <a:noFill/>
            <a:prstDash val="solid"/>
            <a:round/>
            <a:headEnd type="none" w="med" len="med"/>
            <a:tailEnd type="triangle" w="med" len="med"/>
          </a:ln>
          <a:effectLst/>
        </p:spPr>
        <p:txBody>
          <a:bodyPr vert="horz" wrap="square" lIns="91440" tIns="45720" rIns="91440" bIns="45720" numCol="1" rtlCol="false" anchor="ctr" anchorCtr="true" compatLnSpc="true"/>
          <a:lstStyle/>
          <a:p>
            <a:pPr marL="0" marR="0" indent="0" algn="ctr" defTabSz="914400" rtl="false" eaLnBrk="false" fontAlgn="base" latinLnBrk="false" hangingPunct="false">
              <a:lnSpc>
                <a:spcPct val="100000"/>
              </a:lnSpc>
              <a:spcBef>
                <a:spcPct val="1"/>
              </a:spcBef>
              <a:spcAft>
                <a:spcPct val="1"/>
              </a:spcAft>
              <a:buClrTx/>
              <a:buSzTx/>
              <a:buFontTx/>
              <a:buNone/>
            </a:pPr>
            <a:endParaRPr lang="en-US" dirty="false">
              <a:latin typeface="Calibri" pitchFamily="34" charset="0"/>
            </a:endParaRPr>
          </a:p>
        </p:txBody>
      </p:sp>
      <p:sp>
        <p:nvSpPr>
          <p:cNvPr id="142" name="Rectangle 4"/>
          <p:cNvSpPr/>
          <p:nvPr/>
        </p:nvSpPr>
        <p:spPr bwMode="auto">
          <a:xfrm>
            <a:off x="2117269" y="5219467"/>
            <a:ext cx="4495800" cy="425450"/>
          </a:xfrm>
          <a:prstGeom prst="rect">
            <a:avLst/>
          </a:prstGeom>
          <a:solidFill>
            <a:schemeClr val="bg1">
              <a:lumMod val="95000"/>
            </a:schemeClr>
          </a:solidFill>
          <a:ln w="28575" cap="flat" cmpd="sng" algn="ctr">
            <a:noFill/>
            <a:prstDash val="solid"/>
            <a:round/>
            <a:headEnd type="none" w="med" len="med"/>
            <a:tailEnd type="triangle" w="med" len="med"/>
          </a:ln>
          <a:effectLst/>
        </p:spPr>
        <p:txBody>
          <a:bodyPr vert="horz" wrap="square" lIns="91440" tIns="45720" rIns="91440" bIns="45720" numCol="1" rtlCol="false" anchor="ctr" anchorCtr="true" compatLnSpc="true"/>
          <a:lstStyle/>
          <a:p>
            <a:pPr marL="0" marR="0" indent="0" algn="ctr" defTabSz="914400" rtl="false" eaLnBrk="false" fontAlgn="base" latinLnBrk="false" hangingPunct="false">
              <a:lnSpc>
                <a:spcPct val="100000"/>
              </a:lnSpc>
              <a:spcBef>
                <a:spcPct val="1"/>
              </a:spcBef>
              <a:spcAft>
                <a:spcPct val="1"/>
              </a:spcAft>
              <a:buClrTx/>
              <a:buSzTx/>
              <a:buFontTx/>
              <a:buNone/>
            </a:pPr>
            <a:endParaRPr lang="en-US" dirty="false">
              <a:latin typeface="Calibri" pitchFamily="34" charset="0"/>
            </a:endParaRPr>
          </a:p>
        </p:txBody>
      </p:sp>
      <p:sp>
        <p:nvSpPr>
          <p:cNvPr id="143" name="Rectangle 5"/>
          <p:cNvSpPr/>
          <p:nvPr/>
        </p:nvSpPr>
        <p:spPr bwMode="auto">
          <a:xfrm>
            <a:off x="2117269" y="6070367"/>
            <a:ext cx="4495800" cy="425450"/>
          </a:xfrm>
          <a:prstGeom prst="rect">
            <a:avLst/>
          </a:prstGeom>
          <a:solidFill>
            <a:schemeClr val="bg1">
              <a:lumMod val="95000"/>
            </a:schemeClr>
          </a:solidFill>
          <a:ln w="28575" cap="flat" cmpd="sng" algn="ctr">
            <a:noFill/>
            <a:prstDash val="solid"/>
            <a:round/>
            <a:headEnd type="none" w="med" len="med"/>
            <a:tailEnd type="triangle" w="med" len="med"/>
          </a:ln>
          <a:effectLst/>
        </p:spPr>
        <p:txBody>
          <a:bodyPr vert="horz" wrap="square" lIns="91440" tIns="45720" rIns="91440" bIns="45720" numCol="1" rtlCol="false" anchor="ctr" anchorCtr="true" compatLnSpc="true"/>
          <a:lstStyle/>
          <a:p>
            <a:pPr marL="0" marR="0" indent="0" algn="ctr" defTabSz="914400" rtl="false" eaLnBrk="false" fontAlgn="base" latinLnBrk="false" hangingPunct="false">
              <a:lnSpc>
                <a:spcPct val="100000"/>
              </a:lnSpc>
              <a:spcBef>
                <a:spcPct val="1"/>
              </a:spcBef>
              <a:spcAft>
                <a:spcPct val="1"/>
              </a:spcAft>
              <a:buClrTx/>
              <a:buSzTx/>
              <a:buFontTx/>
              <a:buNone/>
            </a:pPr>
            <a:endParaRPr lang="en-US" dirty="false">
              <a:latin typeface="Calibri" pitchFamily="34" charset="0"/>
            </a:endParaRPr>
          </a:p>
        </p:txBody>
      </p:sp>
      <p:sp>
        <p:nvSpPr>
          <p:cNvPr id="144" name="Rectangle 6"/>
          <p:cNvSpPr/>
          <p:nvPr/>
        </p:nvSpPr>
        <p:spPr bwMode="auto">
          <a:xfrm>
            <a:off x="2117269" y="4788123"/>
            <a:ext cx="4495800" cy="425450"/>
          </a:xfrm>
          <a:prstGeom prst="rect">
            <a:avLst/>
          </a:prstGeom>
          <a:solidFill>
            <a:srgbClr val="F1C7C7"/>
          </a:solidFill>
          <a:ln w="28575" cap="flat" cmpd="sng" algn="ctr">
            <a:noFill/>
            <a:prstDash val="solid"/>
            <a:round/>
            <a:headEnd type="none" w="med" len="med"/>
            <a:tailEnd type="triangle" w="med" len="med"/>
          </a:ln>
          <a:effectLst/>
        </p:spPr>
        <p:txBody>
          <a:bodyPr vert="horz" wrap="square" lIns="91440" tIns="45720" rIns="91440" bIns="45720" numCol="1" rtlCol="false" anchor="ctr" anchorCtr="true" compatLnSpc="true"/>
          <a:lstStyle/>
          <a:p>
            <a:pPr marL="0" marR="0" indent="0" algn="ctr" defTabSz="914400" rtl="false" eaLnBrk="false" fontAlgn="base" latinLnBrk="false" hangingPunct="false">
              <a:lnSpc>
                <a:spcPct val="100000"/>
              </a:lnSpc>
              <a:spcBef>
                <a:spcPct val="1"/>
              </a:spcBef>
              <a:spcAft>
                <a:spcPct val="1"/>
              </a:spcAft>
              <a:buClrTx/>
              <a:buSzTx/>
              <a:buFontTx/>
              <a:buNone/>
            </a:pPr>
            <a:endParaRPr lang="en-US" dirty="false">
              <a:latin typeface="Calibri" pitchFamily="34" charset="0"/>
            </a:endParaRPr>
          </a:p>
        </p:txBody>
      </p:sp>
      <p:sp>
        <p:nvSpPr>
          <p:cNvPr id="145" name="Rectangle 7"/>
          <p:cNvSpPr/>
          <p:nvPr/>
        </p:nvSpPr>
        <p:spPr bwMode="auto">
          <a:xfrm>
            <a:off x="2117269" y="4362673"/>
            <a:ext cx="4495800" cy="425450"/>
          </a:xfrm>
          <a:prstGeom prst="rect">
            <a:avLst/>
          </a:prstGeom>
          <a:solidFill>
            <a:schemeClr val="bg1">
              <a:lumMod val="95000"/>
            </a:schemeClr>
          </a:solidFill>
          <a:ln w="28575" cap="flat" cmpd="sng" algn="ctr">
            <a:noFill/>
            <a:prstDash val="solid"/>
            <a:round/>
            <a:headEnd type="none" w="med" len="med"/>
            <a:tailEnd type="triangle" w="med" len="med"/>
          </a:ln>
          <a:effectLst/>
        </p:spPr>
        <p:txBody>
          <a:bodyPr vert="horz" wrap="square" lIns="91440" tIns="45720" rIns="91440" bIns="45720" numCol="1" rtlCol="false" anchor="ctr" anchorCtr="true" compatLnSpc="true"/>
          <a:lstStyle/>
          <a:p>
            <a:pPr marL="0" marR="0" indent="0" algn="ctr" defTabSz="914400" rtl="false" eaLnBrk="false" fontAlgn="base" latinLnBrk="false" hangingPunct="false">
              <a:lnSpc>
                <a:spcPct val="100000"/>
              </a:lnSpc>
              <a:spcBef>
                <a:spcPct val="1"/>
              </a:spcBef>
              <a:spcAft>
                <a:spcPct val="1"/>
              </a:spcAft>
              <a:buClrTx/>
              <a:buSzTx/>
              <a:buFontTx/>
              <a:buNone/>
            </a:pPr>
            <a:endParaRPr lang="en-US" dirty="false">
              <a:latin typeface="Calibri" pitchFamily="34" charset="0"/>
            </a:endParaRPr>
          </a:p>
        </p:txBody>
      </p:sp>
      <p:sp>
        <p:nvSpPr>
          <p:cNvPr id="146" name="Text Box 4"/>
          <p:cNvSpPr txBox="true">
            <a:spLocks noChangeArrowheads="true"/>
          </p:cNvSpPr>
          <p:nvPr/>
        </p:nvSpPr>
        <p:spPr bwMode="auto">
          <a:xfrm>
            <a:off x="2339291" y="3741057"/>
            <a:ext cx="1097160" cy="369332"/>
          </a:xfrm>
          <a:prstGeom prst="rect">
            <a:avLst/>
          </a:prstGeom>
          <a:noFill/>
          <a:ln w="25400">
            <a:noFill/>
            <a:miter lim="800000"/>
          </a:ln>
          <a:effectLst/>
        </p:spPr>
        <p:txBody>
          <a:bodyPr wrap="none">
            <a:spAutoFit/>
          </a:bodyPr>
          <a:lstStyle/>
          <a:p>
            <a:pPr>
              <a:lnSpc>
                <a:spcPct val="100000"/>
              </a:lnSpc>
            </a:pPr>
            <a:r>
              <a:rPr lang="en-US" sz="1800" i="true" dirty="false">
                <a:solidFill>
                  <a:srgbClr val="C00000"/>
                </a:solidFill>
                <a:latin typeface="Calibri" pitchFamily="34" charset="0"/>
              </a:rPr>
              <a:t>Process A</a:t>
            </a:r>
            <a:endParaRPr/>
          </a:p>
        </p:txBody>
      </p:sp>
      <p:sp>
        <p:nvSpPr>
          <p:cNvPr id="147" name="Text Box 5"/>
          <p:cNvSpPr txBox="true">
            <a:spLocks noChangeArrowheads="true"/>
          </p:cNvSpPr>
          <p:nvPr/>
        </p:nvSpPr>
        <p:spPr bwMode="auto">
          <a:xfrm>
            <a:off x="3862283" y="3741057"/>
            <a:ext cx="1087542" cy="369332"/>
          </a:xfrm>
          <a:prstGeom prst="rect">
            <a:avLst/>
          </a:prstGeom>
          <a:noFill/>
          <a:ln w="25400">
            <a:noFill/>
            <a:miter lim="800000"/>
          </a:ln>
          <a:effectLst/>
        </p:spPr>
        <p:txBody>
          <a:bodyPr wrap="none">
            <a:spAutoFit/>
          </a:bodyPr>
          <a:lstStyle/>
          <a:p>
            <a:pPr>
              <a:lnSpc>
                <a:spcPct val="100000"/>
              </a:lnSpc>
            </a:pPr>
            <a:r>
              <a:rPr lang="en-US" sz="1800" i="true" dirty="false">
                <a:solidFill>
                  <a:srgbClr val="C00000"/>
                </a:solidFill>
                <a:latin typeface="Calibri" pitchFamily="34" charset="0"/>
              </a:rPr>
              <a:t>Process B</a:t>
            </a:r>
            <a:endParaRPr/>
          </a:p>
        </p:txBody>
      </p:sp>
      <p:sp>
        <p:nvSpPr>
          <p:cNvPr id="148" name="Line 6"/>
          <p:cNvSpPr>
            <a:spLocks noChangeShapeType="true"/>
          </p:cNvSpPr>
          <p:nvPr/>
        </p:nvSpPr>
        <p:spPr bwMode="auto">
          <a:xfrm flipH="true">
            <a:off x="2892425" y="4365857"/>
            <a:ext cx="6350" cy="420624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tailEnd type="triangle" w="med" len="med"/>
          </a:ln>
          <a:effectLst/>
        </p:spPr>
        <p:txBody>
          <a:bodyPr wrap="none" anchor="ctr"/>
          <a:lstStyle/>
          <a:p>
            <a:pPr/>
            <a:endParaRPr lang="en-US" dirty="false">
              <a:latin typeface="Calibri" pitchFamily="34" charset="0"/>
            </a:endParaRPr>
          </a:p>
        </p:txBody>
      </p:sp>
      <p:sp>
        <p:nvSpPr>
          <p:cNvPr id="149" name="Line 11"/>
          <p:cNvSpPr>
            <a:spLocks noChangeShapeType="true"/>
          </p:cNvSpPr>
          <p:nvPr/>
        </p:nvSpPr>
        <p:spPr bwMode="auto">
          <a:xfrm flipH="true">
            <a:off x="3717925" y="3741057"/>
            <a:ext cx="12700" cy="3124200"/>
          </a:xfrm>
          <a:prstGeom prst="line">
            <a:avLst/>
          </a:prstGeom>
          <a:noFill/>
          <a:ln w="25400">
            <a:solidFill>
              <a:schemeClr val="tx1"/>
            </a:solidFill>
            <a:prstDash val="dash"/>
            <a:round/>
          </a:ln>
          <a:effectLst/>
        </p:spPr>
        <p:txBody>
          <a:bodyPr wrap="none" anchor="ctr"/>
          <a:lstStyle/>
          <a:p>
            <a:pPr/>
            <a:endParaRPr lang="en-US" dirty="false">
              <a:latin typeface="Calibri" pitchFamily="34" charset="0"/>
            </a:endParaRPr>
          </a:p>
        </p:txBody>
      </p:sp>
      <p:sp>
        <p:nvSpPr>
          <p:cNvPr id="150" name="Text Box 12"/>
          <p:cNvSpPr txBox="true">
            <a:spLocks noChangeArrowheads="true"/>
          </p:cNvSpPr>
          <p:nvPr/>
        </p:nvSpPr>
        <p:spPr bwMode="auto">
          <a:xfrm>
            <a:off x="5419725" y="4426857"/>
            <a:ext cx="1009187" cy="338554"/>
          </a:xfrm>
          <a:prstGeom prst="rect">
            <a:avLst/>
          </a:prstGeom>
          <a:noFill/>
          <a:ln w="25400">
            <a:noFill/>
            <a:miter lim="800000"/>
          </a:ln>
          <a:effectLst/>
        </p:spPr>
        <p:txBody>
          <a:bodyPr wrap="none">
            <a:spAutoFit/>
          </a:bodyPr>
          <a:lstStyle/>
          <a:p>
            <a:pPr algn="l">
              <a:lnSpc>
                <a:spcPct val="100000"/>
              </a:lnSpc>
            </a:pPr>
            <a:r>
              <a:rPr lang="en-US" sz="1600" dirty="false">
                <a:latin typeface="Calibri" pitchFamily="34" charset="0"/>
              </a:rPr>
              <a:t>user code</a:t>
            </a:r>
            <a:endParaRPr/>
          </a:p>
        </p:txBody>
      </p:sp>
      <p:sp>
        <p:nvSpPr>
          <p:cNvPr id="151" name="Text Box 13"/>
          <p:cNvSpPr txBox="true">
            <a:spLocks noChangeArrowheads="true"/>
          </p:cNvSpPr>
          <p:nvPr/>
        </p:nvSpPr>
        <p:spPr bwMode="auto">
          <a:xfrm>
            <a:off x="5419725" y="4841195"/>
            <a:ext cx="1171859" cy="338554"/>
          </a:xfrm>
          <a:prstGeom prst="rect">
            <a:avLst/>
          </a:prstGeom>
          <a:noFill/>
          <a:ln w="25400">
            <a:noFill/>
            <a:miter lim="800000"/>
          </a:ln>
          <a:effectLst/>
        </p:spPr>
        <p:txBody>
          <a:bodyPr wrap="none">
            <a:spAutoFit/>
          </a:bodyPr>
          <a:lstStyle/>
          <a:p>
            <a:pPr algn="l">
              <a:lnSpc>
                <a:spcPct val="100000"/>
              </a:lnSpc>
            </a:pPr>
            <a:r>
              <a:rPr lang="en-US" sz="1600" dirty="false">
                <a:latin typeface="Calibri" pitchFamily="34" charset="0"/>
              </a:rPr>
              <a:t>kernel code</a:t>
            </a:r>
            <a:endParaRPr/>
          </a:p>
        </p:txBody>
      </p:sp>
      <p:sp>
        <p:nvSpPr>
          <p:cNvPr id="152" name="Text Box 14"/>
          <p:cNvSpPr txBox="true">
            <a:spLocks noChangeArrowheads="true"/>
          </p:cNvSpPr>
          <p:nvPr/>
        </p:nvSpPr>
        <p:spPr bwMode="auto">
          <a:xfrm>
            <a:off x="5419725" y="5253945"/>
            <a:ext cx="1009187" cy="338554"/>
          </a:xfrm>
          <a:prstGeom prst="rect">
            <a:avLst/>
          </a:prstGeom>
          <a:noFill/>
          <a:ln w="25400">
            <a:noFill/>
            <a:miter lim="800000"/>
          </a:ln>
          <a:effectLst/>
        </p:spPr>
        <p:txBody>
          <a:bodyPr wrap="none">
            <a:spAutoFit/>
          </a:bodyPr>
          <a:lstStyle/>
          <a:p>
            <a:pPr algn="l">
              <a:lnSpc>
                <a:spcPct val="100000"/>
              </a:lnSpc>
            </a:pPr>
            <a:r>
              <a:rPr lang="en-US" sz="1600" dirty="false">
                <a:latin typeface="Calibri" pitchFamily="34" charset="0"/>
              </a:rPr>
              <a:t>user code</a:t>
            </a:r>
            <a:endParaRPr/>
          </a:p>
        </p:txBody>
      </p:sp>
      <p:sp>
        <p:nvSpPr>
          <p:cNvPr id="153" name="Text Box 15"/>
          <p:cNvSpPr txBox="true">
            <a:spLocks noChangeArrowheads="true"/>
          </p:cNvSpPr>
          <p:nvPr/>
        </p:nvSpPr>
        <p:spPr bwMode="auto">
          <a:xfrm>
            <a:off x="5402263" y="5690507"/>
            <a:ext cx="1171859" cy="338554"/>
          </a:xfrm>
          <a:prstGeom prst="rect">
            <a:avLst/>
          </a:prstGeom>
          <a:noFill/>
          <a:ln w="25400">
            <a:noFill/>
            <a:miter lim="800000"/>
          </a:ln>
          <a:effectLst/>
        </p:spPr>
        <p:txBody>
          <a:bodyPr wrap="none">
            <a:spAutoFit/>
          </a:bodyPr>
          <a:lstStyle/>
          <a:p>
            <a:pPr algn="l">
              <a:lnSpc>
                <a:spcPct val="100000"/>
              </a:lnSpc>
            </a:pPr>
            <a:r>
              <a:rPr lang="en-US" sz="1600" dirty="false">
                <a:latin typeface="Calibri" pitchFamily="34" charset="0"/>
              </a:rPr>
              <a:t>kernel code</a:t>
            </a:r>
            <a:endParaRPr/>
          </a:p>
        </p:txBody>
      </p:sp>
      <p:sp>
        <p:nvSpPr>
          <p:cNvPr id="154" name="Text Box 16"/>
          <p:cNvSpPr txBox="true">
            <a:spLocks noChangeArrowheads="true"/>
          </p:cNvSpPr>
          <p:nvPr/>
        </p:nvSpPr>
        <p:spPr bwMode="auto">
          <a:xfrm>
            <a:off x="5419725" y="6147707"/>
            <a:ext cx="1009187" cy="338554"/>
          </a:xfrm>
          <a:prstGeom prst="rect">
            <a:avLst/>
          </a:prstGeom>
          <a:noFill/>
          <a:ln w="25400">
            <a:noFill/>
            <a:miter lim="800000"/>
          </a:ln>
          <a:effectLst/>
        </p:spPr>
        <p:txBody>
          <a:bodyPr wrap="none">
            <a:spAutoFit/>
          </a:bodyPr>
          <a:lstStyle/>
          <a:p>
            <a:pPr algn="l">
              <a:lnSpc>
                <a:spcPct val="100000"/>
              </a:lnSpc>
            </a:pPr>
            <a:r>
              <a:rPr lang="en-US" sz="1600" dirty="false">
                <a:latin typeface="Calibri" pitchFamily="34" charset="0"/>
              </a:rPr>
              <a:t>user code</a:t>
            </a:r>
            <a:endParaRPr/>
          </a:p>
        </p:txBody>
      </p:sp>
      <p:sp>
        <p:nvSpPr>
          <p:cNvPr id="155" name="AutoShape 27"/>
          <p:cNvSpPr/>
          <p:nvPr/>
        </p:nvSpPr>
        <p:spPr bwMode="auto">
          <a:xfrm>
            <a:off x="6854825" y="4787000"/>
            <a:ext cx="76200" cy="381000"/>
          </a:xfrm>
          <a:prstGeom prst="rightBrace">
            <a:avLst>
              <a:gd name="adj1" fmla="val 41667"/>
              <a:gd name="adj2" fmla="val 50000"/>
            </a:avLst>
          </a:prstGeom>
          <a:noFill/>
          <a:ln w="25400">
            <a:solidFill>
              <a:schemeClr val="tx1"/>
            </a:solidFill>
            <a:round/>
          </a:ln>
          <a:effectLst/>
        </p:spPr>
        <p:txBody>
          <a:bodyPr wrap="none" anchor="ctr"/>
          <a:lstStyle/>
          <a:p>
            <a:pPr>
              <a:lnSpc>
                <a:spcPct val="100000"/>
              </a:lnSpc>
            </a:pPr>
            <a:endParaRPr lang="en-US" sz="1600" dirty="false">
              <a:latin typeface="Calibri" pitchFamily="34" charset="0"/>
            </a:endParaRPr>
          </a:p>
        </p:txBody>
      </p:sp>
      <p:sp>
        <p:nvSpPr>
          <p:cNvPr id="156" name="Text Box 28"/>
          <p:cNvSpPr txBox="true">
            <a:spLocks noChangeArrowheads="true"/>
          </p:cNvSpPr>
          <p:nvPr/>
        </p:nvSpPr>
        <p:spPr bwMode="auto">
          <a:xfrm>
            <a:off x="6934200" y="4808223"/>
            <a:ext cx="1403654" cy="338554"/>
          </a:xfrm>
          <a:prstGeom prst="rect">
            <a:avLst/>
          </a:prstGeom>
          <a:noFill/>
          <a:ln w="25400">
            <a:noFill/>
            <a:miter lim="800000"/>
          </a:ln>
          <a:effectLst/>
        </p:spPr>
        <p:txBody>
          <a:bodyPr wrap="none">
            <a:spAutoFit/>
          </a:bodyPr>
          <a:lstStyle/>
          <a:p>
            <a:pPr algn="l">
              <a:lnSpc>
                <a:spcPct val="100000"/>
              </a:lnSpc>
            </a:pPr>
            <a:r>
              <a:rPr lang="en-US" sz="1600" i="true" dirty="false">
                <a:latin typeface="Calibri" pitchFamily="34" charset="0"/>
              </a:rPr>
              <a:t>context switch</a:t>
            </a:r>
            <a:endParaRPr lang="en-US" sz="1600" dirty="false">
              <a:latin typeface="Calibri" pitchFamily="34" charset="0"/>
            </a:endParaRPr>
          </a:p>
        </p:txBody>
      </p:sp>
      <p:sp>
        <p:nvSpPr>
          <p:cNvPr id="157" name="AutoShape 29"/>
          <p:cNvSpPr/>
          <p:nvPr/>
        </p:nvSpPr>
        <p:spPr bwMode="auto">
          <a:xfrm>
            <a:off x="6854825" y="5656494"/>
            <a:ext cx="76200" cy="381000"/>
          </a:xfrm>
          <a:prstGeom prst="rightBrace">
            <a:avLst>
              <a:gd name="adj1" fmla="val 41667"/>
              <a:gd name="adj2" fmla="val 50000"/>
            </a:avLst>
          </a:prstGeom>
          <a:noFill/>
          <a:ln w="25400">
            <a:solidFill>
              <a:schemeClr val="tx1"/>
            </a:solidFill>
            <a:round/>
          </a:ln>
          <a:effectLst/>
        </p:spPr>
        <p:txBody>
          <a:bodyPr wrap="none" anchor="ctr"/>
          <a:lstStyle/>
          <a:p>
            <a:pPr>
              <a:lnSpc>
                <a:spcPct val="100000"/>
              </a:lnSpc>
            </a:pPr>
            <a:endParaRPr lang="en-US" sz="1600" dirty="false">
              <a:latin typeface="Calibri" pitchFamily="34" charset="0"/>
            </a:endParaRPr>
          </a:p>
        </p:txBody>
      </p:sp>
      <p:sp>
        <p:nvSpPr>
          <p:cNvPr id="158" name="Text Box 30"/>
          <p:cNvSpPr txBox="true">
            <a:spLocks noChangeArrowheads="true"/>
          </p:cNvSpPr>
          <p:nvPr/>
        </p:nvSpPr>
        <p:spPr bwMode="auto">
          <a:xfrm>
            <a:off x="6934200" y="5677717"/>
            <a:ext cx="1403654" cy="338554"/>
          </a:xfrm>
          <a:prstGeom prst="rect">
            <a:avLst/>
          </a:prstGeom>
          <a:noFill/>
          <a:ln w="25400">
            <a:noFill/>
            <a:miter lim="800000"/>
          </a:ln>
          <a:effectLst/>
        </p:spPr>
        <p:txBody>
          <a:bodyPr wrap="none">
            <a:spAutoFit/>
          </a:bodyPr>
          <a:lstStyle/>
          <a:p>
            <a:pPr algn="l">
              <a:lnSpc>
                <a:spcPct val="100000"/>
              </a:lnSpc>
            </a:pPr>
            <a:r>
              <a:rPr lang="en-US" sz="1600" i="true" dirty="false">
                <a:latin typeface="Calibri" pitchFamily="34" charset="0"/>
              </a:rPr>
              <a:t>context switch</a:t>
            </a:r>
            <a:endParaRPr lang="en-US" sz="1600" dirty="false">
              <a:latin typeface="Calibri" pitchFamily="34" charset="0"/>
            </a:endParaRPr>
          </a:p>
        </p:txBody>
      </p:sp>
      <p:sp>
        <p:nvSpPr>
          <p:cNvPr id="159" name="Text Box 5"/>
          <p:cNvSpPr txBox="true">
            <a:spLocks noChangeArrowheads="true"/>
          </p:cNvSpPr>
          <p:nvPr/>
        </p:nvSpPr>
        <p:spPr bwMode="auto">
          <a:xfrm>
            <a:off x="530225" y="5112657"/>
            <a:ext cx="817853" cy="461665"/>
          </a:xfrm>
          <a:prstGeom prst="rect">
            <a:avLst/>
          </a:prstGeom>
          <a:noFill/>
          <a:ln w="25400">
            <a:noFill/>
            <a:miter lim="800000"/>
          </a:ln>
          <a:effectLst/>
        </p:spPr>
        <p:txBody>
          <a:bodyPr wrap="none">
            <a:spAutoFit/>
          </a:bodyPr>
          <a:lstStyle/>
          <a:p>
            <a:pPr algn="l">
              <a:lnSpc>
                <a:spcPct val="100000"/>
              </a:lnSpc>
            </a:pPr>
            <a:r>
              <a:rPr lang="en-US" dirty="false">
                <a:latin typeface="Calibri" pitchFamily="34" charset="0"/>
              </a:rPr>
              <a:t>Time</a:t>
            </a:r>
            <a:endParaRPr/>
          </a:p>
        </p:txBody>
      </p:sp>
      <p:sp>
        <p:nvSpPr>
          <p:cNvPr id="160" name="Down Arrow 22"/>
          <p:cNvSpPr/>
          <p:nvPr/>
        </p:nvSpPr>
        <p:spPr bwMode="auto">
          <a:xfrm>
            <a:off x="1292225" y="4312557"/>
            <a:ext cx="457200" cy="2400300"/>
          </a:xfrm>
          <a:prstGeom prst="downArrow">
            <a:avLst/>
          </a:prstGeom>
          <a:solidFill>
            <a:schemeClr val="bg1">
              <a:lumMod val="65000"/>
            </a:schemeClr>
          </a:solidFill>
          <a:ln w="28575" cap="flat" cmpd="sng" algn="ctr">
            <a:noFill/>
            <a:prstDash val="solid"/>
            <a:round/>
            <a:headEnd type="none" w="med" len="med"/>
            <a:tailEnd type="triangle" w="med" len="med"/>
          </a:ln>
          <a:effectLst/>
        </p:spPr>
        <p:txBody>
          <a:bodyPr vert="horz" wrap="square" lIns="91440" tIns="45720" rIns="91440" bIns="45720" numCol="1" rtlCol="false" anchor="ctr" anchorCtr="true" compatLnSpc="true"/>
          <a:lstStyle/>
          <a:p>
            <a:pPr marL="0" marR="0" indent="0" algn="ctr" defTabSz="914400" rtl="false" eaLnBrk="false" fontAlgn="base" latinLnBrk="false" hangingPunct="false">
              <a:lnSpc>
                <a:spcPct val="100000"/>
              </a:lnSpc>
              <a:spcBef>
                <a:spcPct val="1"/>
              </a:spcBef>
              <a:spcAft>
                <a:spcPct val="1"/>
              </a:spcAft>
              <a:buClrTx/>
              <a:buSzTx/>
              <a:buFontTx/>
              <a:buNone/>
            </a:pPr>
            <a:endParaRPr lang="en-US" dirty="false">
              <a:latin typeface="Calibri" pitchFamily="34" charset="0"/>
            </a:endParaRPr>
          </a:p>
        </p:txBody>
      </p:sp>
      <p:sp>
        <p:nvSpPr>
          <p:cNvPr id="161" name="Line 6"/>
          <p:cNvSpPr>
            <a:spLocks noChangeShapeType="true"/>
          </p:cNvSpPr>
          <p:nvPr/>
        </p:nvSpPr>
        <p:spPr bwMode="auto">
          <a:xfrm flipH="true">
            <a:off x="2886075" y="6063633"/>
            <a:ext cx="6350" cy="420624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tailEnd type="triangle" w="med" len="med"/>
          </a:ln>
          <a:effectLst/>
        </p:spPr>
        <p:txBody>
          <a:bodyPr wrap="none" anchor="ctr"/>
          <a:lstStyle/>
          <a:p>
            <a:pPr/>
            <a:endParaRPr lang="en-US" dirty="false">
              <a:latin typeface="Calibri" pitchFamily="34" charset="0"/>
            </a:endParaRPr>
          </a:p>
        </p:txBody>
      </p:sp>
      <p:sp>
        <p:nvSpPr>
          <p:cNvPr id="162" name="Line 6"/>
          <p:cNvSpPr>
            <a:spLocks noChangeShapeType="true"/>
          </p:cNvSpPr>
          <p:nvPr/>
        </p:nvSpPr>
        <p:spPr bwMode="auto">
          <a:xfrm flipH="true">
            <a:off x="4486275" y="5225433"/>
            <a:ext cx="6350" cy="420624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tailEnd type="triangle" w="med" len="med"/>
          </a:ln>
          <a:effectLst/>
        </p:spPr>
        <p:txBody>
          <a:bodyPr wrap="none" anchor="ctr"/>
          <a:lstStyle/>
          <a:p>
            <a:pPr/>
            <a:endParaRPr lang="en-US" dirty="false">
              <a:latin typeface="Calibri" pitchFamily="34" charset="0"/>
            </a:endParaRPr>
          </a:p>
        </p:txBody>
      </p:sp>
      <p:cxnSp>
        <p:nvCxnSpPr>
          <p:cNvPr id="163" name="Straight Arrow Connector 25"/>
          <p:cNvCxnSpPr>
            <a:stCxn id="150" idx="1"/>
            <a:endCxn id="164" idx="0"/>
          </p:cNvCxnSpPr>
          <p:nvPr/>
        </p:nvCxnSpPr>
        <p:spPr bwMode="auto">
          <a:xfrm rot="16200000" flipH="true">
            <a:off x="3473049" y="4205857"/>
            <a:ext cx="438952" cy="1600200"/>
          </a:xfrm>
          <a:prstGeom prst="straightConnector1">
            <a:avLst/>
          </a:prstGeom>
          <a:noFill/>
          <a:ln w="25400">
            <a:solidFill>
              <a:schemeClr val="tx1"/>
            </a:solidFill>
            <a:round/>
            <a:tailEnd type="triangle" w="med" len="med"/>
          </a:ln>
          <a:effectLst/>
        </p:spPr>
      </p:cxnSp>
      <p:cxnSp>
        <p:nvCxnSpPr>
          <p:cNvPr id="164" name="Straight Arrow Connector 26"/>
          <p:cNvCxnSpPr>
            <a:stCxn id="164" idx="1"/>
            <a:endCxn id="163" idx="0"/>
          </p:cNvCxnSpPr>
          <p:nvPr/>
        </p:nvCxnSpPr>
        <p:spPr bwMode="auto">
          <a:xfrm rot="16200000" flipH="true" flipV="true">
            <a:off x="3480562" y="5057920"/>
            <a:ext cx="417576" cy="1593850"/>
          </a:xfrm>
          <a:prstGeom prst="straightConnector1">
            <a:avLst/>
          </a:prstGeom>
          <a:noFill/>
          <a:ln w="25400">
            <a:solidFill>
              <a:schemeClr val="tx1"/>
            </a:solidFill>
            <a:round/>
            <a:tailEnd type="triangle" w="med" len="med"/>
          </a:ln>
          <a:effectLst/>
        </p:spPr>
      </p:cxnSp>
      <p:sp>
        <p:nvSpPr>
          <p:cNvPr id="165" name="Down Arrow 29"/>
          <p:cNvSpPr/>
          <p:nvPr/>
        </p:nvSpPr>
        <p:spPr bwMode="auto">
          <a:xfrm rot="0" flipH="false" flipV="false">
            <a:off x="4766945" y="3333973"/>
            <a:ext cx="531813" cy="2057400"/>
          </a:xfrm>
          <a:prstGeom prst="downArrow">
            <a:avLst>
              <a:gd name="adj1" fmla="val 51947"/>
              <a:gd name="adj2" fmla="val 50000"/>
            </a:avLst>
          </a:prstGeom>
          <a:solidFill>
            <a:schemeClr val="bg1"/>
          </a:solidFill>
          <a:ln w="25400" cap="flat" cmpd="sng" algn="ctr">
            <a:solidFill>
              <a:schemeClr val="tx1"/>
            </a:solidFill>
            <a:prstDash val="solid"/>
            <a:round/>
            <a:headEnd type="none" w="med" len="med"/>
            <a:tailEnd type="arrow" w="med" len="med"/>
          </a:ln>
          <a:effectLst/>
          <a:scene3d>
            <a:camera prst="orthographicFront">
              <a:rot lat="0" lon="0" rev="19799999"/>
            </a:camera>
            <a:lightRig rig="threePt" dir="t"/>
          </a:scene3d>
        </p:spPr>
        <p:txBody>
          <a:bodyPr rtlCol="false" anchor="ctr"/>
          <a:lstStyle/>
          <a:p>
            <a:pPr algn="ctr"/>
            <a:endParaRPr lang="en-US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>
  <p:cSld>
    <p:spTree>
      <p:nvGrpSpPr>
        <p:cNvPr id="166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" name="灯片编号占位符 5"/>
          <p:cNvSpPr>
            <a:spLocks noGrp="true"/>
          </p:cNvSpPr>
          <p:nvPr>
            <p:ph type="sldNum" sz="quarter" idx="12"/>
          </p:nvPr>
        </p:nvSpPr>
        <p:spPr>
          <a:noFill/>
          <a:extLst>
            <a:ext uri="{909E8E84-426E-40DD-AFC4-6F175D3DCCD1}"/>
            <a:ext uri="{91240B29-F687-4F45-9708-019B960494DF}"/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Comic Sans MS" panose="030F070203030202020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Comic Sans MS" panose="030F070203030202020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anose="030F070203030202020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Comic Sans MS" panose="030F070203030202020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Comic Sans MS" panose="030F0702030302020204" charset="0"/>
              </a:defRPr>
            </a:lvl5pPr>
            <a:lvl6pPr marL="2514600" indent="-228600" eaLnBrk="false" fontAlgn="base" hangingPunct="false">
              <a:spcBef>
                <a:spcPct val="20000"/>
              </a:spcBef>
              <a:spcAft>
                <a:spcPct val="1"/>
              </a:spcAft>
              <a:buChar char="»"/>
              <a:defRPr sz="2000">
                <a:solidFill>
                  <a:schemeClr val="tx1"/>
                </a:solidFill>
                <a:latin typeface="Comic Sans MS" panose="030F0702030302020204" charset="0"/>
              </a:defRPr>
            </a:lvl6pPr>
            <a:lvl7pPr marL="2971800" indent="-228600" eaLnBrk="false" fontAlgn="base" hangingPunct="false">
              <a:spcBef>
                <a:spcPct val="20000"/>
              </a:spcBef>
              <a:spcAft>
                <a:spcPct val="1"/>
              </a:spcAft>
              <a:buChar char="»"/>
              <a:defRPr sz="2000">
                <a:solidFill>
                  <a:schemeClr val="tx1"/>
                </a:solidFill>
                <a:latin typeface="Comic Sans MS" panose="030F0702030302020204" charset="0"/>
              </a:defRPr>
            </a:lvl7pPr>
            <a:lvl8pPr marL="3429000" indent="-228600" eaLnBrk="false" fontAlgn="base" hangingPunct="false">
              <a:spcBef>
                <a:spcPct val="20000"/>
              </a:spcBef>
              <a:spcAft>
                <a:spcPct val="1"/>
              </a:spcAft>
              <a:buChar char="»"/>
              <a:defRPr sz="2000">
                <a:solidFill>
                  <a:schemeClr val="tx1"/>
                </a:solidFill>
                <a:latin typeface="Comic Sans MS" panose="030F0702030302020204" charset="0"/>
              </a:defRPr>
            </a:lvl8pPr>
            <a:lvl9pPr marL="3886200" indent="-228600" eaLnBrk="false" fontAlgn="base" hangingPunct="false">
              <a:spcBef>
                <a:spcPct val="20000"/>
              </a:spcBef>
              <a:spcAft>
                <a:spcPct val="1"/>
              </a:spcAft>
              <a:buChar char="»"/>
              <a:defRPr sz="2000">
                <a:solidFill>
                  <a:schemeClr val="tx1"/>
                </a:solidFill>
                <a:latin typeface="Comic Sans MS" panose="030F0702030302020204" charset="0"/>
              </a:defRPr>
            </a:lvl9pPr>
          </a:lstStyle>
          <a:p>
            <a:pPr>
              <a:spcBef>
                <a:spcPct val="1"/>
              </a:spcBef>
              <a:buFontTx/>
              <a:buNone/>
            </a:pPr>
            <a:fld id="{C457354E-6EC9-CC4B-8091-0BAA455394D2}" type="slidenum">
              <a:rPr lang="zh-CN" altLang="en-US" sz="1400">
                <a:latin typeface="Times New Roman" panose="02020603050405020304" pitchFamily="18" charset="0"/>
                <a:ea typeface="宋体" pitchFamily="2" charset="-122"/>
              </a:rPr>
              <a:t>34</a:t>
            </a:fld>
            <a:endParaRPr lang="en-US" altLang="zh-CN" sz="1400">
              <a:latin typeface="Times New Roman" panose="02020603050405020304" pitchFamily="18" charset="0"/>
              <a:ea typeface="宋体" pitchFamily="2" charset="-122"/>
            </a:endParaRPr>
          </a:p>
        </p:txBody>
      </p:sp>
      <p:sp>
        <p:nvSpPr>
          <p:cNvPr id="168" name="Rectangle 2"/>
          <p:cNvSpPr>
            <a:spLocks noGrp="true" noChangeArrowheads="true"/>
          </p:cNvSpPr>
          <p:nvPr>
            <p:ph type="title"/>
          </p:nvPr>
        </p:nvSpPr>
        <p:spPr/>
        <p:txBody>
          <a:bodyPr/>
          <a:lstStyle/>
          <a:p>
            <a:pPr/>
            <a:r>
              <a:rPr lang="en-US" altLang="zh-CN">
                <a:ea typeface="宋体" pitchFamily="2" charset="-122"/>
              </a:rPr>
              <a:t>Receiving a Signal</a:t>
            </a:r>
            <a:endParaRPr/>
          </a:p>
        </p:txBody>
      </p:sp>
      <p:sp>
        <p:nvSpPr>
          <p:cNvPr id="169" name="Rectangle 3"/>
          <p:cNvSpPr>
            <a:spLocks noGrp="true" noChangeArrowheads="true"/>
          </p:cNvSpPr>
          <p:nvPr>
            <p:ph type="body" idx="1"/>
          </p:nvPr>
        </p:nvSpPr>
        <p:spPr>
          <a:xfrm>
            <a:off x="457200" y="1600200"/>
            <a:ext cx="8077200" cy="4419600"/>
          </a:xfrm>
        </p:spPr>
        <p:txBody>
          <a:bodyPr/>
          <a:lstStyle/>
          <a:p>
            <a:pPr>
              <a:buChar char="•"/>
              <a:defRPr sz="2800">
                <a:solidFill>
                  <a:schemeClr val="tx1">
                    <a:alpha val="100000"/>
                  </a:schemeClr>
                </a:solidFill>
                <a:latin typeface="Comic Sans MS"/>
                <a:ea typeface="Comic Sans MS"/>
                <a:cs typeface="+mn-cs"/>
              </a:defRPr>
            </a:pPr>
            <a:r>
              <a:rPr lang="en-US">
                <a:latin typeface="Comic Sans MS"/>
                <a:ea typeface="宋体"/>
                <a:cs typeface="+mn-cs"/>
              </a:rPr>
              <a:t>Actions</a:t>
            </a:r>
            <a:endParaRPr/>
          </a:p>
          <a:p>
            <a:pPr lvl="1">
              <a:buChar char="–"/>
              <a:defRPr sz="2400">
                <a:solidFill>
                  <a:schemeClr val="tx1">
                    <a:alpha val="100000"/>
                  </a:schemeClr>
                </a:solidFill>
                <a:latin typeface="Comic Sans MS"/>
              </a:defRPr>
            </a:pPr>
            <a:r>
              <a:rPr lang="zh-CN">
                <a:latin typeface="Comic Sans MS"/>
                <a:ea typeface="宋体"/>
              </a:rPr>
              <a:t>内核检查</a:t>
            </a:r>
            <a:r>
              <a:rPr lang="en-US">
                <a:latin typeface="Comic Sans MS"/>
                <a:ea typeface="宋体"/>
              </a:rPr>
              <a:t> </a:t>
            </a:r>
            <a:r>
              <a:rPr lang="en-US">
                <a:solidFill>
                  <a:srgbClr val="FF0000">
                    <a:alpha val="100000"/>
                  </a:srgbClr>
                </a:solidFill>
                <a:latin typeface="Comic Sans MS"/>
                <a:ea typeface="宋体"/>
              </a:rPr>
              <a:t>unblocked pending</a:t>
            </a:r>
            <a:r>
              <a:rPr lang="en-US">
                <a:solidFill>
                  <a:srgbClr val="FF0000">
                    <a:alpha val="100000"/>
                  </a:srgbClr>
                </a:solidFill>
                <a:latin typeface="Comic Sans MS"/>
                <a:ea typeface="宋体"/>
              </a:rPr>
              <a:t> signals</a:t>
            </a:r>
            <a:r>
              <a:rPr lang="en-US">
                <a:latin typeface="Comic Sans MS"/>
                <a:ea typeface="宋体"/>
              </a:rPr>
              <a:t> (</a:t>
            </a:r>
            <a:r>
              <a:rPr lang="en-US" b="true">
                <a:effectLst>
                  <a:outerShdw blurRad="38100" dist="38100" dir="2700000" sx="100000" sy="100000" algn="tl">
                    <a:srgbClr val="000000">
                      <a:alpha val="43137"/>
                    </a:srgbClr>
                  </a:outerShdw>
                </a:effectLst>
                <a:latin typeface="Courier New"/>
                <a:ea typeface="宋体"/>
                <a:cs typeface="Courier New"/>
              </a:rPr>
              <a:t>pending &amp; ˜blocked</a:t>
            </a:r>
            <a:r>
              <a:rPr lang="en-US">
                <a:latin typeface="Comic Sans MS"/>
                <a:ea typeface="宋体"/>
              </a:rPr>
              <a:t>)</a:t>
            </a:r>
            <a:endParaRPr/>
          </a:p>
          <a:p>
            <a:pPr lvl="1">
              <a:buChar char="–"/>
              <a:defRPr sz="2400">
                <a:solidFill>
                  <a:schemeClr val="tx1">
                    <a:alpha val="100000"/>
                  </a:schemeClr>
                </a:solidFill>
                <a:latin typeface="Comic Sans MS"/>
              </a:defRPr>
            </a:pPr>
            <a:r>
              <a:rPr lang="en-US">
                <a:latin typeface="Comic Sans MS"/>
                <a:ea typeface="宋体"/>
              </a:rPr>
              <a:t>If this set is empty (the usual case)</a:t>
            </a:r>
            <a:endParaRPr/>
          </a:p>
          <a:p>
            <a:pPr lvl="2">
              <a:buChar char="•"/>
              <a:defRPr sz="2000">
                <a:solidFill>
                  <a:schemeClr val="tx1">
                    <a:alpha val="100000"/>
                  </a:schemeClr>
                </a:solidFill>
                <a:latin typeface="Comic Sans MS"/>
              </a:defRPr>
            </a:pPr>
            <a:r>
              <a:rPr lang="zh-CN">
                <a:latin typeface="Comic Sans MS"/>
                <a:ea typeface="宋体"/>
              </a:rPr>
              <a:t>内核将控制流转到进程</a:t>
            </a:r>
            <a:r>
              <a:rPr lang="en-US">
                <a:latin typeface="Comic Sans MS"/>
                <a:ea typeface="宋体"/>
              </a:rPr>
              <a:t>B</a:t>
            </a:r>
            <a:r>
              <a:rPr lang="zh-CN">
                <a:latin typeface="Comic Sans MS"/>
                <a:ea typeface="宋体"/>
              </a:rPr>
              <a:t>中的下一条指令</a:t>
            </a:r>
            <a:r>
              <a:rPr lang="en-US">
                <a:latin typeface="Comic Sans MS"/>
                <a:ea typeface="宋体"/>
              </a:rPr>
              <a:t> (</a:t>
            </a:r>
            <a:r>
              <a:rPr lang="en-US" sz="2400">
                <a:latin typeface="Comic Sans MS"/>
                <a:ea typeface="宋体"/>
              </a:rPr>
              <a:t>I</a:t>
            </a:r>
            <a:r>
              <a:rPr lang="en-US" sz="2400" baseline="-25000">
                <a:latin typeface="Comic Sans MS"/>
                <a:ea typeface="宋体"/>
              </a:rPr>
              <a:t>next</a:t>
            </a:r>
            <a:r>
              <a:rPr lang="en-US">
                <a:latin typeface="Comic Sans MS"/>
                <a:ea typeface="宋体"/>
              </a:rPr>
              <a:t>)</a:t>
            </a:r>
            <a:endParaRPr/>
          </a:p>
          <a:p>
            <a:pPr lvl="1">
              <a:buChar char="–"/>
              <a:defRPr sz="2400">
                <a:solidFill>
                  <a:schemeClr val="tx1">
                    <a:alpha val="100000"/>
                  </a:schemeClr>
                </a:solidFill>
                <a:latin typeface="Comic Sans MS"/>
              </a:defRPr>
            </a:pPr>
            <a:r>
              <a:rPr lang="en-US">
                <a:latin typeface="Comic Sans MS"/>
                <a:ea typeface="宋体"/>
              </a:rPr>
              <a:t>However, if the set is nonempty</a:t>
            </a:r>
            <a:endParaRPr/>
          </a:p>
          <a:p>
            <a:pPr lvl="2">
              <a:buChar char="•"/>
              <a:defRPr sz="2000">
                <a:solidFill>
                  <a:schemeClr val="tx1">
                    <a:alpha val="100000"/>
                  </a:schemeClr>
                </a:solidFill>
                <a:latin typeface="Comic Sans MS"/>
              </a:defRPr>
            </a:pPr>
            <a:r>
              <a:rPr lang="zh-CN">
                <a:latin typeface="Comic Sans MS"/>
                <a:ea typeface="宋体"/>
              </a:rPr>
              <a:t>内核选择其中一个</a:t>
            </a:r>
            <a:r>
              <a:rPr lang="en-US">
                <a:latin typeface="Comic Sans MS"/>
                <a:ea typeface="宋体"/>
              </a:rPr>
              <a:t>signal</a:t>
            </a:r>
            <a:r>
              <a:rPr lang="en-US">
                <a:latin typeface="Comic Sans MS"/>
                <a:ea typeface="宋体"/>
              </a:rPr>
              <a:t> k (</a:t>
            </a:r>
            <a:r>
              <a:rPr lang="zh-CN">
                <a:latin typeface="Comic Sans MS"/>
                <a:ea typeface="宋体"/>
              </a:rPr>
              <a:t>通常是最小的</a:t>
            </a:r>
            <a:r>
              <a:rPr lang="en-US">
                <a:latin typeface="Comic Sans MS"/>
                <a:ea typeface="宋体"/>
              </a:rPr>
              <a:t>signal</a:t>
            </a:r>
            <a:r>
              <a:rPr lang="en-US">
                <a:latin typeface="Comic Sans MS"/>
                <a:ea typeface="宋体"/>
              </a:rPr>
              <a:t>) </a:t>
            </a:r>
            <a:endParaRPr/>
          </a:p>
          <a:p>
            <a:pPr lvl="2">
              <a:buChar char="•"/>
              <a:defRPr sz="2000">
                <a:solidFill>
                  <a:schemeClr val="tx1">
                    <a:alpha val="100000"/>
                  </a:schemeClr>
                </a:solidFill>
                <a:latin typeface="Comic Sans MS"/>
              </a:defRPr>
            </a:pPr>
            <a:r>
              <a:rPr lang="zh-CN">
                <a:latin typeface="Comic Sans MS"/>
                <a:ea typeface="宋体"/>
              </a:rPr>
              <a:t>强制进程</a:t>
            </a:r>
            <a:r>
              <a:rPr lang="en-US">
                <a:latin typeface="Comic Sans MS"/>
                <a:ea typeface="宋体"/>
              </a:rPr>
              <a:t> B </a:t>
            </a:r>
            <a:r>
              <a:rPr lang="zh-CN">
                <a:latin typeface="Comic Sans MS"/>
                <a:ea typeface="宋体"/>
              </a:rPr>
              <a:t>接收</a:t>
            </a:r>
            <a:r>
              <a:rPr lang="en-US" sz="2400" i="true">
                <a:latin typeface="Comic Sans MS"/>
                <a:ea typeface="宋体"/>
              </a:rPr>
              <a:t> </a:t>
            </a:r>
            <a:r>
              <a:rPr lang="en-US">
                <a:latin typeface="Comic Sans MS"/>
                <a:ea typeface="宋体"/>
              </a:rPr>
              <a:t>signal k. </a:t>
            </a:r>
            <a:endParaRPr/>
          </a:p>
        </p:txBody>
      </p:sp>
      <p:sp>
        <p:nvSpPr>
          <p:cNvPr id="170" name="矩形 1"/>
          <p:cNvSpPr/>
          <p:nvPr/>
        </p:nvSpPr>
        <p:spPr>
          <a:xfrm rot="0" flipH="false" flipV="false">
            <a:off x="591926" y="5311914"/>
            <a:ext cx="7315200" cy="69850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/>
            <a:r>
              <a:rPr lang="zh-CN">
                <a:latin typeface="Comic Sans MS"/>
                <a:ea typeface="宋体"/>
                <a:cs typeface="+mn-cs"/>
              </a:rPr>
              <a:t>注意：</a:t>
            </a:r>
            <a:r>
              <a:rPr lang="en-US">
                <a:latin typeface="Comic Sans MS"/>
                <a:ea typeface="宋体"/>
                <a:cs typeface="+mn-cs"/>
              </a:rPr>
              <a:t>signal</a:t>
            </a:r>
            <a:r>
              <a:rPr lang="zh-CN">
                <a:latin typeface="Comic Sans MS"/>
                <a:ea typeface="宋体"/>
                <a:cs typeface="+mn-cs"/>
              </a:rPr>
              <a:t>由内核发送，接收进程从内核态转为用户态时</a:t>
            </a:r>
            <a:r>
              <a:rPr lang="zh-CN">
                <a:latin typeface="Comic Sans MS"/>
                <a:ea typeface="宋体"/>
                <a:cs typeface="+mn-cs"/>
              </a:rPr>
              <a:t>，就触发</a:t>
            </a:r>
            <a:r>
              <a:rPr lang="zh-CN">
                <a:latin typeface="Comic Sans MS"/>
                <a:ea typeface="宋体"/>
                <a:cs typeface="+mn-cs"/>
              </a:rPr>
              <a:t>上述检测</a:t>
            </a:r>
            <a:r>
              <a:rPr lang="zh-CN">
                <a:latin typeface="Comic Sans MS"/>
                <a:ea typeface="宋体"/>
                <a:cs typeface="+mn-cs"/>
              </a:rPr>
              <a:t>和信号处理行为</a:t>
            </a:r>
            <a:endParaRPr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>
  <p:cSld>
    <p:spTree>
      <p:nvGrpSpPr>
        <p:cNvPr id="17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" name="灯片编号占位符 5"/>
          <p:cNvSpPr>
            <a:spLocks noGrp="true"/>
          </p:cNvSpPr>
          <p:nvPr>
            <p:ph type="sldNum" sz="quarter" idx="12"/>
          </p:nvPr>
        </p:nvSpPr>
        <p:spPr>
          <a:noFill/>
          <a:extLst>
            <a:ext uri="{909E8E84-426E-40DD-AFC4-6F175D3DCCD1}"/>
            <a:ext uri="{91240B29-F687-4F45-9708-019B960494DF}"/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Comic Sans MS" panose="030F070203030202020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Comic Sans MS" panose="030F070203030202020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anose="030F070203030202020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Comic Sans MS" panose="030F070203030202020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Comic Sans MS" panose="030F0702030302020204" charset="0"/>
              </a:defRPr>
            </a:lvl5pPr>
            <a:lvl6pPr marL="2514600" indent="-228600" eaLnBrk="false" fontAlgn="base" hangingPunct="false">
              <a:spcBef>
                <a:spcPct val="20000"/>
              </a:spcBef>
              <a:spcAft>
                <a:spcPct val="1"/>
              </a:spcAft>
              <a:buChar char="»"/>
              <a:defRPr sz="2000">
                <a:solidFill>
                  <a:schemeClr val="tx1"/>
                </a:solidFill>
                <a:latin typeface="Comic Sans MS" panose="030F0702030302020204" charset="0"/>
              </a:defRPr>
            </a:lvl6pPr>
            <a:lvl7pPr marL="2971800" indent="-228600" eaLnBrk="false" fontAlgn="base" hangingPunct="false">
              <a:spcBef>
                <a:spcPct val="20000"/>
              </a:spcBef>
              <a:spcAft>
                <a:spcPct val="1"/>
              </a:spcAft>
              <a:buChar char="»"/>
              <a:defRPr sz="2000">
                <a:solidFill>
                  <a:schemeClr val="tx1"/>
                </a:solidFill>
                <a:latin typeface="Comic Sans MS" panose="030F0702030302020204" charset="0"/>
              </a:defRPr>
            </a:lvl7pPr>
            <a:lvl8pPr marL="3429000" indent="-228600" eaLnBrk="false" fontAlgn="base" hangingPunct="false">
              <a:spcBef>
                <a:spcPct val="20000"/>
              </a:spcBef>
              <a:spcAft>
                <a:spcPct val="1"/>
              </a:spcAft>
              <a:buChar char="»"/>
              <a:defRPr sz="2000">
                <a:solidFill>
                  <a:schemeClr val="tx1"/>
                </a:solidFill>
                <a:latin typeface="Comic Sans MS" panose="030F0702030302020204" charset="0"/>
              </a:defRPr>
            </a:lvl8pPr>
            <a:lvl9pPr marL="3886200" indent="-228600" eaLnBrk="false" fontAlgn="base" hangingPunct="false">
              <a:spcBef>
                <a:spcPct val="20000"/>
              </a:spcBef>
              <a:spcAft>
                <a:spcPct val="1"/>
              </a:spcAft>
              <a:buChar char="»"/>
              <a:defRPr sz="2000">
                <a:solidFill>
                  <a:schemeClr val="tx1"/>
                </a:solidFill>
                <a:latin typeface="Comic Sans MS" panose="030F0702030302020204" charset="0"/>
              </a:defRPr>
            </a:lvl9pPr>
          </a:lstStyle>
          <a:p>
            <a:pPr>
              <a:spcBef>
                <a:spcPct val="1"/>
              </a:spcBef>
              <a:buFontTx/>
              <a:buNone/>
            </a:pPr>
            <a:fld id="{39E3A88B-7AB9-2A4F-8AD9-B99A391C4D55}" type="slidenum">
              <a:rPr lang="zh-CN" altLang="en-US" sz="1400">
                <a:latin typeface="Times New Roman" panose="02020603050405020304" pitchFamily="18" charset="0"/>
                <a:ea typeface="宋体" pitchFamily="2" charset="-122"/>
              </a:rPr>
              <a:t>35</a:t>
            </a:fld>
            <a:endParaRPr lang="en-US" altLang="zh-CN" sz="1400">
              <a:latin typeface="Times New Roman" panose="02020603050405020304" pitchFamily="18" charset="0"/>
              <a:ea typeface="宋体" pitchFamily="2" charset="-122"/>
            </a:endParaRPr>
          </a:p>
        </p:txBody>
      </p:sp>
      <p:sp>
        <p:nvSpPr>
          <p:cNvPr id="173" name="Rectangle 2"/>
          <p:cNvSpPr>
            <a:spLocks noGrp="true" noChangeArrowheads="true"/>
          </p:cNvSpPr>
          <p:nvPr>
            <p:ph type="title"/>
          </p:nvPr>
        </p:nvSpPr>
        <p:spPr/>
        <p:txBody>
          <a:bodyPr/>
          <a:lstStyle/>
          <a:p>
            <a:pPr/>
            <a:r>
              <a:rPr lang="en-US" altLang="zh-CN">
                <a:ea typeface="宋体" pitchFamily="2" charset="-122"/>
              </a:rPr>
              <a:t>Receiving a Signal</a:t>
            </a:r>
            <a:endParaRPr/>
          </a:p>
        </p:txBody>
      </p:sp>
      <p:sp>
        <p:nvSpPr>
          <p:cNvPr id="174" name="Rectangle 3"/>
          <p:cNvSpPr>
            <a:spLocks noGrp="true" noChangeArrowheads="true"/>
          </p:cNvSpPr>
          <p:nvPr>
            <p:ph type="body" idx="1"/>
          </p:nvPr>
        </p:nvSpPr>
        <p:spPr>
          <a:xfrm>
            <a:off x="457200" y="1447800"/>
            <a:ext cx="8229600" cy="2743200"/>
          </a:xfrm>
        </p:spPr>
        <p:txBody>
          <a:bodyPr/>
          <a:lstStyle/>
          <a:p>
            <a:pPr>
              <a:lnSpc>
                <a:spcPct val="140000"/>
              </a:lnSpc>
              <a:buChar char="•"/>
              <a:defRPr sz="2800">
                <a:solidFill>
                  <a:schemeClr val="tx1">
                    <a:alpha val="100000"/>
                  </a:schemeClr>
                </a:solidFill>
                <a:latin typeface="Comic Sans MS"/>
                <a:ea typeface="Comic Sans MS"/>
                <a:cs typeface="+mn-cs"/>
              </a:defRPr>
            </a:pPr>
            <a:r>
              <a:rPr lang="zh-CN" sz="2400">
                <a:latin typeface="Comic Sans MS"/>
                <a:ea typeface="宋体"/>
                <a:cs typeface="+mn-cs"/>
              </a:rPr>
              <a:t>进程</a:t>
            </a:r>
            <a:r>
              <a:rPr lang="en-US" sz="2400">
                <a:latin typeface="Comic Sans MS"/>
                <a:ea typeface="宋体"/>
                <a:cs typeface="+mn-cs"/>
              </a:rPr>
              <a:t>B</a:t>
            </a:r>
            <a:r>
              <a:rPr lang="zh-CN" sz="2400">
                <a:latin typeface="Comic Sans MS"/>
                <a:ea typeface="宋体"/>
                <a:cs typeface="+mn-cs"/>
              </a:rPr>
              <a:t>处理该</a:t>
            </a:r>
            <a:r>
              <a:rPr lang="en-US" sz="2400">
                <a:latin typeface="Comic Sans MS"/>
                <a:ea typeface="宋体"/>
                <a:cs typeface="+mn-cs"/>
              </a:rPr>
              <a:t>signal</a:t>
            </a:r>
            <a:endParaRPr/>
          </a:p>
          <a:p>
            <a:pPr>
              <a:lnSpc>
                <a:spcPct val="140000"/>
              </a:lnSpc>
              <a:buChar char="•"/>
              <a:defRPr sz="2800">
                <a:solidFill>
                  <a:schemeClr val="tx1">
                    <a:alpha val="100000"/>
                  </a:schemeClr>
                </a:solidFill>
                <a:latin typeface="Comic Sans MS"/>
                <a:ea typeface="Comic Sans MS"/>
                <a:cs typeface="+mn-cs"/>
              </a:defRPr>
            </a:pPr>
            <a:r>
              <a:rPr lang="zh-CN" sz="2400">
                <a:latin typeface="Comic Sans MS"/>
                <a:ea typeface="宋体"/>
                <a:cs typeface="+mn-cs"/>
              </a:rPr>
              <a:t>处理完成后，控制流转向进程</a:t>
            </a:r>
            <a:r>
              <a:rPr lang="en-US" sz="2400">
                <a:latin typeface="Comic Sans MS"/>
                <a:ea typeface="宋体"/>
                <a:cs typeface="+mn-cs"/>
              </a:rPr>
              <a:t>B</a:t>
            </a:r>
            <a:r>
              <a:rPr lang="zh-CN" sz="2400">
                <a:latin typeface="Comic Sans MS"/>
                <a:ea typeface="宋体"/>
                <a:cs typeface="+mn-cs"/>
              </a:rPr>
              <a:t>的下一条指令</a:t>
            </a:r>
            <a:r>
              <a:rPr lang="en-US" sz="2400">
                <a:latin typeface="Comic Sans MS"/>
                <a:ea typeface="宋体"/>
                <a:cs typeface="+mn-cs"/>
              </a:rPr>
              <a:t> (</a:t>
            </a:r>
            <a:r>
              <a:rPr lang="en-US" sz="2400">
                <a:latin typeface="Comic Sans MS"/>
                <a:ea typeface="宋体"/>
                <a:cs typeface="+mn-cs"/>
              </a:rPr>
              <a:t>I</a:t>
            </a:r>
            <a:r>
              <a:rPr lang="en-US" sz="2400" baseline="-25000">
                <a:latin typeface="Comic Sans MS"/>
                <a:ea typeface="宋体"/>
                <a:cs typeface="+mn-cs"/>
              </a:rPr>
              <a:t>next</a:t>
            </a:r>
            <a:r>
              <a:rPr lang="en-US" sz="2400">
                <a:latin typeface="Comic Sans MS"/>
                <a:ea typeface="宋体"/>
                <a:cs typeface="+mn-cs"/>
              </a:rPr>
              <a:t>) </a:t>
            </a:r>
            <a:endParaRPr/>
          </a:p>
        </p:txBody>
      </p:sp>
      <p:sp>
        <p:nvSpPr>
          <p:cNvPr id="175" name="Line 93"/>
          <p:cNvSpPr>
            <a:spLocks noChangeShapeType="true"/>
          </p:cNvSpPr>
          <p:nvPr/>
        </p:nvSpPr>
        <p:spPr bwMode="auto">
          <a:xfrm rot="0" flipH="false" flipV="false">
            <a:off x="3463427" y="3262313"/>
            <a:ext cx="0" cy="598488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tailEnd type="triangle" w="med" len="med"/>
          </a:ln>
          <a:effectLst/>
          <a:extLst>
            <a:ext uri="{909E8E84-426E-40DD-AFC4-6F175D3DCCD1}"/>
            <a:ext uri="{AF507438-7753-43E0-B8FC-AC1667EBCBE1}"/>
          </a:extLst>
        </p:spPr>
        <p:txBody>
          <a:bodyPr wrap="none" anchor="ctr"/>
          <a:lstStyle/>
          <a:p>
            <a:pPr>
              <a:defRPr/>
            </a:pPr>
            <a:endParaRPr lang="zh-CN" altLang="en-US"/>
          </a:p>
        </p:txBody>
      </p:sp>
      <p:sp>
        <p:nvSpPr>
          <p:cNvPr id="176" name="Line 94"/>
          <p:cNvSpPr>
            <a:spLocks noChangeShapeType="true"/>
          </p:cNvSpPr>
          <p:nvPr/>
        </p:nvSpPr>
        <p:spPr bwMode="auto">
          <a:xfrm rot="0" flipH="false" flipV="false">
            <a:off x="3469777" y="3867151"/>
            <a:ext cx="2400300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tailEnd type="triangle" w="med" len="med"/>
          </a:ln>
          <a:effectLst/>
          <a:extLst>
            <a:ext uri="{909E8E84-426E-40DD-AFC4-6F175D3DCCD1}"/>
            <a:ext uri="{AF507438-7753-43E0-B8FC-AC1667EBCBE1}"/>
          </a:extLst>
        </p:spPr>
        <p:txBody>
          <a:bodyPr wrap="none" anchor="ctr"/>
          <a:lstStyle/>
          <a:p>
            <a:pPr>
              <a:defRPr/>
            </a:pPr>
            <a:endParaRPr lang="zh-CN" altLang="en-US"/>
          </a:p>
        </p:txBody>
      </p:sp>
      <p:sp>
        <p:nvSpPr>
          <p:cNvPr id="177" name="Line 95"/>
          <p:cNvSpPr>
            <a:spLocks noChangeShapeType="true"/>
          </p:cNvSpPr>
          <p:nvPr/>
        </p:nvSpPr>
        <p:spPr bwMode="auto">
          <a:xfrm rot="0" flipH="true" flipV="false">
            <a:off x="5868489" y="3873501"/>
            <a:ext cx="0" cy="53340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tailEnd type="triangle" w="med" len="med"/>
          </a:ln>
          <a:effectLst/>
          <a:extLst>
            <a:ext uri="{909E8E84-426E-40DD-AFC4-6F175D3DCCD1}"/>
            <a:ext uri="{AF507438-7753-43E0-B8FC-AC1667EBCBE1}"/>
          </a:extLst>
        </p:spPr>
        <p:txBody>
          <a:bodyPr wrap="none" anchor="ctr"/>
          <a:lstStyle/>
          <a:p>
            <a:pPr>
              <a:defRPr/>
            </a:pPr>
            <a:endParaRPr lang="zh-CN" altLang="en-US"/>
          </a:p>
        </p:txBody>
      </p:sp>
      <p:sp>
        <p:nvSpPr>
          <p:cNvPr id="178" name="Line 96"/>
          <p:cNvSpPr>
            <a:spLocks noChangeShapeType="true"/>
          </p:cNvSpPr>
          <p:nvPr/>
        </p:nvSpPr>
        <p:spPr bwMode="auto">
          <a:xfrm rot="0" flipH="true" flipV="true">
            <a:off x="3466602" y="3994151"/>
            <a:ext cx="2352675" cy="38735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tailEnd type="triangle" w="med" len="med"/>
          </a:ln>
          <a:effectLst/>
          <a:extLst>
            <a:ext uri="{909E8E84-426E-40DD-AFC4-6F175D3DCCD1}"/>
            <a:ext uri="{AF507438-7753-43E0-B8FC-AC1667EBCBE1}"/>
          </a:extLst>
        </p:spPr>
        <p:txBody>
          <a:bodyPr wrap="none" anchor="ctr"/>
          <a:lstStyle/>
          <a:p>
            <a:pPr>
              <a:defRPr/>
            </a:pPr>
            <a:endParaRPr lang="zh-CN" altLang="en-US"/>
          </a:p>
        </p:txBody>
      </p:sp>
      <p:sp>
        <p:nvSpPr>
          <p:cNvPr id="179" name="Line 97"/>
          <p:cNvSpPr>
            <a:spLocks noChangeShapeType="true"/>
          </p:cNvSpPr>
          <p:nvPr/>
        </p:nvSpPr>
        <p:spPr bwMode="auto">
          <a:xfrm rot="0" flipH="false" flipV="false">
            <a:off x="3465014" y="4002088"/>
            <a:ext cx="3175" cy="87630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tailEnd type="triangle" w="med" len="med"/>
          </a:ln>
          <a:effectLst/>
          <a:extLst>
            <a:ext uri="{909E8E84-426E-40DD-AFC4-6F175D3DCCD1}"/>
            <a:ext uri="{AF507438-7753-43E0-B8FC-AC1667EBCBE1}"/>
          </a:extLst>
        </p:spPr>
        <p:txBody>
          <a:bodyPr wrap="none" anchor="ctr"/>
          <a:lstStyle/>
          <a:p>
            <a:pPr>
              <a:defRPr/>
            </a:pPr>
            <a:endParaRPr lang="zh-CN" altLang="en-US"/>
          </a:p>
        </p:txBody>
      </p:sp>
      <p:sp>
        <p:nvSpPr>
          <p:cNvPr id="180" name="Rectangle 98"/>
          <p:cNvSpPr>
            <a:spLocks noChangeArrowheads="true"/>
          </p:cNvSpPr>
          <p:nvPr/>
        </p:nvSpPr>
        <p:spPr bwMode="auto">
          <a:xfrm rot="0" flipH="false" flipV="false">
            <a:off x="3652339" y="3265488"/>
            <a:ext cx="1917700" cy="5826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/>
            <a:ext uri="{91240B29-F687-4F45-9708-019B960494DF}"/>
            <a:ext uri="{AF507438-7753-43E0-B8FC-AC1667EBCBE1}"/>
          </a:extLst>
        </p:spPr>
        <p:txBody>
          <a:bodyPr wrap="none" lIns="90479" tIns="44446" rIns="90479" bIns="44446">
            <a:spAutoFit/>
          </a:bodyPr>
          <a:lstStyle>
            <a:lvl1pPr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Comic Sans MS" panose="030F070203030202020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Comic Sans MS" panose="030F070203030202020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anose="030F070203030202020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Comic Sans MS" panose="030F070203030202020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Comic Sans MS" panose="030F0702030302020204" charset="0"/>
              </a:defRPr>
            </a:lvl5pPr>
            <a:lvl6pPr marL="2514600" indent="-228600" eaLnBrk="false" fontAlgn="base" hangingPunct="false">
              <a:spcBef>
                <a:spcPct val="20000"/>
              </a:spcBef>
              <a:spcAft>
                <a:spcPct val="1"/>
              </a:spcAft>
              <a:buChar char="»"/>
              <a:defRPr sz="2000">
                <a:solidFill>
                  <a:schemeClr val="tx1"/>
                </a:solidFill>
                <a:latin typeface="Comic Sans MS" panose="030F0702030302020204" charset="0"/>
              </a:defRPr>
            </a:lvl6pPr>
            <a:lvl7pPr marL="2971800" indent="-228600" eaLnBrk="false" fontAlgn="base" hangingPunct="false">
              <a:spcBef>
                <a:spcPct val="20000"/>
              </a:spcBef>
              <a:spcAft>
                <a:spcPct val="1"/>
              </a:spcAft>
              <a:buChar char="»"/>
              <a:defRPr sz="2000">
                <a:solidFill>
                  <a:schemeClr val="tx1"/>
                </a:solidFill>
                <a:latin typeface="Comic Sans MS" panose="030F0702030302020204" charset="0"/>
              </a:defRPr>
            </a:lvl7pPr>
            <a:lvl8pPr marL="3429000" indent="-228600" eaLnBrk="false" fontAlgn="base" hangingPunct="false">
              <a:spcBef>
                <a:spcPct val="20000"/>
              </a:spcBef>
              <a:spcAft>
                <a:spcPct val="1"/>
              </a:spcAft>
              <a:buChar char="»"/>
              <a:defRPr sz="2000">
                <a:solidFill>
                  <a:schemeClr val="tx1"/>
                </a:solidFill>
                <a:latin typeface="Comic Sans MS" panose="030F0702030302020204" charset="0"/>
              </a:defRPr>
            </a:lvl8pPr>
            <a:lvl9pPr marL="3886200" indent="-228600" eaLnBrk="false" fontAlgn="base" hangingPunct="false">
              <a:spcBef>
                <a:spcPct val="20000"/>
              </a:spcBef>
              <a:spcAft>
                <a:spcPct val="1"/>
              </a:spcAft>
              <a:buChar char="»"/>
              <a:defRPr sz="2000">
                <a:solidFill>
                  <a:schemeClr val="tx1"/>
                </a:solidFill>
                <a:latin typeface="Comic Sans MS" panose="030F0702030302020204" charset="0"/>
              </a:defRPr>
            </a:lvl9pPr>
          </a:lstStyle>
          <a:p>
            <a:pPr>
              <a:spcBef>
                <a:spcPct val="1"/>
              </a:spcBef>
              <a:buFontTx/>
              <a:buNone/>
              <a:defRPr/>
            </a:pPr>
            <a:r>
              <a:rPr lang="en-US" altLang="zh-CN" sz="1600" b="false" i="true">
                <a:latin typeface="Helvetica" charset="0"/>
                <a:ea typeface="宋体" charset="0"/>
                <a:cs typeface="Times New Roman" panose="02020603050405020304" pitchFamily="18" charset="0"/>
              </a:rPr>
              <a:t>(2) Control passes </a:t>
            </a:r>
            <a:endParaRPr/>
          </a:p>
          <a:p>
            <a:pPr>
              <a:spcBef>
                <a:spcPct val="1"/>
              </a:spcBef>
              <a:buFontTx/>
              <a:buNone/>
              <a:defRPr/>
            </a:pPr>
            <a:r>
              <a:rPr lang="en-US" altLang="zh-CN" sz="1600" b="false" i="true">
                <a:latin typeface="Helvetica" charset="0"/>
                <a:ea typeface="宋体" charset="0"/>
                <a:cs typeface="Times New Roman" panose="02020603050405020304" pitchFamily="18" charset="0"/>
              </a:rPr>
              <a:t>to signal handler </a:t>
            </a:r>
            <a:endParaRPr/>
          </a:p>
        </p:txBody>
      </p:sp>
      <p:sp>
        <p:nvSpPr>
          <p:cNvPr id="181" name="Rectangle 99"/>
          <p:cNvSpPr>
            <a:spLocks noChangeArrowheads="true"/>
          </p:cNvSpPr>
          <p:nvPr/>
        </p:nvSpPr>
        <p:spPr bwMode="auto">
          <a:xfrm rot="0" flipH="false" flipV="false">
            <a:off x="5938339" y="3849688"/>
            <a:ext cx="1492250" cy="5826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/>
            <a:ext uri="{91240B29-F687-4F45-9708-019B960494DF}"/>
            <a:ext uri="{AF507438-7753-43E0-B8FC-AC1667EBCBE1}"/>
          </a:extLst>
        </p:spPr>
        <p:txBody>
          <a:bodyPr lIns="90479" tIns="44446" rIns="90479" bIns="44446">
            <a:spAutoFit/>
          </a:bodyPr>
          <a:lstStyle>
            <a:lvl1pPr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Comic Sans MS" panose="030F070203030202020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Comic Sans MS" panose="030F070203030202020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anose="030F070203030202020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Comic Sans MS" panose="030F070203030202020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Comic Sans MS" panose="030F0702030302020204" charset="0"/>
              </a:defRPr>
            </a:lvl5pPr>
            <a:lvl6pPr marL="2514600" indent="-228600" eaLnBrk="false" fontAlgn="base" hangingPunct="false">
              <a:spcBef>
                <a:spcPct val="20000"/>
              </a:spcBef>
              <a:spcAft>
                <a:spcPct val="1"/>
              </a:spcAft>
              <a:buChar char="»"/>
              <a:defRPr sz="2000">
                <a:solidFill>
                  <a:schemeClr val="tx1"/>
                </a:solidFill>
                <a:latin typeface="Comic Sans MS" panose="030F0702030302020204" charset="0"/>
              </a:defRPr>
            </a:lvl6pPr>
            <a:lvl7pPr marL="2971800" indent="-228600" eaLnBrk="false" fontAlgn="base" hangingPunct="false">
              <a:spcBef>
                <a:spcPct val="20000"/>
              </a:spcBef>
              <a:spcAft>
                <a:spcPct val="1"/>
              </a:spcAft>
              <a:buChar char="»"/>
              <a:defRPr sz="2000">
                <a:solidFill>
                  <a:schemeClr val="tx1"/>
                </a:solidFill>
                <a:latin typeface="Comic Sans MS" panose="030F0702030302020204" charset="0"/>
              </a:defRPr>
            </a:lvl7pPr>
            <a:lvl8pPr marL="3429000" indent="-228600" eaLnBrk="false" fontAlgn="base" hangingPunct="false">
              <a:spcBef>
                <a:spcPct val="20000"/>
              </a:spcBef>
              <a:spcAft>
                <a:spcPct val="1"/>
              </a:spcAft>
              <a:buChar char="»"/>
              <a:defRPr sz="2000">
                <a:solidFill>
                  <a:schemeClr val="tx1"/>
                </a:solidFill>
                <a:latin typeface="Comic Sans MS" panose="030F0702030302020204" charset="0"/>
              </a:defRPr>
            </a:lvl8pPr>
            <a:lvl9pPr marL="3886200" indent="-228600" eaLnBrk="false" fontAlgn="base" hangingPunct="false">
              <a:spcBef>
                <a:spcPct val="20000"/>
              </a:spcBef>
              <a:spcAft>
                <a:spcPct val="1"/>
              </a:spcAft>
              <a:buChar char="»"/>
              <a:defRPr sz="2000">
                <a:solidFill>
                  <a:schemeClr val="tx1"/>
                </a:solidFill>
                <a:latin typeface="Comic Sans MS" panose="030F0702030302020204" charset="0"/>
              </a:defRPr>
            </a:lvl9pPr>
          </a:lstStyle>
          <a:p>
            <a:pPr>
              <a:spcBef>
                <a:spcPct val="1"/>
              </a:spcBef>
              <a:buFontTx/>
              <a:buNone/>
              <a:defRPr/>
            </a:pPr>
            <a:r>
              <a:rPr lang="en-US" altLang="zh-CN" sz="1600" b="false" i="true">
                <a:latin typeface="Helvetica" charset="0"/>
                <a:ea typeface="宋体" charset="0"/>
                <a:cs typeface="Times New Roman" panose="02020603050405020304" pitchFamily="18" charset="0"/>
              </a:rPr>
              <a:t>(3) Signal  handler runs</a:t>
            </a:r>
            <a:endParaRPr/>
          </a:p>
        </p:txBody>
      </p:sp>
      <p:sp>
        <p:nvSpPr>
          <p:cNvPr id="182" name="Rectangle 100"/>
          <p:cNvSpPr>
            <a:spLocks noChangeArrowheads="true"/>
          </p:cNvSpPr>
          <p:nvPr/>
        </p:nvSpPr>
        <p:spPr bwMode="auto">
          <a:xfrm rot="0" flipH="false" flipV="false">
            <a:off x="3711077" y="4313238"/>
            <a:ext cx="1800225" cy="8286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/>
            <a:ext uri="{91240B29-F687-4F45-9708-019B960494DF}"/>
            <a:ext uri="{AF507438-7753-43E0-B8FC-AC1667EBCBE1}"/>
          </a:extLst>
        </p:spPr>
        <p:txBody>
          <a:bodyPr wrap="none" lIns="90479" tIns="44446" rIns="90479" bIns="44446">
            <a:spAutoFit/>
          </a:bodyPr>
          <a:lstStyle>
            <a:lvl1pPr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Comic Sans MS" panose="030F070203030202020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Comic Sans MS" panose="030F070203030202020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anose="030F070203030202020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Comic Sans MS" panose="030F070203030202020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Comic Sans MS" panose="030F0702030302020204" charset="0"/>
              </a:defRPr>
            </a:lvl5pPr>
            <a:lvl6pPr marL="2514600" indent="-228600" eaLnBrk="false" fontAlgn="base" hangingPunct="false">
              <a:spcBef>
                <a:spcPct val="20000"/>
              </a:spcBef>
              <a:spcAft>
                <a:spcPct val="1"/>
              </a:spcAft>
              <a:buChar char="»"/>
              <a:defRPr sz="2000">
                <a:solidFill>
                  <a:schemeClr val="tx1"/>
                </a:solidFill>
                <a:latin typeface="Comic Sans MS" panose="030F0702030302020204" charset="0"/>
              </a:defRPr>
            </a:lvl6pPr>
            <a:lvl7pPr marL="2971800" indent="-228600" eaLnBrk="false" fontAlgn="base" hangingPunct="false">
              <a:spcBef>
                <a:spcPct val="20000"/>
              </a:spcBef>
              <a:spcAft>
                <a:spcPct val="1"/>
              </a:spcAft>
              <a:buChar char="»"/>
              <a:defRPr sz="2000">
                <a:solidFill>
                  <a:schemeClr val="tx1"/>
                </a:solidFill>
                <a:latin typeface="Comic Sans MS" panose="030F0702030302020204" charset="0"/>
              </a:defRPr>
            </a:lvl7pPr>
            <a:lvl8pPr marL="3429000" indent="-228600" eaLnBrk="false" fontAlgn="base" hangingPunct="false">
              <a:spcBef>
                <a:spcPct val="20000"/>
              </a:spcBef>
              <a:spcAft>
                <a:spcPct val="1"/>
              </a:spcAft>
              <a:buChar char="»"/>
              <a:defRPr sz="2000">
                <a:solidFill>
                  <a:schemeClr val="tx1"/>
                </a:solidFill>
                <a:latin typeface="Comic Sans MS" panose="030F0702030302020204" charset="0"/>
              </a:defRPr>
            </a:lvl8pPr>
            <a:lvl9pPr marL="3886200" indent="-228600" eaLnBrk="false" fontAlgn="base" hangingPunct="false">
              <a:spcBef>
                <a:spcPct val="20000"/>
              </a:spcBef>
              <a:spcAft>
                <a:spcPct val="1"/>
              </a:spcAft>
              <a:buChar char="»"/>
              <a:defRPr sz="2000">
                <a:solidFill>
                  <a:schemeClr val="tx1"/>
                </a:solidFill>
                <a:latin typeface="Comic Sans MS" panose="030F0702030302020204" charset="0"/>
              </a:defRPr>
            </a:lvl9pPr>
          </a:lstStyle>
          <a:p>
            <a:pPr>
              <a:spcBef>
                <a:spcPct val="1"/>
              </a:spcBef>
              <a:buFontTx/>
              <a:buNone/>
              <a:defRPr/>
            </a:pPr>
            <a:r>
              <a:rPr lang="en-US" altLang="zh-CN" sz="1600" b="false" i="true">
                <a:latin typeface="Helvetica" charset="0"/>
                <a:ea typeface="宋体" charset="0"/>
                <a:cs typeface="Times New Roman" panose="02020603050405020304" pitchFamily="18" charset="0"/>
              </a:rPr>
              <a:t>(4) Signal handler</a:t>
            </a:r>
            <a:endParaRPr/>
          </a:p>
          <a:p>
            <a:pPr>
              <a:spcBef>
                <a:spcPct val="1"/>
              </a:spcBef>
              <a:buFontTx/>
              <a:buNone/>
              <a:defRPr/>
            </a:pPr>
            <a:r>
              <a:rPr lang="en-US" altLang="zh-CN" sz="1600" b="false" i="true">
                <a:latin typeface="Helvetica" charset="0"/>
                <a:ea typeface="宋体" charset="0"/>
                <a:cs typeface="Times New Roman" panose="02020603050405020304" pitchFamily="18" charset="0"/>
              </a:rPr>
              <a:t>returns to </a:t>
            </a:r>
            <a:endParaRPr/>
          </a:p>
          <a:p>
            <a:pPr>
              <a:spcBef>
                <a:spcPct val="1"/>
              </a:spcBef>
              <a:buFontTx/>
              <a:buNone/>
              <a:defRPr/>
            </a:pPr>
            <a:r>
              <a:rPr lang="en-US" altLang="zh-CN" sz="1600" b="false" i="true">
                <a:latin typeface="Helvetica" charset="0"/>
                <a:ea typeface="宋体" charset="0"/>
                <a:cs typeface="Times New Roman" panose="02020603050405020304" pitchFamily="18" charset="0"/>
              </a:rPr>
              <a:t>next instruction</a:t>
            </a:r>
            <a:endParaRPr/>
          </a:p>
        </p:txBody>
      </p:sp>
      <p:sp>
        <p:nvSpPr>
          <p:cNvPr id="183" name="Text Box 101"/>
          <p:cNvSpPr txBox="true">
            <a:spLocks noChangeArrowheads="true"/>
          </p:cNvSpPr>
          <p:nvPr/>
        </p:nvSpPr>
        <p:spPr bwMode="auto">
          <a:xfrm rot="0" flipH="false" flipV="false">
            <a:off x="2960189" y="3584576"/>
            <a:ext cx="476250" cy="3381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/>
            <a:ext uri="{91240B29-F687-4F45-9708-019B960494DF}"/>
            <a:ext uri="{AF507438-7753-43E0-B8FC-AC1667EBCBE1}"/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Comic Sans MS" panose="030F070203030202020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Comic Sans MS" panose="030F070203030202020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anose="030F070203030202020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Comic Sans MS" panose="030F070203030202020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Comic Sans MS" panose="030F0702030302020204" charset="0"/>
              </a:defRPr>
            </a:lvl5pPr>
            <a:lvl6pPr marL="2514600" indent="-228600" eaLnBrk="false" fontAlgn="base" hangingPunct="false">
              <a:spcBef>
                <a:spcPct val="20000"/>
              </a:spcBef>
              <a:spcAft>
                <a:spcPct val="1"/>
              </a:spcAft>
              <a:buChar char="»"/>
              <a:defRPr sz="2000">
                <a:solidFill>
                  <a:schemeClr val="tx1"/>
                </a:solidFill>
                <a:latin typeface="Comic Sans MS" panose="030F0702030302020204" charset="0"/>
              </a:defRPr>
            </a:lvl6pPr>
            <a:lvl7pPr marL="2971800" indent="-228600" eaLnBrk="false" fontAlgn="base" hangingPunct="false">
              <a:spcBef>
                <a:spcPct val="20000"/>
              </a:spcBef>
              <a:spcAft>
                <a:spcPct val="1"/>
              </a:spcAft>
              <a:buChar char="»"/>
              <a:defRPr sz="2000">
                <a:solidFill>
                  <a:schemeClr val="tx1"/>
                </a:solidFill>
                <a:latin typeface="Comic Sans MS" panose="030F0702030302020204" charset="0"/>
              </a:defRPr>
            </a:lvl7pPr>
            <a:lvl8pPr marL="3429000" indent="-228600" eaLnBrk="false" fontAlgn="base" hangingPunct="false">
              <a:spcBef>
                <a:spcPct val="20000"/>
              </a:spcBef>
              <a:spcAft>
                <a:spcPct val="1"/>
              </a:spcAft>
              <a:buChar char="»"/>
              <a:defRPr sz="2000">
                <a:solidFill>
                  <a:schemeClr val="tx1"/>
                </a:solidFill>
                <a:latin typeface="Comic Sans MS" panose="030F0702030302020204" charset="0"/>
              </a:defRPr>
            </a:lvl8pPr>
            <a:lvl9pPr marL="3886200" indent="-228600" eaLnBrk="false" fontAlgn="base" hangingPunct="false">
              <a:spcBef>
                <a:spcPct val="20000"/>
              </a:spcBef>
              <a:spcAft>
                <a:spcPct val="1"/>
              </a:spcAft>
              <a:buChar char="»"/>
              <a:defRPr sz="2000">
                <a:solidFill>
                  <a:schemeClr val="tx1"/>
                </a:solidFill>
                <a:latin typeface="Comic Sans MS" panose="030F0702030302020204" charset="0"/>
              </a:defRPr>
            </a:lvl9pPr>
          </a:lstStyle>
          <a:p>
            <a:pPr>
              <a:spcBef>
                <a:spcPct val="1"/>
              </a:spcBef>
              <a:buFontTx/>
              <a:buNone/>
              <a:defRPr/>
            </a:pPr>
            <a:r>
              <a:rPr lang="en-US" altLang="zh-CN" sz="1600" b="false" i="true">
                <a:latin typeface="Helvetica" charset="0"/>
                <a:ea typeface="宋体" charset="0"/>
                <a:cs typeface="Times New Roman" panose="02020603050405020304" pitchFamily="18" charset="0"/>
              </a:rPr>
              <a:t>I</a:t>
            </a:r>
            <a:r>
              <a:rPr lang="en-US" altLang="zh-CN" sz="1600" b="false" i="true" baseline="-25000">
                <a:latin typeface="Helvetica" charset="0"/>
                <a:ea typeface="宋体" charset="0"/>
                <a:cs typeface="Times New Roman" panose="02020603050405020304" pitchFamily="18" charset="0"/>
              </a:rPr>
              <a:t>curr</a:t>
            </a:r>
            <a:endParaRPr lang="en-US" altLang="zh-CN" sz="1600" b="false" i="true">
              <a:latin typeface="Helvetica" charset="0"/>
              <a:ea typeface="宋体" charset="0"/>
              <a:cs typeface="Times New Roman" panose="02020603050405020304" pitchFamily="18" charset="0"/>
            </a:endParaRPr>
          </a:p>
        </p:txBody>
      </p:sp>
      <p:sp>
        <p:nvSpPr>
          <p:cNvPr id="184" name="Text Box 102"/>
          <p:cNvSpPr txBox="true">
            <a:spLocks noChangeArrowheads="true"/>
          </p:cNvSpPr>
          <p:nvPr/>
        </p:nvSpPr>
        <p:spPr bwMode="auto">
          <a:xfrm rot="0" flipH="false" flipV="false">
            <a:off x="2960189" y="3781426"/>
            <a:ext cx="500063" cy="3381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/>
            <a:ext uri="{91240B29-F687-4F45-9708-019B960494DF}"/>
            <a:ext uri="{AF507438-7753-43E0-B8FC-AC1667EBCBE1}"/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Comic Sans MS" panose="030F070203030202020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Comic Sans MS" panose="030F070203030202020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anose="030F070203030202020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Comic Sans MS" panose="030F070203030202020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Comic Sans MS" panose="030F0702030302020204" charset="0"/>
              </a:defRPr>
            </a:lvl5pPr>
            <a:lvl6pPr marL="2514600" indent="-228600" eaLnBrk="false" fontAlgn="base" hangingPunct="false">
              <a:spcBef>
                <a:spcPct val="20000"/>
              </a:spcBef>
              <a:spcAft>
                <a:spcPct val="1"/>
              </a:spcAft>
              <a:buChar char="»"/>
              <a:defRPr sz="2000">
                <a:solidFill>
                  <a:schemeClr val="tx1"/>
                </a:solidFill>
                <a:latin typeface="Comic Sans MS" panose="030F0702030302020204" charset="0"/>
              </a:defRPr>
            </a:lvl6pPr>
            <a:lvl7pPr marL="2971800" indent="-228600" eaLnBrk="false" fontAlgn="base" hangingPunct="false">
              <a:spcBef>
                <a:spcPct val="20000"/>
              </a:spcBef>
              <a:spcAft>
                <a:spcPct val="1"/>
              </a:spcAft>
              <a:buChar char="»"/>
              <a:defRPr sz="2000">
                <a:solidFill>
                  <a:schemeClr val="tx1"/>
                </a:solidFill>
                <a:latin typeface="Comic Sans MS" panose="030F0702030302020204" charset="0"/>
              </a:defRPr>
            </a:lvl7pPr>
            <a:lvl8pPr marL="3429000" indent="-228600" eaLnBrk="false" fontAlgn="base" hangingPunct="false">
              <a:spcBef>
                <a:spcPct val="20000"/>
              </a:spcBef>
              <a:spcAft>
                <a:spcPct val="1"/>
              </a:spcAft>
              <a:buChar char="»"/>
              <a:defRPr sz="2000">
                <a:solidFill>
                  <a:schemeClr val="tx1"/>
                </a:solidFill>
                <a:latin typeface="Comic Sans MS" panose="030F0702030302020204" charset="0"/>
              </a:defRPr>
            </a:lvl8pPr>
            <a:lvl9pPr marL="3886200" indent="-228600" eaLnBrk="false" fontAlgn="base" hangingPunct="false">
              <a:spcBef>
                <a:spcPct val="20000"/>
              </a:spcBef>
              <a:spcAft>
                <a:spcPct val="1"/>
              </a:spcAft>
              <a:buChar char="»"/>
              <a:defRPr sz="2000">
                <a:solidFill>
                  <a:schemeClr val="tx1"/>
                </a:solidFill>
                <a:latin typeface="Comic Sans MS" panose="030F0702030302020204" charset="0"/>
              </a:defRPr>
            </a:lvl9pPr>
          </a:lstStyle>
          <a:p>
            <a:pPr>
              <a:spcBef>
                <a:spcPct val="1"/>
              </a:spcBef>
              <a:buFontTx/>
              <a:buNone/>
              <a:defRPr/>
            </a:pPr>
            <a:r>
              <a:rPr lang="en-US" altLang="zh-CN" sz="1600" b="false" i="true">
                <a:latin typeface="Helvetica" charset="0"/>
                <a:ea typeface="宋体" charset="0"/>
                <a:cs typeface="Times New Roman" panose="02020603050405020304" pitchFamily="18" charset="0"/>
              </a:rPr>
              <a:t>I</a:t>
            </a:r>
            <a:r>
              <a:rPr lang="en-US" altLang="zh-CN" sz="1600" b="false" i="true" baseline="-25000">
                <a:latin typeface="Helvetica" charset="0"/>
                <a:ea typeface="宋体" charset="0"/>
                <a:cs typeface="Times New Roman" panose="02020603050405020304" pitchFamily="18" charset="0"/>
              </a:rPr>
              <a:t>next</a:t>
            </a:r>
            <a:endParaRPr lang="en-US" altLang="zh-CN" sz="1600" b="false" i="true">
              <a:latin typeface="Helvetica" charset="0"/>
              <a:ea typeface="宋体" charset="0"/>
              <a:cs typeface="Times New Roman" panose="02020603050405020304" pitchFamily="18" charset="0"/>
            </a:endParaRPr>
          </a:p>
        </p:txBody>
      </p:sp>
      <p:sp>
        <p:nvSpPr>
          <p:cNvPr id="185" name="Rectangle 105"/>
          <p:cNvSpPr>
            <a:spLocks noChangeArrowheads="true"/>
          </p:cNvSpPr>
          <p:nvPr/>
        </p:nvSpPr>
        <p:spPr bwMode="auto">
          <a:xfrm rot="0" flipH="false" flipV="false">
            <a:off x="1004389" y="3240088"/>
            <a:ext cx="1979613" cy="5826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/>
            <a:ext uri="{91240B29-F687-4F45-9708-019B960494DF}"/>
            <a:ext uri="{AF507438-7753-43E0-B8FC-AC1667EBCBE1}"/>
          </a:extLst>
        </p:spPr>
        <p:txBody>
          <a:bodyPr lIns="90479" tIns="44446" rIns="90479" bIns="44446">
            <a:spAutoFit/>
          </a:bodyPr>
          <a:lstStyle>
            <a:lvl1pPr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Comic Sans MS" panose="030F070203030202020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Comic Sans MS" panose="030F070203030202020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anose="030F070203030202020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Comic Sans MS" panose="030F070203030202020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Comic Sans MS" panose="030F0702030302020204" charset="0"/>
              </a:defRPr>
            </a:lvl5pPr>
            <a:lvl6pPr marL="2514600" indent="-228600" eaLnBrk="false" fontAlgn="base" hangingPunct="false">
              <a:spcBef>
                <a:spcPct val="20000"/>
              </a:spcBef>
              <a:spcAft>
                <a:spcPct val="1"/>
              </a:spcAft>
              <a:buChar char="»"/>
              <a:defRPr sz="2000">
                <a:solidFill>
                  <a:schemeClr val="tx1"/>
                </a:solidFill>
                <a:latin typeface="Comic Sans MS" panose="030F0702030302020204" charset="0"/>
              </a:defRPr>
            </a:lvl6pPr>
            <a:lvl7pPr marL="2971800" indent="-228600" eaLnBrk="false" fontAlgn="base" hangingPunct="false">
              <a:spcBef>
                <a:spcPct val="20000"/>
              </a:spcBef>
              <a:spcAft>
                <a:spcPct val="1"/>
              </a:spcAft>
              <a:buChar char="»"/>
              <a:defRPr sz="2000">
                <a:solidFill>
                  <a:schemeClr val="tx1"/>
                </a:solidFill>
                <a:latin typeface="Comic Sans MS" panose="030F0702030302020204" charset="0"/>
              </a:defRPr>
            </a:lvl7pPr>
            <a:lvl8pPr marL="3429000" indent="-228600" eaLnBrk="false" fontAlgn="base" hangingPunct="false">
              <a:spcBef>
                <a:spcPct val="20000"/>
              </a:spcBef>
              <a:spcAft>
                <a:spcPct val="1"/>
              </a:spcAft>
              <a:buChar char="»"/>
              <a:defRPr sz="2000">
                <a:solidFill>
                  <a:schemeClr val="tx1"/>
                </a:solidFill>
                <a:latin typeface="Comic Sans MS" panose="030F0702030302020204" charset="0"/>
              </a:defRPr>
            </a:lvl8pPr>
            <a:lvl9pPr marL="3886200" indent="-228600" eaLnBrk="false" fontAlgn="base" hangingPunct="false">
              <a:spcBef>
                <a:spcPct val="20000"/>
              </a:spcBef>
              <a:spcAft>
                <a:spcPct val="1"/>
              </a:spcAft>
              <a:buChar char="»"/>
              <a:defRPr sz="2000">
                <a:solidFill>
                  <a:schemeClr val="tx1"/>
                </a:solidFill>
                <a:latin typeface="Comic Sans MS" panose="030F0702030302020204" charset="0"/>
              </a:defRPr>
            </a:lvl9pPr>
          </a:lstStyle>
          <a:p>
            <a:pPr algn="r">
              <a:spcBef>
                <a:spcPct val="1"/>
              </a:spcBef>
              <a:buFontTx/>
              <a:buNone/>
              <a:defRPr/>
            </a:pPr>
            <a:r>
              <a:rPr lang="en-US" altLang="zh-CN" sz="1600" b="false" i="true">
                <a:latin typeface="Helvetica" charset="0"/>
                <a:ea typeface="宋体" charset="0"/>
                <a:cs typeface="Times New Roman" panose="02020603050405020304" pitchFamily="18" charset="0"/>
              </a:rPr>
              <a:t>(1) Signal received by process </a:t>
            </a:r>
            <a:endParaRPr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>
  <p:cSld>
    <p:spTree>
      <p:nvGrpSpPr>
        <p:cNvPr id="186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7" name="Title 1"/>
          <p:cNvSpPr>
            <a:spLocks noGrp="true"/>
          </p:cNvSpPr>
          <p:nvPr>
            <p:ph type="title"/>
          </p:nvPr>
        </p:nvSpPr>
        <p:spPr/>
        <p:txBody>
          <a:bodyPr/>
          <a:lstStyle/>
          <a:p>
            <a:pPr/>
            <a:r>
              <a:rPr lang="en-US" dirty="false"/>
              <a:t>Nested Signal Handlers	</a:t>
            </a:r>
            <a:endParaRPr/>
          </a:p>
        </p:txBody>
      </p:sp>
      <p:sp>
        <p:nvSpPr>
          <p:cNvPr id="188" name="Content Placeholder 2"/>
          <p:cNvSpPr>
            <a:spLocks noGrp="true"/>
          </p:cNvSpPr>
          <p:nvPr>
            <p:ph idx="1"/>
          </p:nvPr>
        </p:nvSpPr>
        <p:spPr>
          <a:xfrm>
            <a:off x="351745" y="1609463"/>
            <a:ext cx="8563655" cy="619125"/>
          </a:xfrm>
        </p:spPr>
        <p:txBody>
          <a:bodyPr/>
          <a:lstStyle/>
          <a:p>
            <a:pPr>
              <a:buChar char="•"/>
            </a:pPr>
            <a:r>
              <a:rPr lang="zh-CN" sz="2400"/>
              <a:t>宏观</a:t>
            </a:r>
            <a:r>
              <a:rPr lang="en-US" sz="2400"/>
              <a:t>: </a:t>
            </a:r>
            <a:r>
              <a:rPr lang="zh-CN" sz="2400"/>
              <a:t>不同</a:t>
            </a:r>
            <a:r>
              <a:rPr lang="en-US" sz="2400"/>
              <a:t>signal</a:t>
            </a:r>
            <a:r>
              <a:rPr lang="zh-CN" sz="2400"/>
              <a:t>的</a:t>
            </a:r>
            <a:r>
              <a:rPr lang="en-US" sz="2400"/>
              <a:t>handler</a:t>
            </a:r>
            <a:r>
              <a:rPr lang="zh-CN" sz="2400"/>
              <a:t>是可以嵌套的</a:t>
            </a:r>
            <a:r>
              <a:rPr lang="en-US" sz="2400"/>
              <a:t>(</a:t>
            </a:r>
            <a:r>
              <a:rPr lang="zh-CN" sz="2400"/>
              <a:t>相同</a:t>
            </a:r>
            <a:r>
              <a:rPr lang="en-US" sz="2400"/>
              <a:t>signal</a:t>
            </a:r>
            <a:r>
              <a:rPr lang="zh-CN" sz="2400"/>
              <a:t>的不行</a:t>
            </a:r>
            <a:r>
              <a:rPr lang="en-US" sz="2400"/>
              <a:t>)</a:t>
            </a:r>
            <a:endParaRPr/>
          </a:p>
          <a:p>
            <a:pPr>
              <a:buChar char="•"/>
            </a:pPr>
            <a:r>
              <a:rPr lang="zh-CN" sz="2400"/>
              <a:t>微观</a:t>
            </a:r>
            <a:r>
              <a:rPr lang="en-US" sz="2400"/>
              <a:t>: </a:t>
            </a:r>
            <a:r>
              <a:rPr lang="zh-CN" sz="2400"/>
              <a:t>一定是从</a:t>
            </a:r>
            <a:r>
              <a:rPr lang="en-US" sz="2400"/>
              <a:t>kernel-&gt;</a:t>
            </a:r>
            <a:r>
              <a:rPr lang="en-US" sz="2400"/>
              <a:t>usr</a:t>
            </a:r>
            <a:r>
              <a:rPr lang="en-US" sz="2400"/>
              <a:t> space</a:t>
            </a:r>
            <a:r>
              <a:rPr lang="zh-CN" sz="2400"/>
              <a:t>时进入信号处理程序</a:t>
            </a:r>
            <a:endParaRPr/>
          </a:p>
        </p:txBody>
      </p:sp>
      <p:sp>
        <p:nvSpPr>
          <p:cNvPr id="189" name="Line 93"/>
          <p:cNvSpPr>
            <a:spLocks noChangeShapeType="true"/>
          </p:cNvSpPr>
          <p:nvPr/>
        </p:nvSpPr>
        <p:spPr bwMode="auto">
          <a:xfrm>
            <a:off x="2847314" y="3373526"/>
            <a:ext cx="0" cy="598488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tailEnd type="triangle" w="med" len="med"/>
          </a:ln>
          <a:effectLst/>
        </p:spPr>
        <p:txBody>
          <a:bodyPr wrap="none" anchor="ctr"/>
          <a:lstStyle/>
          <a:p>
            <a:pPr/>
            <a:endParaRPr lang="en-US" sz="1600"/>
          </a:p>
        </p:txBody>
      </p:sp>
      <p:sp>
        <p:nvSpPr>
          <p:cNvPr id="190" name="Line 94"/>
          <p:cNvSpPr>
            <a:spLocks noChangeShapeType="true"/>
          </p:cNvSpPr>
          <p:nvPr/>
        </p:nvSpPr>
        <p:spPr bwMode="auto">
          <a:xfrm>
            <a:off x="2853664" y="3978364"/>
            <a:ext cx="2400300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tailEnd type="triangle" w="med" len="med"/>
          </a:ln>
          <a:effectLst/>
        </p:spPr>
        <p:txBody>
          <a:bodyPr wrap="none" anchor="ctr"/>
          <a:lstStyle/>
          <a:p>
            <a:pPr/>
            <a:endParaRPr lang="en-US" sz="1600"/>
          </a:p>
        </p:txBody>
      </p:sp>
      <p:sp>
        <p:nvSpPr>
          <p:cNvPr id="191" name="Line 96"/>
          <p:cNvSpPr>
            <a:spLocks noChangeShapeType="true"/>
          </p:cNvSpPr>
          <p:nvPr/>
        </p:nvSpPr>
        <p:spPr bwMode="auto">
          <a:xfrm flipH="true" flipV="true">
            <a:off x="5201557" y="4667885"/>
            <a:ext cx="2355340" cy="531795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tailEnd type="triangle" w="med" len="med"/>
          </a:ln>
          <a:effectLst/>
        </p:spPr>
        <p:txBody>
          <a:bodyPr wrap="none" anchor="ctr"/>
          <a:lstStyle/>
          <a:p>
            <a:pPr/>
            <a:endParaRPr lang="en-US" sz="1600"/>
          </a:p>
        </p:txBody>
      </p:sp>
      <p:sp>
        <p:nvSpPr>
          <p:cNvPr id="192" name="Line 97"/>
          <p:cNvSpPr>
            <a:spLocks noChangeShapeType="true"/>
          </p:cNvSpPr>
          <p:nvPr/>
        </p:nvSpPr>
        <p:spPr bwMode="auto">
          <a:xfrm>
            <a:off x="2848901" y="4659401"/>
            <a:ext cx="3175" cy="87630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tailEnd type="triangle" w="med" len="med"/>
          </a:ln>
          <a:effectLst/>
        </p:spPr>
        <p:txBody>
          <a:bodyPr wrap="none" anchor="ctr"/>
          <a:lstStyle/>
          <a:p>
            <a:pPr/>
            <a:endParaRPr lang="en-US" sz="1600"/>
          </a:p>
        </p:txBody>
      </p:sp>
      <p:sp>
        <p:nvSpPr>
          <p:cNvPr id="193" name="Rectangle 98"/>
          <p:cNvSpPr>
            <a:spLocks noChangeArrowheads="true"/>
          </p:cNvSpPr>
          <p:nvPr/>
        </p:nvSpPr>
        <p:spPr bwMode="auto">
          <a:xfrm>
            <a:off x="3036226" y="3376701"/>
            <a:ext cx="2051032" cy="582203"/>
          </a:xfrm>
          <a:prstGeom prst="rect">
            <a:avLst/>
          </a:prstGeom>
          <a:noFill/>
          <a:ln>
            <a:noFill/>
          </a:ln>
          <a:effectLst/>
        </p:spPr>
        <p:txBody>
          <a:bodyPr wrap="square" lIns="90479" tIns="44446" rIns="90479" bIns="44446">
            <a:spAutoFit/>
          </a:bodyPr>
          <a:lstStyle/>
          <a:p>
            <a:pPr/>
            <a:r>
              <a:rPr lang="en-US" sz="1600" i="true" dirty="false">
                <a:latin typeface="Helvetica" charset="0"/>
              </a:rPr>
              <a:t>(2) Control passes to handler S</a:t>
            </a:r>
            <a:endParaRPr/>
          </a:p>
        </p:txBody>
      </p:sp>
      <p:sp>
        <p:nvSpPr>
          <p:cNvPr id="194" name="Rectangle 99"/>
          <p:cNvSpPr>
            <a:spLocks noChangeArrowheads="true"/>
          </p:cNvSpPr>
          <p:nvPr/>
        </p:nvSpPr>
        <p:spPr bwMode="auto">
          <a:xfrm>
            <a:off x="2020213" y="2836961"/>
            <a:ext cx="1644643" cy="335981"/>
          </a:xfrm>
          <a:prstGeom prst="rect">
            <a:avLst/>
          </a:prstGeom>
          <a:noFill/>
          <a:ln>
            <a:noFill/>
          </a:ln>
          <a:effectLst/>
        </p:spPr>
        <p:txBody>
          <a:bodyPr wrap="square" lIns="90479" tIns="44446" rIns="90479" bIns="44446">
            <a:spAutoFit/>
          </a:bodyPr>
          <a:lstStyle/>
          <a:p>
            <a:pPr/>
            <a:r>
              <a:rPr lang="en-US" sz="1600" i="true" dirty="false">
                <a:latin typeface="Helvetica" charset="0"/>
              </a:rPr>
              <a:t> Main program</a:t>
            </a:r>
            <a:endParaRPr/>
          </a:p>
        </p:txBody>
      </p:sp>
      <p:sp>
        <p:nvSpPr>
          <p:cNvPr id="195" name="Rectangle 100"/>
          <p:cNvSpPr>
            <a:spLocks noChangeArrowheads="true"/>
          </p:cNvSpPr>
          <p:nvPr/>
        </p:nvSpPr>
        <p:spPr bwMode="auto">
          <a:xfrm>
            <a:off x="5615370" y="5122955"/>
            <a:ext cx="1478488" cy="828424"/>
          </a:xfrm>
          <a:prstGeom prst="rect">
            <a:avLst/>
          </a:prstGeom>
          <a:noFill/>
          <a:ln>
            <a:noFill/>
          </a:ln>
          <a:effectLst/>
        </p:spPr>
        <p:txBody>
          <a:bodyPr wrap="square" lIns="90479" tIns="44446" rIns="90479" bIns="44446">
            <a:spAutoFit/>
          </a:bodyPr>
          <a:lstStyle/>
          <a:p>
            <a:pPr/>
            <a:r>
              <a:rPr lang="en-US" sz="1600" i="true" dirty="false">
                <a:latin typeface="Helvetica" charset="0"/>
              </a:rPr>
              <a:t>(5) Handler T</a:t>
            </a:r>
            <a:endParaRPr/>
          </a:p>
          <a:p>
            <a:pPr/>
            <a:r>
              <a:rPr lang="en-US" sz="1600" i="true" dirty="false">
                <a:latin typeface="Helvetica" charset="0"/>
              </a:rPr>
              <a:t>returns to handler S</a:t>
            </a:r>
            <a:endParaRPr/>
          </a:p>
        </p:txBody>
      </p:sp>
      <p:sp>
        <p:nvSpPr>
          <p:cNvPr id="196" name="Text Box 101"/>
          <p:cNvSpPr txBox="true">
            <a:spLocks noChangeArrowheads="true"/>
          </p:cNvSpPr>
          <p:nvPr/>
        </p:nvSpPr>
        <p:spPr bwMode="auto">
          <a:xfrm>
            <a:off x="2344076" y="3695789"/>
            <a:ext cx="547258" cy="338554"/>
          </a:xfrm>
          <a:prstGeom prst="rect">
            <a:avLst/>
          </a:prstGeom>
          <a:noFill/>
          <a:ln>
            <a:noFill/>
          </a:ln>
          <a:effectLst/>
        </p:spPr>
        <p:txBody>
          <a:bodyPr wrap="none">
            <a:spAutoFit/>
          </a:bodyPr>
          <a:lstStyle/>
          <a:p>
            <a:pPr algn="l"/>
            <a:r>
              <a:rPr lang="en-US" sz="1600" i="true">
                <a:latin typeface="Helvetica" charset="0"/>
              </a:rPr>
              <a:t>I</a:t>
            </a:r>
            <a:r>
              <a:rPr lang="en-US" sz="1600" i="true" baseline="-25000">
                <a:latin typeface="Helvetica" charset="0"/>
              </a:rPr>
              <a:t>curr</a:t>
            </a:r>
            <a:endParaRPr lang="en-US" sz="1600" i="true">
              <a:latin typeface="Helvetica" charset="0"/>
            </a:endParaRPr>
          </a:p>
        </p:txBody>
      </p:sp>
      <p:sp>
        <p:nvSpPr>
          <p:cNvPr id="197" name="Text Box 102"/>
          <p:cNvSpPr txBox="true">
            <a:spLocks noChangeArrowheads="true"/>
          </p:cNvSpPr>
          <p:nvPr/>
        </p:nvSpPr>
        <p:spPr bwMode="auto">
          <a:xfrm>
            <a:off x="2344076" y="4400639"/>
            <a:ext cx="561066" cy="338554"/>
          </a:xfrm>
          <a:prstGeom prst="rect">
            <a:avLst/>
          </a:prstGeom>
          <a:noFill/>
          <a:ln>
            <a:noFill/>
          </a:ln>
          <a:effectLst/>
        </p:spPr>
        <p:txBody>
          <a:bodyPr wrap="none">
            <a:spAutoFit/>
          </a:bodyPr>
          <a:lstStyle/>
          <a:p>
            <a:pPr algn="l"/>
            <a:r>
              <a:rPr lang="en-US" sz="1600" i="true" dirty="false" err="true">
                <a:latin typeface="Helvetica" charset="0"/>
              </a:rPr>
              <a:t>I</a:t>
            </a:r>
            <a:r>
              <a:rPr lang="en-US" sz="1600" i="true" baseline="-25000" dirty="false" err="true">
                <a:latin typeface="Helvetica" charset="0"/>
              </a:rPr>
              <a:t>next</a:t>
            </a:r>
            <a:endParaRPr lang="en-US" sz="1600" i="true" dirty="false">
              <a:latin typeface="Helvetica" charset="0"/>
            </a:endParaRPr>
          </a:p>
        </p:txBody>
      </p:sp>
      <p:sp>
        <p:nvSpPr>
          <p:cNvPr id="198" name="Rectangle 105"/>
          <p:cNvSpPr>
            <a:spLocks noChangeArrowheads="true"/>
          </p:cNvSpPr>
          <p:nvPr/>
        </p:nvSpPr>
        <p:spPr bwMode="auto">
          <a:xfrm>
            <a:off x="439057" y="3656118"/>
            <a:ext cx="1917701" cy="582203"/>
          </a:xfrm>
          <a:prstGeom prst="rect">
            <a:avLst/>
          </a:prstGeom>
          <a:noFill/>
          <a:ln>
            <a:noFill/>
          </a:ln>
          <a:effectLst/>
        </p:spPr>
        <p:txBody>
          <a:bodyPr wrap="square" lIns="90479" tIns="44446" rIns="90479" bIns="44446">
            <a:spAutoFit/>
          </a:bodyPr>
          <a:lstStyle/>
          <a:p>
            <a:pPr/>
            <a:r>
              <a:rPr lang="en-US" sz="1600" i="true" dirty="false">
                <a:latin typeface="Helvetica" charset="0"/>
              </a:rPr>
              <a:t>(1) Program catches signal s</a:t>
            </a:r>
            <a:endParaRPr/>
          </a:p>
        </p:txBody>
      </p:sp>
      <p:sp>
        <p:nvSpPr>
          <p:cNvPr id="199" name="Rectangle 99"/>
          <p:cNvSpPr>
            <a:spLocks noChangeArrowheads="true"/>
          </p:cNvSpPr>
          <p:nvPr/>
        </p:nvSpPr>
        <p:spPr bwMode="auto">
          <a:xfrm>
            <a:off x="4598314" y="2836961"/>
            <a:ext cx="1280576" cy="335981"/>
          </a:xfrm>
          <a:prstGeom prst="rect">
            <a:avLst/>
          </a:prstGeom>
          <a:noFill/>
          <a:ln>
            <a:noFill/>
          </a:ln>
          <a:effectLst/>
        </p:spPr>
        <p:txBody>
          <a:bodyPr wrap="square" lIns="90479" tIns="44446" rIns="90479" bIns="44446">
            <a:spAutoFit/>
          </a:bodyPr>
          <a:lstStyle/>
          <a:p>
            <a:pPr/>
            <a:r>
              <a:rPr lang="en-US" sz="1600" i="true" dirty="false">
                <a:latin typeface="Helvetica" charset="0"/>
              </a:rPr>
              <a:t> Handler S</a:t>
            </a:r>
            <a:endParaRPr/>
          </a:p>
        </p:txBody>
      </p:sp>
      <p:sp>
        <p:nvSpPr>
          <p:cNvPr id="200" name="Rectangle 99"/>
          <p:cNvSpPr>
            <a:spLocks noChangeArrowheads="true"/>
          </p:cNvSpPr>
          <p:nvPr/>
        </p:nvSpPr>
        <p:spPr bwMode="auto">
          <a:xfrm>
            <a:off x="6952048" y="2836961"/>
            <a:ext cx="1280576" cy="335981"/>
          </a:xfrm>
          <a:prstGeom prst="rect">
            <a:avLst/>
          </a:prstGeom>
          <a:noFill/>
          <a:ln>
            <a:noFill/>
          </a:ln>
          <a:effectLst/>
        </p:spPr>
        <p:txBody>
          <a:bodyPr wrap="square" lIns="90479" tIns="44446" rIns="90479" bIns="44446">
            <a:spAutoFit/>
          </a:bodyPr>
          <a:lstStyle/>
          <a:p>
            <a:pPr/>
            <a:r>
              <a:rPr lang="en-US" sz="1600" i="true" dirty="false">
                <a:latin typeface="Helvetica" charset="0"/>
              </a:rPr>
              <a:t> Handler T</a:t>
            </a:r>
            <a:endParaRPr/>
          </a:p>
        </p:txBody>
      </p:sp>
      <p:sp>
        <p:nvSpPr>
          <p:cNvPr id="201" name="Rectangle 105"/>
          <p:cNvSpPr>
            <a:spLocks noChangeArrowheads="true"/>
          </p:cNvSpPr>
          <p:nvPr/>
        </p:nvSpPr>
        <p:spPr bwMode="auto">
          <a:xfrm>
            <a:off x="3372758" y="4151418"/>
            <a:ext cx="1854200" cy="582203"/>
          </a:xfrm>
          <a:prstGeom prst="rect">
            <a:avLst/>
          </a:prstGeom>
          <a:noFill/>
          <a:ln>
            <a:noFill/>
          </a:ln>
          <a:effectLst/>
        </p:spPr>
        <p:txBody>
          <a:bodyPr wrap="square" lIns="90479" tIns="44446" rIns="90479" bIns="44446">
            <a:spAutoFit/>
          </a:bodyPr>
          <a:lstStyle/>
          <a:p>
            <a:pPr/>
            <a:r>
              <a:rPr lang="en-US" sz="1600" i="true" dirty="false">
                <a:latin typeface="Helvetica" charset="0"/>
              </a:rPr>
              <a:t>(3) Program catches signal t</a:t>
            </a:r>
            <a:endParaRPr/>
          </a:p>
        </p:txBody>
      </p:sp>
      <p:sp>
        <p:nvSpPr>
          <p:cNvPr id="202" name="Line 93"/>
          <p:cNvSpPr>
            <a:spLocks noChangeShapeType="true"/>
          </p:cNvSpPr>
          <p:nvPr/>
        </p:nvSpPr>
        <p:spPr bwMode="auto">
          <a:xfrm>
            <a:off x="5234914" y="3983126"/>
            <a:ext cx="0" cy="598488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tailEnd type="triangle" w="med" len="med"/>
          </a:ln>
          <a:effectLst/>
        </p:spPr>
        <p:txBody>
          <a:bodyPr wrap="none" anchor="ctr"/>
          <a:lstStyle/>
          <a:p>
            <a:pPr/>
            <a:endParaRPr lang="en-US" sz="1600"/>
          </a:p>
        </p:txBody>
      </p:sp>
      <p:sp>
        <p:nvSpPr>
          <p:cNvPr id="203" name="Line 94"/>
          <p:cNvSpPr>
            <a:spLocks noChangeShapeType="true"/>
          </p:cNvSpPr>
          <p:nvPr/>
        </p:nvSpPr>
        <p:spPr bwMode="auto">
          <a:xfrm>
            <a:off x="5228564" y="4575264"/>
            <a:ext cx="2400300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tailEnd type="triangle" w="med" len="med"/>
          </a:ln>
          <a:effectLst/>
        </p:spPr>
        <p:txBody>
          <a:bodyPr wrap="none" anchor="ctr"/>
          <a:lstStyle/>
          <a:p>
            <a:pPr/>
            <a:endParaRPr lang="en-US" sz="1600"/>
          </a:p>
        </p:txBody>
      </p:sp>
      <p:sp>
        <p:nvSpPr>
          <p:cNvPr id="204" name="Rectangle 98"/>
          <p:cNvSpPr>
            <a:spLocks noChangeArrowheads="true"/>
          </p:cNvSpPr>
          <p:nvPr/>
        </p:nvSpPr>
        <p:spPr bwMode="auto">
          <a:xfrm>
            <a:off x="5360325" y="3960901"/>
            <a:ext cx="2114531" cy="582203"/>
          </a:xfrm>
          <a:prstGeom prst="rect">
            <a:avLst/>
          </a:prstGeom>
          <a:noFill/>
          <a:ln>
            <a:noFill/>
          </a:ln>
          <a:effectLst/>
        </p:spPr>
        <p:txBody>
          <a:bodyPr wrap="square" lIns="90479" tIns="44446" rIns="90479" bIns="44446">
            <a:spAutoFit/>
          </a:bodyPr>
          <a:lstStyle/>
          <a:p>
            <a:pPr/>
            <a:r>
              <a:rPr lang="en-US" sz="1600" i="true" dirty="false">
                <a:latin typeface="Helvetica" charset="0"/>
              </a:rPr>
              <a:t>(4)  Control passes to handler T</a:t>
            </a:r>
            <a:endParaRPr/>
          </a:p>
        </p:txBody>
      </p:sp>
      <p:sp>
        <p:nvSpPr>
          <p:cNvPr id="205" name="Line 93"/>
          <p:cNvSpPr>
            <a:spLocks noChangeShapeType="true"/>
          </p:cNvSpPr>
          <p:nvPr/>
        </p:nvSpPr>
        <p:spPr bwMode="auto">
          <a:xfrm>
            <a:off x="7609814" y="4630826"/>
            <a:ext cx="0" cy="598488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tailEnd type="triangle" w="med" len="med"/>
          </a:ln>
          <a:effectLst/>
        </p:spPr>
        <p:txBody>
          <a:bodyPr wrap="none" anchor="ctr"/>
          <a:lstStyle/>
          <a:p>
            <a:pPr/>
            <a:endParaRPr lang="en-US" sz="1600"/>
          </a:p>
        </p:txBody>
      </p:sp>
      <p:sp>
        <p:nvSpPr>
          <p:cNvPr id="206" name="Line 93"/>
          <p:cNvSpPr>
            <a:spLocks noChangeShapeType="true"/>
          </p:cNvSpPr>
          <p:nvPr/>
        </p:nvSpPr>
        <p:spPr bwMode="auto">
          <a:xfrm>
            <a:off x="5234914" y="4757826"/>
            <a:ext cx="0" cy="598488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tailEnd type="triangle" w="med" len="med"/>
          </a:ln>
          <a:effectLst/>
        </p:spPr>
        <p:txBody>
          <a:bodyPr wrap="none" anchor="ctr"/>
          <a:lstStyle/>
          <a:p>
            <a:pPr/>
            <a:endParaRPr lang="en-US" sz="1600"/>
          </a:p>
        </p:txBody>
      </p:sp>
      <p:sp>
        <p:nvSpPr>
          <p:cNvPr id="207" name="Line 96"/>
          <p:cNvSpPr>
            <a:spLocks noChangeShapeType="true"/>
          </p:cNvSpPr>
          <p:nvPr/>
        </p:nvSpPr>
        <p:spPr bwMode="auto">
          <a:xfrm flipH="true" flipV="true">
            <a:off x="2839357" y="4591684"/>
            <a:ext cx="2342640" cy="709595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tailEnd type="triangle" w="med" len="med"/>
          </a:ln>
          <a:effectLst/>
        </p:spPr>
        <p:txBody>
          <a:bodyPr wrap="none" anchor="ctr"/>
          <a:lstStyle/>
          <a:p>
            <a:pPr/>
            <a:endParaRPr lang="en-US" sz="1600"/>
          </a:p>
        </p:txBody>
      </p:sp>
      <p:sp>
        <p:nvSpPr>
          <p:cNvPr id="208" name="Rectangle 100"/>
          <p:cNvSpPr>
            <a:spLocks noChangeArrowheads="true"/>
          </p:cNvSpPr>
          <p:nvPr/>
        </p:nvSpPr>
        <p:spPr bwMode="auto">
          <a:xfrm>
            <a:off x="3532570" y="5249955"/>
            <a:ext cx="1478488" cy="1074645"/>
          </a:xfrm>
          <a:prstGeom prst="rect">
            <a:avLst/>
          </a:prstGeom>
          <a:noFill/>
          <a:ln>
            <a:noFill/>
          </a:ln>
          <a:effectLst/>
        </p:spPr>
        <p:txBody>
          <a:bodyPr wrap="square" lIns="90479" tIns="44446" rIns="90479" bIns="44446">
            <a:spAutoFit/>
          </a:bodyPr>
          <a:lstStyle/>
          <a:p>
            <a:pPr/>
            <a:r>
              <a:rPr lang="en-US" sz="1600" i="true" dirty="false">
                <a:latin typeface="Helvetica" charset="0"/>
              </a:rPr>
              <a:t>(6) Handler S</a:t>
            </a:r>
            <a:endParaRPr/>
          </a:p>
          <a:p>
            <a:pPr/>
            <a:r>
              <a:rPr lang="en-US" sz="1600" i="true" dirty="false">
                <a:latin typeface="Helvetica" charset="0"/>
              </a:rPr>
              <a:t>returns to main program</a:t>
            </a:r>
            <a:endParaRPr/>
          </a:p>
        </p:txBody>
      </p:sp>
      <p:sp>
        <p:nvSpPr>
          <p:cNvPr id="209" name="Rectangle 105"/>
          <p:cNvSpPr>
            <a:spLocks noChangeArrowheads="true"/>
          </p:cNvSpPr>
          <p:nvPr/>
        </p:nvSpPr>
        <p:spPr bwMode="auto">
          <a:xfrm>
            <a:off x="439057" y="4481618"/>
            <a:ext cx="1917701" cy="582203"/>
          </a:xfrm>
          <a:prstGeom prst="rect">
            <a:avLst/>
          </a:prstGeom>
          <a:noFill/>
          <a:ln>
            <a:noFill/>
          </a:ln>
          <a:effectLst/>
        </p:spPr>
        <p:txBody>
          <a:bodyPr wrap="square" lIns="90479" tIns="44446" rIns="90479" bIns="44446">
            <a:spAutoFit/>
          </a:bodyPr>
          <a:lstStyle/>
          <a:p>
            <a:pPr/>
            <a:r>
              <a:rPr lang="en-US" sz="1600" i="true" dirty="false">
                <a:latin typeface="Helvetica" charset="0"/>
              </a:rPr>
              <a:t>(7) Main program resumes </a:t>
            </a:r>
            <a:endParaRPr/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>
  <p:cSld>
    <p:spTree>
      <p:nvGrpSpPr>
        <p:cNvPr id="210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1" name="灯片编号占位符 5"/>
          <p:cNvSpPr>
            <a:spLocks noGrp="true"/>
          </p:cNvSpPr>
          <p:nvPr>
            <p:ph type="sldNum" sz="quarter" idx="12"/>
          </p:nvPr>
        </p:nvSpPr>
        <p:spPr>
          <a:noFill/>
          <a:extLst>
            <a:ext uri="{909E8E84-426E-40DD-AFC4-6F175D3DCCD1}"/>
            <a:ext uri="{91240B29-F687-4F45-9708-019B960494DF}"/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Comic Sans MS" panose="030F070203030202020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Comic Sans MS" panose="030F070203030202020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anose="030F070203030202020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Comic Sans MS" panose="030F070203030202020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Comic Sans MS" panose="030F0702030302020204" charset="0"/>
              </a:defRPr>
            </a:lvl5pPr>
            <a:lvl6pPr marL="2514600" indent="-228600" eaLnBrk="false" fontAlgn="base" hangingPunct="false">
              <a:spcBef>
                <a:spcPct val="20000"/>
              </a:spcBef>
              <a:spcAft>
                <a:spcPct val="1"/>
              </a:spcAft>
              <a:buChar char="»"/>
              <a:defRPr sz="2000">
                <a:solidFill>
                  <a:schemeClr val="tx1"/>
                </a:solidFill>
                <a:latin typeface="Comic Sans MS" panose="030F0702030302020204" charset="0"/>
              </a:defRPr>
            </a:lvl6pPr>
            <a:lvl7pPr marL="2971800" indent="-228600" eaLnBrk="false" fontAlgn="base" hangingPunct="false">
              <a:spcBef>
                <a:spcPct val="20000"/>
              </a:spcBef>
              <a:spcAft>
                <a:spcPct val="1"/>
              </a:spcAft>
              <a:buChar char="»"/>
              <a:defRPr sz="2000">
                <a:solidFill>
                  <a:schemeClr val="tx1"/>
                </a:solidFill>
                <a:latin typeface="Comic Sans MS" panose="030F0702030302020204" charset="0"/>
              </a:defRPr>
            </a:lvl7pPr>
            <a:lvl8pPr marL="3429000" indent="-228600" eaLnBrk="false" fontAlgn="base" hangingPunct="false">
              <a:spcBef>
                <a:spcPct val="20000"/>
              </a:spcBef>
              <a:spcAft>
                <a:spcPct val="1"/>
              </a:spcAft>
              <a:buChar char="»"/>
              <a:defRPr sz="2000">
                <a:solidFill>
                  <a:schemeClr val="tx1"/>
                </a:solidFill>
                <a:latin typeface="Comic Sans MS" panose="030F0702030302020204" charset="0"/>
              </a:defRPr>
            </a:lvl8pPr>
            <a:lvl9pPr marL="3886200" indent="-228600" eaLnBrk="false" fontAlgn="base" hangingPunct="false">
              <a:spcBef>
                <a:spcPct val="20000"/>
              </a:spcBef>
              <a:spcAft>
                <a:spcPct val="1"/>
              </a:spcAft>
              <a:buChar char="»"/>
              <a:defRPr sz="2000">
                <a:solidFill>
                  <a:schemeClr val="tx1"/>
                </a:solidFill>
                <a:latin typeface="Comic Sans MS" panose="030F0702030302020204" charset="0"/>
              </a:defRPr>
            </a:lvl9pPr>
          </a:lstStyle>
          <a:p>
            <a:pPr>
              <a:spcBef>
                <a:spcPct val="1"/>
              </a:spcBef>
              <a:buFontTx/>
              <a:buNone/>
            </a:pPr>
            <a:fld id="{08CD3654-C405-B14F-92B7-C3AE6AC06953}" type="slidenum">
              <a:rPr lang="zh-CN" altLang="en-US" sz="1400">
                <a:latin typeface="Times New Roman" panose="02020603050405020304" pitchFamily="18" charset="0"/>
                <a:ea typeface="宋体" pitchFamily="2" charset="-122"/>
              </a:rPr>
              <a:t>37</a:t>
            </a:fld>
            <a:endParaRPr lang="en-US" altLang="zh-CN" sz="1400">
              <a:latin typeface="Times New Roman" panose="02020603050405020304" pitchFamily="18" charset="0"/>
              <a:ea typeface="宋体" pitchFamily="2" charset="-122"/>
            </a:endParaRPr>
          </a:p>
        </p:txBody>
      </p:sp>
      <p:sp>
        <p:nvSpPr>
          <p:cNvPr id="212" name="Rectangle 2"/>
          <p:cNvSpPr>
            <a:spLocks noGrp="true" noChangeArrowheads="true"/>
          </p:cNvSpPr>
          <p:nvPr>
            <p:ph type="title"/>
          </p:nvPr>
        </p:nvSpPr>
        <p:spPr/>
        <p:txBody>
          <a:bodyPr/>
          <a:lstStyle/>
          <a:p>
            <a:pPr/>
            <a:r>
              <a:rPr lang="en-US" altLang="zh-CN">
                <a:ea typeface="宋体" pitchFamily="2" charset="-122"/>
              </a:rPr>
              <a:t>Receiving a Signal</a:t>
            </a:r>
            <a:endParaRPr/>
          </a:p>
        </p:txBody>
      </p:sp>
      <p:sp>
        <p:nvSpPr>
          <p:cNvPr id="213" name="Rectangle 3"/>
          <p:cNvSpPr>
            <a:spLocks noGrp="true" noChangeArrowheads="true"/>
          </p:cNvSpPr>
          <p:nvPr>
            <p:ph type="body" idx="1"/>
          </p:nvPr>
        </p:nvSpPr>
        <p:spPr>
          <a:xfrm>
            <a:off x="457200" y="1600200"/>
            <a:ext cx="8077200" cy="4419600"/>
          </a:xfrm>
        </p:spPr>
        <p:txBody>
          <a:bodyPr/>
          <a:lstStyle/>
          <a:p>
            <a:pPr>
              <a:lnSpc>
                <a:spcPct val="120000"/>
              </a:lnSpc>
              <a:buChar char="•"/>
              <a:defRPr sz="2800">
                <a:solidFill>
                  <a:schemeClr val="tx1">
                    <a:alpha val="100000"/>
                  </a:schemeClr>
                </a:solidFill>
                <a:latin typeface="Comic Sans MS"/>
                <a:ea typeface="Comic Sans MS"/>
                <a:cs typeface="+mn-cs"/>
              </a:defRPr>
            </a:pPr>
            <a:r>
              <a:rPr lang="en-US">
                <a:latin typeface="Comic Sans MS"/>
                <a:ea typeface="宋体"/>
                <a:cs typeface="+mn-cs"/>
              </a:rPr>
              <a:t>Each signal type has a predefined </a:t>
            </a:r>
            <a:r>
              <a:rPr lang="en-US">
                <a:solidFill>
                  <a:srgbClr val="FF0000">
                    <a:alpha val="100000"/>
                  </a:srgbClr>
                </a:solidFill>
                <a:effectLst>
                  <a:outerShdw blurRad="38100" dist="38100" dir="2700000" sx="100000" sy="100000" algn="tl">
                    <a:srgbClr val="000000">
                      <a:alpha val="43137"/>
                    </a:srgbClr>
                  </a:outerShdw>
                </a:effectLst>
                <a:latin typeface="Comic Sans MS"/>
                <a:ea typeface="宋体"/>
                <a:cs typeface="+mn-cs"/>
              </a:rPr>
              <a:t>default action</a:t>
            </a:r>
            <a:r>
              <a:rPr lang="en-US">
                <a:latin typeface="Comic Sans MS"/>
                <a:ea typeface="宋体"/>
                <a:cs typeface="+mn-cs"/>
              </a:rPr>
              <a:t>, which is one of the following:</a:t>
            </a:r>
            <a:endParaRPr/>
          </a:p>
          <a:p>
            <a:pPr lvl="1">
              <a:lnSpc>
                <a:spcPct val="120000"/>
              </a:lnSpc>
              <a:buChar char="–"/>
              <a:defRPr sz="2400">
                <a:solidFill>
                  <a:schemeClr val="tx1">
                    <a:alpha val="100000"/>
                  </a:schemeClr>
                </a:solidFill>
                <a:latin typeface="Comic Sans MS"/>
              </a:defRPr>
            </a:pPr>
            <a:r>
              <a:rPr lang="en-US">
                <a:latin typeface="Comic Sans MS"/>
                <a:ea typeface="宋体"/>
              </a:rPr>
              <a:t>The process </a:t>
            </a:r>
            <a:r>
              <a:rPr lang="en-US">
                <a:effectLst>
                  <a:outerShdw blurRad="38100" dist="38100" dir="2700000" sx="100000" sy="100000" algn="tl">
                    <a:srgbClr val="000000">
                      <a:alpha val="43137"/>
                    </a:srgbClr>
                  </a:outerShdw>
                </a:effectLst>
                <a:latin typeface="Comic Sans MS"/>
                <a:ea typeface="宋体"/>
              </a:rPr>
              <a:t>terminates</a:t>
            </a:r>
            <a:r>
              <a:rPr lang="en-US">
                <a:latin typeface="Comic Sans MS"/>
                <a:ea typeface="宋体"/>
              </a:rPr>
              <a:t>.</a:t>
            </a:r>
            <a:endParaRPr/>
          </a:p>
          <a:p>
            <a:pPr lvl="1">
              <a:lnSpc>
                <a:spcPct val="120000"/>
              </a:lnSpc>
              <a:buChar char="–"/>
              <a:defRPr sz="2400">
                <a:solidFill>
                  <a:schemeClr val="tx1">
                    <a:alpha val="100000"/>
                  </a:schemeClr>
                </a:solidFill>
                <a:latin typeface="Comic Sans MS"/>
              </a:defRPr>
            </a:pPr>
            <a:r>
              <a:rPr lang="en-US">
                <a:latin typeface="Comic Sans MS"/>
                <a:ea typeface="宋体"/>
              </a:rPr>
              <a:t>The process </a:t>
            </a:r>
            <a:r>
              <a:rPr lang="en-US">
                <a:effectLst>
                  <a:outerShdw blurRad="38100" dist="38100" dir="2700000" sx="100000" sy="100000" algn="tl">
                    <a:srgbClr val="000000">
                      <a:alpha val="43137"/>
                    </a:srgbClr>
                  </a:outerShdw>
                </a:effectLst>
                <a:latin typeface="Comic Sans MS"/>
                <a:ea typeface="宋体"/>
              </a:rPr>
              <a:t>terminates</a:t>
            </a:r>
            <a:r>
              <a:rPr lang="en-US">
                <a:latin typeface="Comic Sans MS"/>
                <a:ea typeface="宋体"/>
              </a:rPr>
              <a:t> and </a:t>
            </a:r>
            <a:r>
              <a:rPr lang="en-US">
                <a:effectLst>
                  <a:outerShdw blurRad="38100" dist="38100" dir="2700000" sx="100000" sy="100000" algn="tl">
                    <a:srgbClr val="000000">
                      <a:alpha val="43137"/>
                    </a:srgbClr>
                  </a:outerShdw>
                </a:effectLst>
                <a:latin typeface="Comic Sans MS"/>
                <a:ea typeface="宋体"/>
              </a:rPr>
              <a:t>dumps</a:t>
            </a:r>
            <a:r>
              <a:rPr lang="en-US">
                <a:latin typeface="Comic Sans MS"/>
                <a:ea typeface="宋体"/>
              </a:rPr>
              <a:t> </a:t>
            </a:r>
            <a:r>
              <a:rPr lang="en-US">
                <a:effectLst>
                  <a:outerShdw blurRad="38100" dist="38100" dir="2700000" sx="100000" sy="100000" algn="tl">
                    <a:srgbClr val="000000">
                      <a:alpha val="43137"/>
                    </a:srgbClr>
                  </a:outerShdw>
                </a:effectLst>
                <a:latin typeface="Comic Sans MS"/>
                <a:ea typeface="宋体"/>
              </a:rPr>
              <a:t>core</a:t>
            </a:r>
            <a:r>
              <a:rPr lang="en-US">
                <a:latin typeface="Comic Sans MS"/>
                <a:ea typeface="宋体"/>
              </a:rPr>
              <a:t>.</a:t>
            </a:r>
            <a:endParaRPr/>
          </a:p>
          <a:p>
            <a:pPr lvl="1">
              <a:lnSpc>
                <a:spcPct val="120000"/>
              </a:lnSpc>
              <a:buChar char="–"/>
              <a:defRPr sz="2400">
                <a:solidFill>
                  <a:schemeClr val="tx1">
                    <a:alpha val="100000"/>
                  </a:schemeClr>
                </a:solidFill>
                <a:latin typeface="Comic Sans MS"/>
              </a:defRPr>
            </a:pPr>
            <a:r>
              <a:rPr lang="en-US">
                <a:latin typeface="Comic Sans MS"/>
                <a:ea typeface="宋体"/>
              </a:rPr>
              <a:t>The process </a:t>
            </a:r>
            <a:r>
              <a:rPr lang="en-US">
                <a:effectLst>
                  <a:outerShdw blurRad="38100" dist="38100" dir="2700000" sx="100000" sy="100000" algn="tl">
                    <a:srgbClr val="000000">
                      <a:alpha val="43137"/>
                    </a:srgbClr>
                  </a:outerShdw>
                </a:effectLst>
                <a:latin typeface="Comic Sans MS"/>
                <a:ea typeface="宋体"/>
              </a:rPr>
              <a:t>stops</a:t>
            </a:r>
            <a:r>
              <a:rPr lang="en-US">
                <a:latin typeface="Comic Sans MS"/>
                <a:ea typeface="宋体"/>
              </a:rPr>
              <a:t> until restarted by a SIGCONT signal</a:t>
            </a:r>
            <a:endParaRPr/>
          </a:p>
          <a:p>
            <a:pPr lvl="1">
              <a:lnSpc>
                <a:spcPct val="120000"/>
              </a:lnSpc>
              <a:buChar char="–"/>
              <a:defRPr sz="2400">
                <a:solidFill>
                  <a:schemeClr val="tx1">
                    <a:alpha val="100000"/>
                  </a:schemeClr>
                </a:solidFill>
                <a:latin typeface="Comic Sans MS"/>
              </a:defRPr>
            </a:pPr>
            <a:r>
              <a:rPr lang="en-US">
                <a:latin typeface="Comic Sans MS"/>
                <a:ea typeface="宋体"/>
              </a:rPr>
              <a:t>The process </a:t>
            </a:r>
            <a:r>
              <a:rPr lang="en-US">
                <a:effectLst>
                  <a:outerShdw blurRad="38100" dist="38100" dir="2700000" sx="100000" sy="100000" algn="tl">
                    <a:srgbClr val="000000">
                      <a:alpha val="43137"/>
                    </a:srgbClr>
                  </a:outerShdw>
                </a:effectLst>
                <a:latin typeface="Comic Sans MS"/>
                <a:ea typeface="宋体"/>
              </a:rPr>
              <a:t>ignores</a:t>
            </a:r>
            <a:r>
              <a:rPr lang="en-US">
                <a:latin typeface="Comic Sans MS"/>
                <a:ea typeface="宋体"/>
              </a:rPr>
              <a:t> the signal</a:t>
            </a:r>
            <a:endParaRPr/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>
  <p:cSld>
    <p:spTree>
      <p:nvGrpSpPr>
        <p:cNvPr id="214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" name="灯片编号占位符 5"/>
          <p:cNvSpPr>
            <a:spLocks noGrp="true"/>
          </p:cNvSpPr>
          <p:nvPr>
            <p:ph type="sldNum" sz="quarter" idx="12"/>
          </p:nvPr>
        </p:nvSpPr>
        <p:spPr>
          <a:noFill/>
          <a:extLst>
            <a:ext uri="{909E8E84-426E-40DD-AFC4-6F175D3DCCD1}"/>
            <a:ext uri="{91240B29-F687-4F45-9708-019B960494DF}"/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Comic Sans MS" panose="030F070203030202020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Comic Sans MS" panose="030F070203030202020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anose="030F070203030202020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Comic Sans MS" panose="030F070203030202020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Comic Sans MS" panose="030F0702030302020204" charset="0"/>
              </a:defRPr>
            </a:lvl5pPr>
            <a:lvl6pPr marL="2514600" indent="-228600" eaLnBrk="false" fontAlgn="base" hangingPunct="false">
              <a:spcBef>
                <a:spcPct val="20000"/>
              </a:spcBef>
              <a:spcAft>
                <a:spcPct val="1"/>
              </a:spcAft>
              <a:buChar char="»"/>
              <a:defRPr sz="2000">
                <a:solidFill>
                  <a:schemeClr val="tx1"/>
                </a:solidFill>
                <a:latin typeface="Comic Sans MS" panose="030F0702030302020204" charset="0"/>
              </a:defRPr>
            </a:lvl6pPr>
            <a:lvl7pPr marL="2971800" indent="-228600" eaLnBrk="false" fontAlgn="base" hangingPunct="false">
              <a:spcBef>
                <a:spcPct val="20000"/>
              </a:spcBef>
              <a:spcAft>
                <a:spcPct val="1"/>
              </a:spcAft>
              <a:buChar char="»"/>
              <a:defRPr sz="2000">
                <a:solidFill>
                  <a:schemeClr val="tx1"/>
                </a:solidFill>
                <a:latin typeface="Comic Sans MS" panose="030F0702030302020204" charset="0"/>
              </a:defRPr>
            </a:lvl7pPr>
            <a:lvl8pPr marL="3429000" indent="-228600" eaLnBrk="false" fontAlgn="base" hangingPunct="false">
              <a:spcBef>
                <a:spcPct val="20000"/>
              </a:spcBef>
              <a:spcAft>
                <a:spcPct val="1"/>
              </a:spcAft>
              <a:buChar char="»"/>
              <a:defRPr sz="2000">
                <a:solidFill>
                  <a:schemeClr val="tx1"/>
                </a:solidFill>
                <a:latin typeface="Comic Sans MS" panose="030F0702030302020204" charset="0"/>
              </a:defRPr>
            </a:lvl8pPr>
            <a:lvl9pPr marL="3886200" indent="-228600" eaLnBrk="false" fontAlgn="base" hangingPunct="false">
              <a:spcBef>
                <a:spcPct val="20000"/>
              </a:spcBef>
              <a:spcAft>
                <a:spcPct val="1"/>
              </a:spcAft>
              <a:buChar char="»"/>
              <a:defRPr sz="2000">
                <a:solidFill>
                  <a:schemeClr val="tx1"/>
                </a:solidFill>
                <a:latin typeface="Comic Sans MS" panose="030F0702030302020204" charset="0"/>
              </a:defRPr>
            </a:lvl9pPr>
          </a:lstStyle>
          <a:p>
            <a:pPr>
              <a:spcBef>
                <a:spcPct val="1"/>
              </a:spcBef>
              <a:buFontTx/>
              <a:buNone/>
            </a:pPr>
            <a:fld id="{6B90D77E-19EF-7548-B485-CDE32D085A88}" type="slidenum">
              <a:rPr lang="zh-CN" altLang="en-US" sz="1400">
                <a:latin typeface="Times New Roman" panose="02020603050405020304" pitchFamily="18" charset="0"/>
                <a:ea typeface="宋体" pitchFamily="2" charset="-122"/>
              </a:rPr>
              <a:t>38</a:t>
            </a:fld>
            <a:endParaRPr lang="en-US" altLang="zh-CN" sz="1400">
              <a:latin typeface="Times New Roman" panose="02020603050405020304" pitchFamily="18" charset="0"/>
              <a:ea typeface="宋体" pitchFamily="2" charset="-122"/>
            </a:endParaRPr>
          </a:p>
        </p:txBody>
      </p:sp>
      <p:sp>
        <p:nvSpPr>
          <p:cNvPr id="216" name="Rectangle 2"/>
          <p:cNvSpPr>
            <a:spLocks noGrp="true" noChangeArrowheads="true"/>
          </p:cNvSpPr>
          <p:nvPr>
            <p:ph type="title"/>
          </p:nvPr>
        </p:nvSpPr>
        <p:spPr/>
        <p:txBody>
          <a:bodyPr/>
          <a:lstStyle/>
          <a:p>
            <a:pPr/>
            <a:r>
              <a:rPr lang="en-US" altLang="zh-CN">
                <a:ea typeface="宋体" pitchFamily="2" charset="-122"/>
              </a:rPr>
              <a:t>Receiving a Signal</a:t>
            </a:r>
            <a:endParaRPr/>
          </a:p>
        </p:txBody>
      </p:sp>
      <p:sp>
        <p:nvSpPr>
          <p:cNvPr id="217" name="Rectangle 3"/>
          <p:cNvSpPr>
            <a:spLocks noGrp="true" noChangeArrowheads="true"/>
          </p:cNvSpPr>
          <p:nvPr>
            <p:ph type="body" idx="1"/>
          </p:nvPr>
        </p:nvSpPr>
        <p:spPr>
          <a:xfrm>
            <a:off x="457200" y="1600200"/>
            <a:ext cx="8077200" cy="4419600"/>
          </a:xfrm>
        </p:spPr>
        <p:txBody>
          <a:bodyPr/>
          <a:lstStyle/>
          <a:p>
            <a:pPr>
              <a:lnSpc>
                <a:spcPct val="120000"/>
              </a:lnSpc>
            </a:pPr>
            <a:r>
              <a:rPr lang="en-US" altLang="zh-CN">
                <a:ea typeface="宋体" pitchFamily="2" charset="-122"/>
              </a:rPr>
              <a:t>SIGKILL</a:t>
            </a:r>
            <a:endParaRPr/>
          </a:p>
          <a:p>
            <a:pPr lvl="1">
              <a:lnSpc>
                <a:spcPct val="120000"/>
              </a:lnSpc>
            </a:pPr>
            <a:r>
              <a:rPr lang="en-US" altLang="zh-CN">
                <a:ea typeface="宋体" pitchFamily="2" charset="-122"/>
              </a:rPr>
              <a:t>The default action is to terminate the receiving process</a:t>
            </a:r>
            <a:endParaRPr/>
          </a:p>
          <a:p>
            <a:pPr>
              <a:lnSpc>
                <a:spcPct val="120000"/>
              </a:lnSpc>
            </a:pPr>
            <a:r>
              <a:rPr lang="en-US" altLang="zh-CN">
                <a:ea typeface="宋体" pitchFamily="2" charset="-122"/>
              </a:rPr>
              <a:t>SIGCHLD</a:t>
            </a:r>
            <a:endParaRPr/>
          </a:p>
          <a:p>
            <a:pPr lvl="1">
              <a:lnSpc>
                <a:spcPct val="120000"/>
              </a:lnSpc>
            </a:pPr>
            <a:r>
              <a:rPr lang="en-US" altLang="zh-CN">
                <a:ea typeface="宋体" pitchFamily="2" charset="-122"/>
              </a:rPr>
              <a:t>The default action is to ignore the signal. </a:t>
            </a:r>
            <a:endParaRPr/>
          </a:p>
          <a:p>
            <a:pPr lvl="1">
              <a:lnSpc>
                <a:spcPct val="120000"/>
              </a:lnSpc>
            </a:pPr>
            <a:r>
              <a:rPr lang="zh-CN" altLang="en-US">
                <a:ea typeface="宋体" pitchFamily="2" charset="-122"/>
              </a:rPr>
              <a:t>如果父进程调用</a:t>
            </a:r>
            <a:r>
              <a:rPr lang="en-US" altLang="zh-CN">
                <a:ea typeface="宋体" pitchFamily="2" charset="-122"/>
              </a:rPr>
              <a:t>wait()</a:t>
            </a:r>
            <a:r>
              <a:rPr lang="zh-CN" altLang="en-US">
                <a:ea typeface="宋体" pitchFamily="2" charset="-122"/>
              </a:rPr>
              <a:t>，则会监听和处理这个信号</a:t>
            </a:r>
            <a:endParaRPr lang="en-US" altLang="zh-CN">
              <a:ea typeface="宋体" pitchFamily="2" charset="-122"/>
            </a:endParaRPr>
          </a:p>
          <a:p>
            <a:pPr lvl="1">
              <a:lnSpc>
                <a:spcPct val="120000"/>
              </a:lnSpc>
            </a:pPr>
            <a:endParaRPr lang="en-US" altLang="zh-CN">
              <a:ea typeface="宋体" pitchFamily="2" charset="-122"/>
            </a:endParaRP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p="http://schemas.openxmlformats.org/presentationml/2006/main">
  <p:cSld>
    <p:spTree>
      <p:nvGrpSpPr>
        <p:cNvPr id="218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9" name="灯片编号占位符 5"/>
          <p:cNvSpPr>
            <a:spLocks noGrp="true"/>
          </p:cNvSpPr>
          <p:nvPr>
            <p:ph type="sldNum" sz="quarter" idx="12"/>
          </p:nvPr>
        </p:nvSpPr>
        <p:spPr>
          <a:noFill/>
          <a:extLst>
            <a:ext uri="{909E8E84-426E-40DD-AFC4-6F175D3DCCD1}"/>
            <a:ext uri="{91240B29-F687-4F45-9708-019B960494DF}"/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Comic Sans MS" panose="030F070203030202020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Comic Sans MS" panose="030F070203030202020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anose="030F070203030202020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Comic Sans MS" panose="030F070203030202020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Comic Sans MS" panose="030F0702030302020204" charset="0"/>
              </a:defRPr>
            </a:lvl5pPr>
            <a:lvl6pPr marL="2514600" indent="-228600" eaLnBrk="false" fontAlgn="base" hangingPunct="false">
              <a:spcBef>
                <a:spcPct val="20000"/>
              </a:spcBef>
              <a:spcAft>
                <a:spcPct val="1"/>
              </a:spcAft>
              <a:buChar char="»"/>
              <a:defRPr sz="2000">
                <a:solidFill>
                  <a:schemeClr val="tx1"/>
                </a:solidFill>
                <a:latin typeface="Comic Sans MS" panose="030F0702030302020204" charset="0"/>
              </a:defRPr>
            </a:lvl6pPr>
            <a:lvl7pPr marL="2971800" indent="-228600" eaLnBrk="false" fontAlgn="base" hangingPunct="false">
              <a:spcBef>
                <a:spcPct val="20000"/>
              </a:spcBef>
              <a:spcAft>
                <a:spcPct val="1"/>
              </a:spcAft>
              <a:buChar char="»"/>
              <a:defRPr sz="2000">
                <a:solidFill>
                  <a:schemeClr val="tx1"/>
                </a:solidFill>
                <a:latin typeface="Comic Sans MS" panose="030F0702030302020204" charset="0"/>
              </a:defRPr>
            </a:lvl7pPr>
            <a:lvl8pPr marL="3429000" indent="-228600" eaLnBrk="false" fontAlgn="base" hangingPunct="false">
              <a:spcBef>
                <a:spcPct val="20000"/>
              </a:spcBef>
              <a:spcAft>
                <a:spcPct val="1"/>
              </a:spcAft>
              <a:buChar char="»"/>
              <a:defRPr sz="2000">
                <a:solidFill>
                  <a:schemeClr val="tx1"/>
                </a:solidFill>
                <a:latin typeface="Comic Sans MS" panose="030F0702030302020204" charset="0"/>
              </a:defRPr>
            </a:lvl8pPr>
            <a:lvl9pPr marL="3886200" indent="-228600" eaLnBrk="false" fontAlgn="base" hangingPunct="false">
              <a:spcBef>
                <a:spcPct val="20000"/>
              </a:spcBef>
              <a:spcAft>
                <a:spcPct val="1"/>
              </a:spcAft>
              <a:buChar char="»"/>
              <a:defRPr sz="2000">
                <a:solidFill>
                  <a:schemeClr val="tx1"/>
                </a:solidFill>
                <a:latin typeface="Comic Sans MS" panose="030F0702030302020204" charset="0"/>
              </a:defRPr>
            </a:lvl9pPr>
          </a:lstStyle>
          <a:p>
            <a:pPr>
              <a:spcBef>
                <a:spcPct val="1"/>
              </a:spcBef>
              <a:buFontTx/>
              <a:buNone/>
            </a:pPr>
            <a:fld id="{CF4617DC-1803-884F-862D-2052E6F58934}" type="slidenum">
              <a:rPr lang="zh-CN" altLang="en-US" sz="1400">
                <a:latin typeface="Times New Roman" panose="02020603050405020304" pitchFamily="18" charset="0"/>
                <a:ea typeface="宋体" pitchFamily="2" charset="-122"/>
              </a:rPr>
              <a:t>39</a:t>
            </a:fld>
            <a:endParaRPr lang="en-US" altLang="zh-CN" sz="1400">
              <a:latin typeface="Times New Roman" panose="02020603050405020304" pitchFamily="18" charset="0"/>
              <a:ea typeface="宋体" pitchFamily="2" charset="-122"/>
            </a:endParaRPr>
          </a:p>
        </p:txBody>
      </p:sp>
      <p:sp>
        <p:nvSpPr>
          <p:cNvPr id="220" name="Rectangle 2"/>
          <p:cNvSpPr>
            <a:spLocks noGrp="true" noChangeArrowheads="true"/>
          </p:cNvSpPr>
          <p:nvPr>
            <p:ph type="title"/>
          </p:nvPr>
        </p:nvSpPr>
        <p:spPr/>
        <p:txBody>
          <a:bodyPr/>
          <a:lstStyle/>
          <a:p>
            <a:pPr/>
            <a:r>
              <a:rPr lang="en-US" altLang="zh-CN">
                <a:ea typeface="宋体" pitchFamily="2" charset="-122"/>
              </a:rPr>
              <a:t>Receiving a Signal</a:t>
            </a:r>
            <a:endParaRPr/>
          </a:p>
        </p:txBody>
      </p:sp>
      <p:sp>
        <p:nvSpPr>
          <p:cNvPr id="221" name="Rectangle 3"/>
          <p:cNvSpPr>
            <a:spLocks noGrp="true" noChangeArrowheads="true"/>
          </p:cNvSpPr>
          <p:nvPr>
            <p:ph type="body" idx="1"/>
          </p:nvPr>
        </p:nvSpPr>
        <p:spPr>
          <a:xfrm>
            <a:off x="457200" y="1600200"/>
            <a:ext cx="8077200" cy="4419600"/>
          </a:xfrm>
        </p:spPr>
        <p:txBody>
          <a:bodyPr/>
          <a:lstStyle/>
          <a:p>
            <a:pPr>
              <a:lnSpc>
                <a:spcPct val="140000"/>
              </a:lnSpc>
              <a:defRPr/>
            </a:pPr>
            <a:r>
              <a:rPr lang="en-US" altLang="zh-CN" dirty="false">
                <a:ea typeface="宋体" pitchFamily="2" charset="-122"/>
              </a:rPr>
              <a:t>A process can modify the default action associated with a signal </a:t>
            </a:r>
            <a:endParaRPr/>
          </a:p>
          <a:p>
            <a:pPr lvl="1">
              <a:lnSpc>
                <a:spcPct val="140000"/>
              </a:lnSpc>
              <a:defRPr/>
            </a:pPr>
            <a:r>
              <a:rPr lang="en-US" altLang="zh-CN" dirty="false">
                <a:ea typeface="宋体" pitchFamily="2" charset="-122"/>
              </a:rPr>
              <a:t>by using the </a:t>
            </a:r>
            <a:r>
              <a:rPr lang="en-US" altLang="zh-CN" sz="2800" b="true" dirty="false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urier New" panose="02070309020205020404" charset="0"/>
                <a:ea typeface="宋体" pitchFamily="2" charset="-122"/>
                <a:cs typeface="Courier New" panose="02070309020205020404" charset="0"/>
              </a:rPr>
              <a:t>signal</a:t>
            </a:r>
            <a:r>
              <a:rPr lang="en-US" altLang="zh-CN" sz="2800" dirty="false">
                <a:latin typeface="Courier" charset="0"/>
                <a:ea typeface="宋体" pitchFamily="2" charset="-122"/>
              </a:rPr>
              <a:t> </a:t>
            </a:r>
            <a:r>
              <a:rPr lang="en-US" altLang="zh-CN" dirty="false">
                <a:ea typeface="宋体" pitchFamily="2" charset="-122"/>
              </a:rPr>
              <a:t>function</a:t>
            </a:r>
            <a:endParaRPr/>
          </a:p>
          <a:p>
            <a:pPr lvl="1">
              <a:lnSpc>
                <a:spcPct val="140000"/>
              </a:lnSpc>
              <a:defRPr/>
            </a:pPr>
            <a:r>
              <a:rPr lang="en-US" altLang="zh-CN" dirty="false">
                <a:ea typeface="宋体" pitchFamily="2" charset="-122"/>
              </a:rPr>
              <a:t>The only exceptions are </a:t>
            </a:r>
            <a:r>
              <a:rPr lang="en-US" altLang="zh-CN" dirty="false">
                <a:solidFill>
                  <a:srgbClr val="FF0000"/>
                </a:solidFill>
                <a:ea typeface="宋体" pitchFamily="2" charset="-122"/>
              </a:rPr>
              <a:t>SIGSTOP</a:t>
            </a:r>
            <a:r>
              <a:rPr lang="en-US" altLang="zh-CN" dirty="false">
                <a:ea typeface="宋体" pitchFamily="2" charset="-122"/>
              </a:rPr>
              <a:t> and </a:t>
            </a:r>
            <a:r>
              <a:rPr lang="en-US" altLang="zh-CN" dirty="false">
                <a:solidFill>
                  <a:srgbClr val="FF0000"/>
                </a:solidFill>
                <a:ea typeface="宋体" pitchFamily="2" charset="-122"/>
              </a:rPr>
              <a:t>SIGKILL</a:t>
            </a:r>
            <a:r>
              <a:rPr lang="en-US" altLang="zh-CN" dirty="false">
                <a:ea typeface="宋体" pitchFamily="2" charset="-122"/>
              </a:rPr>
              <a:t>, whose default actions </a:t>
            </a:r>
            <a:r>
              <a:rPr lang="en-US" altLang="zh-CN" dirty="false">
                <a:solidFill>
                  <a:srgbClr val="FF0000"/>
                </a:solidFill>
                <a:ea typeface="宋体" pitchFamily="2" charset="-122"/>
              </a:rPr>
              <a:t>cannot</a:t>
            </a:r>
            <a:r>
              <a:rPr lang="en-US" altLang="zh-CN" dirty="false">
                <a:ea typeface="宋体" pitchFamily="2" charset="-122"/>
              </a:rPr>
              <a:t> be changed.</a:t>
            </a:r>
            <a:endParaRPr lang="zh-CN" altLang="en-US" dirty="false">
              <a:ea typeface="宋体" pitchFamily="2" charset="-122"/>
            </a:endParaRPr>
          </a:p>
        </p:txBody>
      </p:sp>
    </p:spTree>
  </p:cSld>
  <p:clrMapOvr>
    <a:masterClrMapping/>
  </p:clrMapOvr>
</p:sld>
</file>

<file path=ppt/slides/slide40.xml><?xml version="1.0" encoding="utf-8"?>
<p:sld xmlns:p="http://schemas.openxmlformats.org/presentationml/2006/main" xmlns:a16="http://schemas.microsoft.com/office/drawing/2014/main" xmlns:a="http://schemas.openxmlformats.org/drawingml/2006/main" xmlns:mc="http://schemas.openxmlformats.org/markup-compatibility/2006" mc:Ignorable="a16">
  <p:cSld>
    <p:spTree>
      <p:nvGrpSpPr>
        <p:cNvPr id="226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7" name="灯片编号占位符 5"/>
          <p:cNvSpPr>
            <a:spLocks noGrp="true"/>
          </p:cNvSpPr>
          <p:nvPr>
            <p:ph type="sldNum" sz="quarter" idx="12"/>
          </p:nvPr>
        </p:nvSpPr>
        <p:spPr>
          <a:noFill/>
          <a:extLst>
            <a:ext uri="{909E8E84-426E-40DD-AFC4-6F175D3DCCD1}"/>
            <a:ext uri="{91240B29-F687-4F45-9708-019B960494DF}"/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Comic Sans MS" panose="030F070203030202020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Comic Sans MS" panose="030F070203030202020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anose="030F070203030202020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Comic Sans MS" panose="030F070203030202020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Comic Sans MS" panose="030F0702030302020204" charset="0"/>
              </a:defRPr>
            </a:lvl5pPr>
            <a:lvl6pPr marL="2514600" indent="-228600" eaLnBrk="false" fontAlgn="base" hangingPunct="false">
              <a:spcBef>
                <a:spcPct val="20000"/>
              </a:spcBef>
              <a:spcAft>
                <a:spcPct val="1"/>
              </a:spcAft>
              <a:buChar char="»"/>
              <a:defRPr sz="2000">
                <a:solidFill>
                  <a:schemeClr val="tx1"/>
                </a:solidFill>
                <a:latin typeface="Comic Sans MS" panose="030F0702030302020204" charset="0"/>
              </a:defRPr>
            </a:lvl6pPr>
            <a:lvl7pPr marL="2971800" indent="-228600" eaLnBrk="false" fontAlgn="base" hangingPunct="false">
              <a:spcBef>
                <a:spcPct val="20000"/>
              </a:spcBef>
              <a:spcAft>
                <a:spcPct val="1"/>
              </a:spcAft>
              <a:buChar char="»"/>
              <a:defRPr sz="2000">
                <a:solidFill>
                  <a:schemeClr val="tx1"/>
                </a:solidFill>
                <a:latin typeface="Comic Sans MS" panose="030F0702030302020204" charset="0"/>
              </a:defRPr>
            </a:lvl7pPr>
            <a:lvl8pPr marL="3429000" indent="-228600" eaLnBrk="false" fontAlgn="base" hangingPunct="false">
              <a:spcBef>
                <a:spcPct val="20000"/>
              </a:spcBef>
              <a:spcAft>
                <a:spcPct val="1"/>
              </a:spcAft>
              <a:buChar char="»"/>
              <a:defRPr sz="2000">
                <a:solidFill>
                  <a:schemeClr val="tx1"/>
                </a:solidFill>
                <a:latin typeface="Comic Sans MS" panose="030F0702030302020204" charset="0"/>
              </a:defRPr>
            </a:lvl8pPr>
            <a:lvl9pPr marL="3886200" indent="-228600" eaLnBrk="false" fontAlgn="base" hangingPunct="false">
              <a:spcBef>
                <a:spcPct val="20000"/>
              </a:spcBef>
              <a:spcAft>
                <a:spcPct val="1"/>
              </a:spcAft>
              <a:buChar char="»"/>
              <a:defRPr sz="2000">
                <a:solidFill>
                  <a:schemeClr val="tx1"/>
                </a:solidFill>
                <a:latin typeface="Comic Sans MS" panose="030F0702030302020204" charset="0"/>
              </a:defRPr>
            </a:lvl9pPr>
          </a:lstStyle>
          <a:p>
            <a:pPr>
              <a:spcBef>
                <a:spcPct val="1"/>
              </a:spcBef>
              <a:buFontTx/>
              <a:buNone/>
            </a:pPr>
            <a:fld id="{A95604B3-7CB6-3347-862B-E4943FBC206D}" type="slidenum">
              <a:rPr lang="zh-CN" altLang="en-US" sz="1400">
                <a:latin typeface="Times New Roman" panose="02020603050405020304" pitchFamily="18" charset="0"/>
                <a:ea typeface="宋体" pitchFamily="2" charset="-122"/>
              </a:rPr>
              <a:t>40</a:t>
            </a:fld>
            <a:endParaRPr lang="en-US" altLang="zh-CN" sz="1400">
              <a:latin typeface="Times New Roman" panose="02020603050405020304" pitchFamily="18" charset="0"/>
              <a:ea typeface="宋体" pitchFamily="2" charset="-122"/>
            </a:endParaRPr>
          </a:p>
        </p:txBody>
      </p:sp>
      <p:sp>
        <p:nvSpPr>
          <p:cNvPr id="228" name="Rectangle 2"/>
          <p:cNvSpPr>
            <a:spLocks noGrp="true" noChangeArrowheads="true"/>
          </p:cNvSpPr>
          <p:nvPr>
            <p:ph type="title"/>
          </p:nvPr>
        </p:nvSpPr>
        <p:spPr>
          <a:xfrm>
            <a:off x="533400" y="533400"/>
            <a:ext cx="8001000" cy="685800"/>
          </a:xfrm>
        </p:spPr>
        <p:txBody>
          <a:bodyPr/>
          <a:lstStyle/>
          <a:p>
            <a:pPr/>
            <a:r>
              <a:rPr lang="en-US" altLang="zh-CN">
                <a:ea typeface="宋体" pitchFamily="2" charset="-122"/>
              </a:rPr>
              <a:t>Signal Function</a:t>
            </a:r>
            <a:endParaRPr/>
          </a:p>
        </p:txBody>
      </p:sp>
      <p:sp>
        <p:nvSpPr>
          <p:cNvPr id="229" name="Rectangle 3"/>
          <p:cNvSpPr>
            <a:spLocks noGrp="true" noChangeArrowheads="true"/>
          </p:cNvSpPr>
          <p:nvPr>
            <p:ph type="body" idx="1"/>
          </p:nvPr>
        </p:nvSpPr>
        <p:spPr>
          <a:xfrm>
            <a:off x="457200" y="3657600"/>
            <a:ext cx="8229600" cy="2590800"/>
          </a:xfrm>
        </p:spPr>
        <p:txBody>
          <a:bodyPr/>
          <a:lstStyle/>
          <a:p>
            <a:pPr>
              <a:buChar char="•"/>
              <a:defRPr sz="2800">
                <a:solidFill>
                  <a:schemeClr val="tx1">
                    <a:alpha val="100000"/>
                  </a:schemeClr>
                </a:solidFill>
                <a:latin typeface="Comic Sans MS"/>
                <a:ea typeface="Comic Sans MS"/>
                <a:cs typeface="+mn-cs"/>
              </a:defRPr>
            </a:pPr>
            <a:r>
              <a:rPr lang="en-US" sz="2400">
                <a:latin typeface="Comic Sans MS"/>
                <a:ea typeface="宋体"/>
                <a:cs typeface="+mn-cs"/>
              </a:rPr>
              <a:t>typedef</a:t>
            </a:r>
            <a:r>
              <a:rPr lang="zh-CN" sz="2400">
                <a:latin typeface="Comic Sans MS"/>
                <a:ea typeface="宋体"/>
                <a:cs typeface="+mn-cs"/>
              </a:rPr>
              <a:t>作用是定义一种函数指针类型</a:t>
            </a:r>
            <a:r>
              <a:rPr lang="en-US" sz="2400">
                <a:latin typeface="Comic Sans MS"/>
                <a:ea typeface="宋体"/>
                <a:cs typeface="+mn-cs"/>
              </a:rPr>
              <a:t>signalhandler_t</a:t>
            </a:r>
            <a:endParaRPr lang="en-US" sz="2400">
              <a:latin typeface="Comic Sans MS"/>
              <a:ea typeface="宋体"/>
              <a:cs typeface="+mn-cs"/>
            </a:endParaRPr>
          </a:p>
          <a:p>
            <a:pPr>
              <a:buChar char="•"/>
              <a:defRPr sz="2800">
                <a:solidFill>
                  <a:schemeClr val="tx1">
                    <a:alpha val="100000"/>
                  </a:schemeClr>
                </a:solidFill>
                <a:latin typeface="Comic Sans MS"/>
                <a:ea typeface="Comic Sans MS"/>
                <a:cs typeface="+mn-cs"/>
              </a:defRPr>
            </a:pPr>
            <a:r>
              <a:rPr lang="en-US" sz="2400">
                <a:latin typeface="Comic Sans MS"/>
                <a:ea typeface="宋体"/>
                <a:cs typeface="+mn-cs"/>
              </a:rPr>
              <a:t>Three ways to change default actions:</a:t>
            </a:r>
            <a:endParaRPr/>
          </a:p>
          <a:p>
            <a:pPr lvl="1">
              <a:buChar char="–"/>
              <a:defRPr sz="2400">
                <a:solidFill>
                  <a:schemeClr val="tx1">
                    <a:alpha val="100000"/>
                  </a:schemeClr>
                </a:solidFill>
                <a:latin typeface="Comic Sans MS"/>
              </a:defRPr>
            </a:pPr>
            <a:r>
              <a:rPr lang="en-US" sz="2000">
                <a:latin typeface="Comic Sans MS"/>
                <a:ea typeface="宋体"/>
              </a:rPr>
              <a:t>If </a:t>
            </a:r>
            <a:r>
              <a:rPr lang="en-US" sz="2000" b="true">
                <a:effectLst>
                  <a:outerShdw blurRad="38100" dist="38100" dir="2700000" sx="100000" sy="100000" algn="tl">
                    <a:srgbClr val="000000">
                      <a:alpha val="43137"/>
                    </a:srgbClr>
                  </a:outerShdw>
                </a:effectLst>
                <a:latin typeface="Courier New"/>
                <a:ea typeface="宋体"/>
                <a:cs typeface="Courier New"/>
              </a:rPr>
              <a:t>handler</a:t>
            </a:r>
            <a:r>
              <a:rPr lang="en-US" sz="2000">
                <a:effectLst>
                  <a:outerShdw blurRad="38100" dist="38100" dir="2700000" sx="100000" sy="100000" algn="tl">
                    <a:srgbClr val="000000">
                      <a:alpha val="43137"/>
                    </a:srgbClr>
                  </a:outerShdw>
                </a:effectLst>
                <a:latin typeface="Courier"/>
                <a:ea typeface="宋体"/>
              </a:rPr>
              <a:t> </a:t>
            </a:r>
            <a:r>
              <a:rPr lang="en-US" sz="2000">
                <a:latin typeface="Comic Sans MS"/>
                <a:ea typeface="宋体"/>
              </a:rPr>
              <a:t>is </a:t>
            </a:r>
            <a:r>
              <a:rPr lang="en-US" sz="2000">
                <a:solidFill>
                  <a:srgbClr val="FF0000">
                    <a:alpha val="100000"/>
                  </a:srgbClr>
                </a:solidFill>
                <a:latin typeface="Comic Sans MS"/>
                <a:ea typeface="宋体"/>
              </a:rPr>
              <a:t>SIG_IGN</a:t>
            </a:r>
            <a:r>
              <a:rPr lang="en-US" sz="2000">
                <a:latin typeface="Comic Sans MS"/>
                <a:ea typeface="宋体"/>
              </a:rPr>
              <a:t>, then signals of type </a:t>
            </a:r>
            <a:r>
              <a:rPr lang="en-US" sz="2000" b="true">
                <a:effectLst>
                  <a:outerShdw blurRad="38100" dist="38100" dir="2700000" sx="100000" sy="100000" algn="tl">
                    <a:srgbClr val="000000">
                      <a:alpha val="43137"/>
                    </a:srgbClr>
                  </a:outerShdw>
                </a:effectLst>
                <a:latin typeface="Courier New"/>
                <a:ea typeface="宋体"/>
                <a:cs typeface="Courier New"/>
              </a:rPr>
              <a:t>signum</a:t>
            </a:r>
            <a:r>
              <a:rPr lang="en-US" sz="2000" i="true">
                <a:latin typeface="Courier"/>
                <a:ea typeface="宋体"/>
              </a:rPr>
              <a:t> </a:t>
            </a:r>
            <a:r>
              <a:rPr lang="en-US" sz="2000">
                <a:latin typeface="Comic Sans MS"/>
                <a:ea typeface="宋体"/>
              </a:rPr>
              <a:t>are </a:t>
            </a:r>
            <a:r>
              <a:rPr lang="en-US" sz="2000">
                <a:solidFill>
                  <a:srgbClr val="FF0000">
                    <a:alpha val="100000"/>
                  </a:srgbClr>
                </a:solidFill>
                <a:latin typeface="Comic Sans MS"/>
                <a:ea typeface="宋体"/>
              </a:rPr>
              <a:t>ignored</a:t>
            </a:r>
            <a:endParaRPr/>
          </a:p>
          <a:p>
            <a:pPr lvl="1">
              <a:buChar char="–"/>
              <a:defRPr sz="2400">
                <a:solidFill>
                  <a:schemeClr val="tx1">
                    <a:alpha val="100000"/>
                  </a:schemeClr>
                </a:solidFill>
                <a:latin typeface="Comic Sans MS"/>
              </a:defRPr>
            </a:pPr>
            <a:r>
              <a:rPr lang="en-US" sz="2000">
                <a:latin typeface="Comic Sans MS"/>
                <a:ea typeface="宋体"/>
              </a:rPr>
              <a:t>If </a:t>
            </a:r>
            <a:r>
              <a:rPr lang="en-US" sz="2000" b="true">
                <a:effectLst>
                  <a:outerShdw blurRad="38100" dist="38100" dir="2700000" sx="100000" sy="100000" algn="tl">
                    <a:srgbClr val="000000">
                      <a:alpha val="43137"/>
                    </a:srgbClr>
                  </a:outerShdw>
                </a:effectLst>
                <a:latin typeface="Courier New"/>
                <a:ea typeface="宋体"/>
                <a:cs typeface="Courier New"/>
              </a:rPr>
              <a:t>handler</a:t>
            </a:r>
            <a:r>
              <a:rPr lang="en-US" sz="2000">
                <a:latin typeface="Courier"/>
                <a:ea typeface="宋体"/>
              </a:rPr>
              <a:t> </a:t>
            </a:r>
            <a:r>
              <a:rPr lang="en-US" sz="2000">
                <a:latin typeface="Comic Sans MS"/>
                <a:ea typeface="宋体"/>
              </a:rPr>
              <a:t>is </a:t>
            </a:r>
            <a:r>
              <a:rPr lang="en-US" sz="2000">
                <a:solidFill>
                  <a:srgbClr val="FF0000">
                    <a:alpha val="100000"/>
                  </a:srgbClr>
                </a:solidFill>
                <a:latin typeface="Comic Sans MS"/>
                <a:ea typeface="宋体"/>
              </a:rPr>
              <a:t>SIG_DFL</a:t>
            </a:r>
            <a:r>
              <a:rPr lang="en-US" sz="2000">
                <a:latin typeface="Comic Sans MS"/>
                <a:ea typeface="宋体"/>
              </a:rPr>
              <a:t>, then the action for signals of type </a:t>
            </a:r>
            <a:r>
              <a:rPr lang="en-US" sz="2000" b="true">
                <a:effectLst>
                  <a:outerShdw blurRad="38100" dist="38100" dir="2700000" sx="100000" sy="100000" algn="tl">
                    <a:srgbClr val="000000">
                      <a:alpha val="43137"/>
                    </a:srgbClr>
                  </a:outerShdw>
                </a:effectLst>
                <a:latin typeface="Courier New"/>
                <a:ea typeface="宋体"/>
                <a:cs typeface="Courier New"/>
              </a:rPr>
              <a:t>signum</a:t>
            </a:r>
            <a:r>
              <a:rPr lang="en-US" sz="2000">
                <a:latin typeface="Courier"/>
                <a:ea typeface="宋体"/>
              </a:rPr>
              <a:t> </a:t>
            </a:r>
            <a:r>
              <a:rPr lang="en-US" sz="2000">
                <a:latin typeface="Comic Sans MS"/>
                <a:ea typeface="宋体"/>
              </a:rPr>
              <a:t>reverts to the </a:t>
            </a:r>
            <a:r>
              <a:rPr lang="en-US" sz="2000">
                <a:solidFill>
                  <a:srgbClr val="FF0000">
                    <a:alpha val="100000"/>
                  </a:srgbClr>
                </a:solidFill>
                <a:latin typeface="Comic Sans MS"/>
                <a:ea typeface="宋体"/>
              </a:rPr>
              <a:t>default</a:t>
            </a:r>
            <a:r>
              <a:rPr lang="en-US" sz="2000">
                <a:latin typeface="Comic Sans MS"/>
                <a:ea typeface="宋体"/>
              </a:rPr>
              <a:t> action</a:t>
            </a:r>
            <a:endParaRPr/>
          </a:p>
          <a:p>
            <a:pPr lvl="1">
              <a:buChar char="–"/>
              <a:defRPr sz="2400">
                <a:solidFill>
                  <a:schemeClr val="tx1">
                    <a:alpha val="100000"/>
                  </a:schemeClr>
                </a:solidFill>
                <a:latin typeface="Comic Sans MS"/>
              </a:defRPr>
            </a:pPr>
            <a:r>
              <a:rPr lang="en-US" sz="2000">
                <a:latin typeface="Comic Sans MS"/>
                <a:ea typeface="宋体"/>
              </a:rPr>
              <a:t>Otherwise, change action to </a:t>
            </a:r>
            <a:r>
              <a:rPr lang="en-US" sz="2000" b="true">
                <a:effectLst>
                  <a:outerShdw blurRad="38100" dist="38100" dir="2700000" sx="100000" sy="100000" algn="tl">
                    <a:srgbClr val="000000">
                      <a:alpha val="43137"/>
                    </a:srgbClr>
                  </a:outerShdw>
                </a:effectLst>
                <a:latin typeface="Courier New"/>
                <a:ea typeface="宋体"/>
                <a:cs typeface="Courier New"/>
              </a:rPr>
              <a:t>handler</a:t>
            </a:r>
            <a:r>
              <a:rPr lang="en-US" sz="2000">
                <a:latin typeface="Comic Sans MS"/>
                <a:ea typeface="宋体"/>
              </a:rPr>
              <a:t> (called signal handler)</a:t>
            </a:r>
            <a:endParaRPr lang="zh-CN" sz="2000">
              <a:latin typeface="Comic Sans MS"/>
              <a:ea typeface="宋体"/>
            </a:endParaRPr>
          </a:p>
        </p:txBody>
      </p:sp>
      <p:graphicFrame>
        <p:nvGraphicFramePr>
          <p:cNvPr id="230" name="Group 4"/>
          <p:cNvGraphicFramePr/>
          <p:nvPr/>
        </p:nvGraphicFramePr>
        <p:xfrm>
          <a:off x="533400" y="1524000"/>
          <a:ext cx="8001000" cy="2109788"/>
        </p:xfrm>
        <a:graphic>
          <a:graphicData uri="http://schemas.openxmlformats.org/drawingml/2006/table">
            <a:tbl>
              <a:tblPr/>
              <a:tblGrid>
                <a:gridCol w="8001000">
                  <a:extLst>
                    <a:ext uri="{9D8B030D-6E8A-4147-A177-3AD203B41FA5}">
                      <a16:colId val="1"/>
                    </a:ext>
                  </a:extLst>
                </a:gridCol>
              </a:tblGrid>
              <a:tr h="2109788">
                <a:tc>
                  <a:txBody>
                    <a:bodyPr/>
                    <a:lstStyle/>
                    <a:p>
                      <a:pPr marL="0" lvl="0" indent="0" algn="l" defTabSz="91440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1"/>
                        </a:spcAft>
                        <a:buClrTx/>
                        <a:buSzTx/>
                        <a:buFontTx/>
                        <a:buNone/>
                      </a:pPr>
                      <a:r>
                        <a:rPr lang="zh-CN" sz="2000" b="true" i="false" u="none" strike="noStrike">
                          <a:ln>
                            <a:noFill/>
                          </a:ln>
                          <a:solidFill>
                            <a:schemeClr val="tx1">
                              <a:alpha val="100000"/>
                            </a:schemeClr>
                          </a:solidFill>
                          <a:effectLst/>
                          <a:latin typeface="Courier New"/>
                          <a:ea typeface="宋体"/>
                          <a:cs typeface="Courier New"/>
                        </a:rPr>
                        <a:t>#</a:t>
                      </a:r>
                      <a:r>
                        <a:rPr lang="en-US" sz="2000" b="true" i="false" u="none" strike="noStrike">
                          <a:ln>
                            <a:noFill/>
                          </a:ln>
                          <a:solidFill>
                            <a:schemeClr val="tx1">
                              <a:alpha val="100000"/>
                            </a:schemeClr>
                          </a:solidFill>
                          <a:effectLst/>
                          <a:latin typeface="Courier New"/>
                          <a:ea typeface="宋体"/>
                          <a:cs typeface="Courier New"/>
                        </a:rPr>
                        <a:t>include &lt;</a:t>
                      </a:r>
                      <a:r>
                        <a:rPr lang="en-US" sz="2000" b="true" i="false" u="none" strike="noStrike">
                          <a:ln>
                            <a:noFill/>
                          </a:ln>
                          <a:solidFill>
                            <a:schemeClr val="tx1">
                              <a:alpha val="100000"/>
                            </a:schemeClr>
                          </a:solidFill>
                          <a:effectLst/>
                          <a:latin typeface="Courier New"/>
                          <a:ea typeface="宋体"/>
                          <a:cs typeface="Courier New"/>
                        </a:rPr>
                        <a:t>signal.h</a:t>
                      </a:r>
                      <a:r>
                        <a:rPr lang="en-US" sz="2000" b="true" i="false" u="none" strike="noStrike">
                          <a:ln>
                            <a:noFill/>
                          </a:ln>
                          <a:solidFill>
                            <a:schemeClr val="tx1">
                              <a:alpha val="100000"/>
                            </a:schemeClr>
                          </a:solidFill>
                          <a:effectLst/>
                          <a:latin typeface="Courier New"/>
                          <a:ea typeface="宋体"/>
                          <a:cs typeface="Courier New"/>
                        </a:rPr>
                        <a:t>&gt;</a:t>
                      </a:r>
                      <a:endParaRPr/>
                    </a:p>
                    <a:p>
                      <a:pPr marL="0" lvl="0" indent="0" algn="l" defTabSz="91440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1"/>
                        </a:spcAft>
                        <a:buClrTx/>
                        <a:buSzTx/>
                        <a:buFontTx/>
                        <a:buNone/>
                      </a:pPr>
                      <a:r>
                        <a:rPr lang="en-US" sz="2000" b="true" i="false" u="none" strike="noStrike">
                          <a:ln>
                            <a:noFill/>
                          </a:ln>
                          <a:solidFill>
                            <a:schemeClr val="tx1">
                              <a:alpha val="100000"/>
                            </a:schemeClr>
                          </a:solidFill>
                          <a:effectLst/>
                          <a:latin typeface="Courier New"/>
                          <a:ea typeface="宋体"/>
                          <a:cs typeface="Courier New"/>
                        </a:rPr>
                        <a:t>typedef</a:t>
                      </a:r>
                      <a:r>
                        <a:rPr lang="en-US" sz="2000" b="true" i="false" u="none" strike="noStrike">
                          <a:ln>
                            <a:noFill/>
                          </a:ln>
                          <a:solidFill>
                            <a:schemeClr val="tx1">
                              <a:alpha val="100000"/>
                            </a:schemeClr>
                          </a:solidFill>
                          <a:effectLst/>
                          <a:latin typeface="Courier New"/>
                          <a:ea typeface="宋体"/>
                          <a:cs typeface="Courier New"/>
                        </a:rPr>
                        <a:t> void (*</a:t>
                      </a:r>
                      <a:r>
                        <a:rPr lang="en-US" sz="2000" b="true" i="false" u="none" strike="noStrike">
                          <a:ln>
                            <a:noFill/>
                          </a:ln>
                          <a:solidFill>
                            <a:schemeClr val="tx1">
                              <a:alpha val="100000"/>
                            </a:schemeClr>
                          </a:solidFill>
                          <a:effectLst/>
                          <a:latin typeface="Courier New"/>
                          <a:ea typeface="宋体"/>
                          <a:cs typeface="Courier New"/>
                        </a:rPr>
                        <a:t>signalhandler_t</a:t>
                      </a:r>
                      <a:r>
                        <a:rPr lang="en-US" sz="2000" b="true" i="false" u="none" strike="noStrike">
                          <a:ln>
                            <a:noFill/>
                          </a:ln>
                          <a:solidFill>
                            <a:schemeClr val="tx1">
                              <a:alpha val="100000"/>
                            </a:schemeClr>
                          </a:solidFill>
                          <a:effectLst/>
                          <a:latin typeface="Courier New"/>
                          <a:ea typeface="宋体"/>
                          <a:cs typeface="Courier New"/>
                        </a:rPr>
                        <a:t>)(</a:t>
                      </a:r>
                      <a:r>
                        <a:rPr lang="en-US" sz="2000" b="true" i="false" u="none" strike="noStrike">
                          <a:ln>
                            <a:noFill/>
                          </a:ln>
                          <a:solidFill>
                            <a:schemeClr val="tx1">
                              <a:alpha val="100000"/>
                            </a:schemeClr>
                          </a:solidFill>
                          <a:effectLst/>
                          <a:latin typeface="Courier New"/>
                          <a:ea typeface="宋体"/>
                          <a:cs typeface="Courier New"/>
                        </a:rPr>
                        <a:t>int</a:t>
                      </a:r>
                      <a:r>
                        <a:rPr lang="en-US" sz="2000" b="true" i="false" u="none" strike="noStrike">
                          <a:ln>
                            <a:noFill/>
                          </a:ln>
                          <a:solidFill>
                            <a:schemeClr val="tx1">
                              <a:alpha val="100000"/>
                            </a:schemeClr>
                          </a:solidFill>
                          <a:effectLst/>
                          <a:latin typeface="Courier New"/>
                          <a:ea typeface="宋体"/>
                          <a:cs typeface="Courier New"/>
                        </a:rPr>
                        <a:t>);</a:t>
                      </a:r>
                      <a:endParaRPr/>
                    </a:p>
                    <a:p>
                      <a:pPr marL="0" lvl="0" indent="0" algn="l" defTabSz="91440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1"/>
                        </a:spcAft>
                        <a:buClrTx/>
                        <a:buSzTx/>
                        <a:buFontTx/>
                        <a:buNone/>
                      </a:pPr>
                      <a:r>
                        <a:rPr lang="en-US" sz="2000" b="true" i="false" u="none" strike="noStrike">
                          <a:ln>
                            <a:noFill/>
                          </a:ln>
                          <a:solidFill>
                            <a:schemeClr val="tx1">
                              <a:alpha val="100000"/>
                            </a:schemeClr>
                          </a:solidFill>
                          <a:effectLst/>
                          <a:latin typeface="Courier New"/>
                          <a:ea typeface="宋体"/>
                          <a:cs typeface="Courier New"/>
                        </a:rPr>
                        <a:t>signalhandler_t</a:t>
                      </a:r>
                      <a:r>
                        <a:rPr lang="en-US" sz="2000" b="true" i="false" u="none" strike="noStrike">
                          <a:ln>
                            <a:noFill/>
                          </a:ln>
                          <a:solidFill>
                            <a:schemeClr val="tx1">
                              <a:alpha val="100000"/>
                            </a:schemeClr>
                          </a:solidFill>
                          <a:effectLst/>
                          <a:latin typeface="Courier New"/>
                          <a:ea typeface="宋体"/>
                          <a:cs typeface="Courier New"/>
                        </a:rPr>
                        <a:t> </a:t>
                      </a:r>
                      <a:r>
                        <a:rPr lang="en-US" sz="2400" b="true" i="false" u="none" strike="noStrike">
                          <a:ln>
                            <a:noFill/>
                          </a:ln>
                          <a:solidFill>
                            <a:schemeClr val="tx1">
                              <a:alpha val="100000"/>
                            </a:schemeClr>
                          </a:solidFill>
                          <a:effectLst/>
                          <a:latin typeface="Courier New"/>
                          <a:ea typeface="宋体"/>
                          <a:cs typeface="Courier New"/>
                        </a:rPr>
                        <a:t>signal</a:t>
                      </a:r>
                      <a:r>
                        <a:rPr lang="en-US" sz="2000" b="true" i="false" u="none" strike="noStrike">
                          <a:ln>
                            <a:noFill/>
                          </a:ln>
                          <a:solidFill>
                            <a:schemeClr val="tx1">
                              <a:alpha val="100000"/>
                            </a:schemeClr>
                          </a:solidFill>
                          <a:effectLst/>
                          <a:latin typeface="Courier New"/>
                          <a:ea typeface="宋体"/>
                          <a:cs typeface="Courier New"/>
                        </a:rPr>
                        <a:t>(</a:t>
                      </a:r>
                      <a:r>
                        <a:rPr lang="en-US" sz="2000" b="true" i="false" u="none" strike="noStrike">
                          <a:ln>
                            <a:noFill/>
                          </a:ln>
                          <a:solidFill>
                            <a:schemeClr val="tx1">
                              <a:alpha val="100000"/>
                            </a:schemeClr>
                          </a:solidFill>
                          <a:effectLst/>
                          <a:latin typeface="Courier New"/>
                          <a:ea typeface="宋体"/>
                          <a:cs typeface="Courier New"/>
                        </a:rPr>
                        <a:t>int</a:t>
                      </a:r>
                      <a:r>
                        <a:rPr lang="en-US" sz="2000" b="true" i="false" u="none" strike="noStrike">
                          <a:ln>
                            <a:noFill/>
                          </a:ln>
                          <a:solidFill>
                            <a:schemeClr val="tx1">
                              <a:alpha val="100000"/>
                            </a:schemeClr>
                          </a:solidFill>
                          <a:effectLst/>
                          <a:latin typeface="Courier New"/>
                          <a:ea typeface="宋体"/>
                          <a:cs typeface="Courier New"/>
                        </a:rPr>
                        <a:t> </a:t>
                      </a:r>
                      <a:r>
                        <a:rPr lang="en-US" sz="2000" b="true" i="false" u="none" strike="noStrike">
                          <a:ln>
                            <a:noFill/>
                          </a:ln>
                          <a:solidFill>
                            <a:schemeClr val="tx1">
                              <a:alpha val="100000"/>
                            </a:schemeClr>
                          </a:solidFill>
                          <a:effectLst/>
                          <a:latin typeface="Courier New"/>
                          <a:ea typeface="宋体"/>
                          <a:cs typeface="Courier New"/>
                        </a:rPr>
                        <a:t>signum</a:t>
                      </a:r>
                      <a:r>
                        <a:rPr lang="en-US" sz="2000" b="true" i="false" u="none" strike="noStrike">
                          <a:ln>
                            <a:noFill/>
                          </a:ln>
                          <a:solidFill>
                            <a:schemeClr val="tx1">
                              <a:alpha val="100000"/>
                            </a:schemeClr>
                          </a:solidFill>
                          <a:effectLst/>
                          <a:latin typeface="Courier New"/>
                          <a:ea typeface="宋体"/>
                          <a:cs typeface="Courier New"/>
                        </a:rPr>
                        <a:t>, </a:t>
                      </a:r>
                      <a:r>
                        <a:rPr lang="en-US" sz="2000" b="true" i="false" u="none" strike="noStrike">
                          <a:ln>
                            <a:noFill/>
                          </a:ln>
                          <a:solidFill>
                            <a:schemeClr val="tx1">
                              <a:alpha val="100000"/>
                            </a:schemeClr>
                          </a:solidFill>
                          <a:effectLst/>
                          <a:latin typeface="Courier New"/>
                          <a:ea typeface="宋体"/>
                          <a:cs typeface="Courier New"/>
                        </a:rPr>
                        <a:t>signalhandler_t</a:t>
                      </a:r>
                      <a:r>
                        <a:rPr lang="en-US" sz="2000" b="true" i="false" u="none" strike="noStrike">
                          <a:ln>
                            <a:noFill/>
                          </a:ln>
                          <a:solidFill>
                            <a:schemeClr val="tx1">
                              <a:alpha val="100000"/>
                            </a:schemeClr>
                          </a:solidFill>
                          <a:effectLst/>
                          <a:latin typeface="Courier New"/>
                          <a:ea typeface="宋体"/>
                          <a:cs typeface="Courier New"/>
                        </a:rPr>
                        <a:t> handler)</a:t>
                      </a:r>
                      <a:endParaRPr/>
                    </a:p>
                    <a:p>
                      <a:pPr marL="0" lvl="0" indent="0" algn="r" defTabSz="91440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1"/>
                        </a:spcAft>
                        <a:buClrTx/>
                        <a:buSzTx/>
                        <a:buFontTx/>
                        <a:buNone/>
                      </a:pPr>
                      <a:r>
                        <a:rPr lang="en-US" sz="1800" b="false" i="false" u="none" strike="noStrike">
                          <a:ln>
                            <a:noFill/>
                          </a:ln>
                          <a:solidFill>
                            <a:srgbClr val="FF0000">
                              <a:alpha val="100000"/>
                            </a:srgbClr>
                          </a:solidFill>
                          <a:effectLst/>
                          <a:latin typeface="Comic Sans MS"/>
                          <a:ea typeface="宋体"/>
                          <a:cs typeface="+mn-cs"/>
                        </a:rPr>
                        <a:t>returns: </a:t>
                      </a:r>
                      <a:r>
                        <a:rPr lang="en-US" sz="1800" b="false" i="false" u="none" strike="noStrike">
                          <a:ln>
                            <a:noFill/>
                          </a:ln>
                          <a:solidFill>
                            <a:srgbClr val="FF0000">
                              <a:alpha val="100000"/>
                            </a:srgbClr>
                          </a:solidFill>
                          <a:effectLst/>
                          <a:latin typeface="Comic Sans MS"/>
                          <a:ea typeface="宋体"/>
                          <a:cs typeface="+mn-cs"/>
                        </a:rPr>
                        <a:t>ptr</a:t>
                      </a:r>
                      <a:r>
                        <a:rPr lang="en-US" sz="1800" b="false" i="false" u="none" strike="noStrike">
                          <a:ln>
                            <a:noFill/>
                          </a:ln>
                          <a:solidFill>
                            <a:srgbClr val="FF0000">
                              <a:alpha val="100000"/>
                            </a:srgbClr>
                          </a:solidFill>
                          <a:effectLst/>
                          <a:latin typeface="Comic Sans MS"/>
                          <a:ea typeface="宋体"/>
                          <a:cs typeface="+mn-cs"/>
                        </a:rPr>
                        <a:t> to previous handler if OK, </a:t>
                      </a:r>
                      <a:br>
                        <a:rPr/>
                      </a:br>
                      <a:r>
                        <a:rPr lang="en-US" sz="1800" b="false" i="false" u="none" strike="noStrike">
                          <a:ln>
                            <a:noFill/>
                          </a:ln>
                          <a:solidFill>
                            <a:srgbClr val="FF0000">
                              <a:alpha val="100000"/>
                            </a:srgbClr>
                          </a:solidFill>
                          <a:effectLst/>
                          <a:latin typeface="Comic Sans MS"/>
                          <a:ea typeface="宋体"/>
                          <a:cs typeface="+mn-cs"/>
                        </a:rPr>
                        <a:t>SIG_ERR on error (does not set </a:t>
                      </a:r>
                      <a:r>
                        <a:rPr lang="en-US" sz="1800" b="false" i="false" u="none" strike="noStrike">
                          <a:ln>
                            <a:noFill/>
                          </a:ln>
                          <a:solidFill>
                            <a:srgbClr val="FF0000">
                              <a:alpha val="100000"/>
                            </a:srgbClr>
                          </a:solidFill>
                          <a:effectLst/>
                          <a:latin typeface="Comic Sans MS"/>
                          <a:ea typeface="宋体"/>
                          <a:cs typeface="+mn-cs"/>
                        </a:rPr>
                        <a:t>errno</a:t>
                      </a:r>
                      <a:r>
                        <a:rPr lang="en-US" sz="1800" b="false" i="false" u="none" strike="noStrike">
                          <a:ln>
                            <a:noFill/>
                          </a:ln>
                          <a:solidFill>
                            <a:srgbClr val="FF0000">
                              <a:alpha val="100000"/>
                            </a:srgbClr>
                          </a:solidFill>
                          <a:effectLst/>
                          <a:latin typeface="Comic Sans MS"/>
                          <a:ea typeface="宋体"/>
                          <a:cs typeface="+mn-cs"/>
                        </a:rPr>
                        <a:t>)</a:t>
                      </a:r>
                      <a:endParaRPr lang="zh-CN" sz="1800" b="false" i="false" u="none" strike="noStrike" baseline="0">
                        <a:ln>
                          <a:noFill/>
                        </a:ln>
                        <a:solidFill>
                          <a:srgbClr val="FF0000">
                            <a:alpha val="100000"/>
                          </a:srgbClr>
                        </a:solidFill>
                        <a:effectLst/>
                        <a:latin typeface="Comic Sans MS"/>
                        <a:ea typeface="宋体"/>
                        <a:cs typeface="+mn-cs"/>
                      </a:endParaRPr>
                    </a:p>
                  </a:txBody>
                  <a:tcPr marT="45732" marB="45732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CC"/>
                    </a:solidFill>
                  </a:tcPr>
                </a:tc>
                <a:extLst>
                  <a:ext uri="{0D108BD9-81ED-4DB2-BD59-A6C34878D82A}">
                    <a16:rowId val="1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41.xml><?xml version="1.0" encoding="utf-8"?>
<p:sld xmlns:a="http://schemas.openxmlformats.org/drawingml/2006/main" xmlns:p="http://schemas.openxmlformats.org/presentationml/2006/main">
  <p:cSld>
    <p:spTree>
      <p:nvGrpSpPr>
        <p:cNvPr id="23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2" name="灯片编号占位符 5"/>
          <p:cNvSpPr>
            <a:spLocks noGrp="true"/>
          </p:cNvSpPr>
          <p:nvPr>
            <p:ph type="sldNum" sz="quarter" idx="12"/>
          </p:nvPr>
        </p:nvSpPr>
        <p:spPr>
          <a:noFill/>
          <a:extLst>
            <a:ext uri="{909E8E84-426E-40DD-AFC4-6F175D3DCCD1}"/>
            <a:ext uri="{91240B29-F687-4F45-9708-019B960494DF}"/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Comic Sans MS" panose="030F070203030202020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Comic Sans MS" panose="030F070203030202020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anose="030F070203030202020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Comic Sans MS" panose="030F070203030202020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Comic Sans MS" panose="030F0702030302020204" charset="0"/>
              </a:defRPr>
            </a:lvl5pPr>
            <a:lvl6pPr marL="2514600" indent="-228600" eaLnBrk="false" fontAlgn="base" hangingPunct="false">
              <a:spcBef>
                <a:spcPct val="20000"/>
              </a:spcBef>
              <a:spcAft>
                <a:spcPct val="1"/>
              </a:spcAft>
              <a:buChar char="»"/>
              <a:defRPr sz="2000">
                <a:solidFill>
                  <a:schemeClr val="tx1"/>
                </a:solidFill>
                <a:latin typeface="Comic Sans MS" panose="030F0702030302020204" charset="0"/>
              </a:defRPr>
            </a:lvl6pPr>
            <a:lvl7pPr marL="2971800" indent="-228600" eaLnBrk="false" fontAlgn="base" hangingPunct="false">
              <a:spcBef>
                <a:spcPct val="20000"/>
              </a:spcBef>
              <a:spcAft>
                <a:spcPct val="1"/>
              </a:spcAft>
              <a:buChar char="»"/>
              <a:defRPr sz="2000">
                <a:solidFill>
                  <a:schemeClr val="tx1"/>
                </a:solidFill>
                <a:latin typeface="Comic Sans MS" panose="030F0702030302020204" charset="0"/>
              </a:defRPr>
            </a:lvl7pPr>
            <a:lvl8pPr marL="3429000" indent="-228600" eaLnBrk="false" fontAlgn="base" hangingPunct="false">
              <a:spcBef>
                <a:spcPct val="20000"/>
              </a:spcBef>
              <a:spcAft>
                <a:spcPct val="1"/>
              </a:spcAft>
              <a:buChar char="»"/>
              <a:defRPr sz="2000">
                <a:solidFill>
                  <a:schemeClr val="tx1"/>
                </a:solidFill>
                <a:latin typeface="Comic Sans MS" panose="030F0702030302020204" charset="0"/>
              </a:defRPr>
            </a:lvl8pPr>
            <a:lvl9pPr marL="3886200" indent="-228600" eaLnBrk="false" fontAlgn="base" hangingPunct="false">
              <a:spcBef>
                <a:spcPct val="20000"/>
              </a:spcBef>
              <a:spcAft>
                <a:spcPct val="1"/>
              </a:spcAft>
              <a:buChar char="»"/>
              <a:defRPr sz="2000">
                <a:solidFill>
                  <a:schemeClr val="tx1"/>
                </a:solidFill>
                <a:latin typeface="Comic Sans MS" panose="030F0702030302020204" charset="0"/>
              </a:defRPr>
            </a:lvl9pPr>
          </a:lstStyle>
          <a:p>
            <a:pPr>
              <a:spcBef>
                <a:spcPct val="1"/>
              </a:spcBef>
              <a:buFontTx/>
              <a:buNone/>
            </a:pPr>
            <a:fld id="{4639C2F8-3193-A740-AB84-2CD2DDA48C67}" type="slidenum">
              <a:rPr lang="zh-CN" altLang="en-US" sz="1400">
                <a:latin typeface="Times New Roman" panose="02020603050405020304" pitchFamily="18" charset="0"/>
                <a:ea typeface="宋体" pitchFamily="2" charset="-122"/>
              </a:rPr>
              <a:t>41</a:t>
            </a:fld>
            <a:endParaRPr lang="en-US" altLang="zh-CN" sz="1400">
              <a:latin typeface="Times New Roman" panose="02020603050405020304" pitchFamily="18" charset="0"/>
              <a:ea typeface="宋体" pitchFamily="2" charset="-122"/>
            </a:endParaRPr>
          </a:p>
        </p:txBody>
      </p:sp>
      <p:sp>
        <p:nvSpPr>
          <p:cNvPr id="233" name="Rectangle 2"/>
          <p:cNvSpPr>
            <a:spLocks noGrp="true" noChangeArrowheads="true"/>
          </p:cNvSpPr>
          <p:nvPr>
            <p:ph type="title"/>
          </p:nvPr>
        </p:nvSpPr>
        <p:spPr/>
        <p:txBody>
          <a:bodyPr/>
          <a:lstStyle/>
          <a:p>
            <a:pPr/>
            <a:r>
              <a:rPr lang="en-US" altLang="zh-CN">
                <a:ea typeface="宋体" pitchFamily="2" charset="-122"/>
              </a:rPr>
              <a:t>Signal Function</a:t>
            </a:r>
            <a:endParaRPr/>
          </a:p>
        </p:txBody>
      </p:sp>
      <p:sp>
        <p:nvSpPr>
          <p:cNvPr id="234" name="Rectangle 3"/>
          <p:cNvSpPr>
            <a:spLocks noGrp="true" noChangeArrowheads="true"/>
          </p:cNvSpPr>
          <p:nvPr>
            <p:ph type="body" idx="1"/>
          </p:nvPr>
        </p:nvSpPr>
        <p:spPr>
          <a:xfrm>
            <a:off x="457200" y="1600200"/>
            <a:ext cx="8077200" cy="4419600"/>
          </a:xfrm>
        </p:spPr>
        <p:txBody>
          <a:bodyPr/>
          <a:lstStyle/>
          <a:p>
            <a:pPr>
              <a:lnSpc>
                <a:spcPct val="120000"/>
              </a:lnSpc>
              <a:defRPr/>
            </a:pPr>
            <a:r>
              <a:rPr lang="en-US" altLang="zh-CN" dirty="false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宋体" pitchFamily="2" charset="-122"/>
              </a:rPr>
              <a:t>Installing</a:t>
            </a:r>
            <a:r>
              <a:rPr lang="en-US" altLang="zh-CN" dirty="false">
                <a:ea typeface="宋体" pitchFamily="2" charset="-122"/>
              </a:rPr>
              <a:t> the handler </a:t>
            </a:r>
            <a:endParaRPr/>
          </a:p>
          <a:p>
            <a:pPr lvl="1">
              <a:lnSpc>
                <a:spcPct val="120000"/>
              </a:lnSpc>
              <a:defRPr/>
            </a:pPr>
            <a:r>
              <a:rPr lang="en-US" altLang="zh-CN" dirty="false">
                <a:ea typeface="宋体" pitchFamily="2" charset="-122"/>
              </a:rPr>
              <a:t>Changing the default action by passing the address of a handler to the </a:t>
            </a:r>
            <a:r>
              <a:rPr lang="en-US" altLang="zh-CN" b="true" dirty="false">
                <a:latin typeface="Courier New" panose="02070309020205020404" charset="0"/>
                <a:ea typeface="宋体" pitchFamily="2" charset="-122"/>
                <a:cs typeface="Courier New" panose="02070309020205020404" charset="0"/>
              </a:rPr>
              <a:t>signal</a:t>
            </a:r>
            <a:r>
              <a:rPr lang="en-US" altLang="zh-CN" dirty="false">
                <a:latin typeface="Courier" charset="0"/>
                <a:ea typeface="宋体" pitchFamily="2" charset="-122"/>
              </a:rPr>
              <a:t> </a:t>
            </a:r>
            <a:r>
              <a:rPr lang="en-US" altLang="zh-CN" dirty="false">
                <a:ea typeface="宋体" pitchFamily="2" charset="-122"/>
              </a:rPr>
              <a:t>function </a:t>
            </a:r>
            <a:endParaRPr/>
          </a:p>
          <a:p>
            <a:pPr>
              <a:lnSpc>
                <a:spcPct val="120000"/>
              </a:lnSpc>
              <a:defRPr/>
            </a:pPr>
            <a:r>
              <a:rPr lang="en-US" altLang="zh-CN" dirty="false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宋体" pitchFamily="2" charset="-122"/>
              </a:rPr>
              <a:t>Catching</a:t>
            </a:r>
            <a:r>
              <a:rPr lang="en-US" altLang="zh-CN" dirty="false">
                <a:ea typeface="宋体" pitchFamily="2" charset="-122"/>
              </a:rPr>
              <a:t> the signal </a:t>
            </a:r>
            <a:endParaRPr/>
          </a:p>
          <a:p>
            <a:pPr lvl="1">
              <a:lnSpc>
                <a:spcPct val="120000"/>
              </a:lnSpc>
              <a:defRPr/>
            </a:pPr>
            <a:r>
              <a:rPr lang="en-US" altLang="zh-CN" dirty="false">
                <a:ea typeface="宋体" pitchFamily="2" charset="-122"/>
              </a:rPr>
              <a:t>The invocation of the handler</a:t>
            </a:r>
            <a:endParaRPr/>
          </a:p>
          <a:p>
            <a:pPr>
              <a:lnSpc>
                <a:spcPct val="120000"/>
              </a:lnSpc>
              <a:defRPr/>
            </a:pPr>
            <a:r>
              <a:rPr lang="en-US" altLang="zh-CN" dirty="false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宋体" pitchFamily="2" charset="-122"/>
              </a:rPr>
              <a:t>Handling</a:t>
            </a:r>
            <a:r>
              <a:rPr lang="en-US" altLang="zh-CN" dirty="false">
                <a:ea typeface="宋体" pitchFamily="2" charset="-122"/>
              </a:rPr>
              <a:t> the signal</a:t>
            </a:r>
            <a:endParaRPr/>
          </a:p>
          <a:p>
            <a:pPr lvl="1">
              <a:lnSpc>
                <a:spcPct val="120000"/>
              </a:lnSpc>
              <a:defRPr/>
            </a:pPr>
            <a:r>
              <a:rPr lang="en-US" altLang="zh-CN" dirty="false">
                <a:ea typeface="宋体" pitchFamily="2" charset="-122"/>
              </a:rPr>
              <a:t>The execution of the handler</a:t>
            </a:r>
            <a:endParaRPr lang="zh-CN" altLang="en-US" dirty="false">
              <a:ea typeface="宋体" pitchFamily="2" charset="-122"/>
            </a:endParaRP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p="http://schemas.openxmlformats.org/presentationml/2006/main">
  <p:cSld>
    <p:spTree>
      <p:nvGrpSpPr>
        <p:cNvPr id="235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6" name="灯片编号占位符 5"/>
          <p:cNvSpPr>
            <a:spLocks noGrp="true"/>
          </p:cNvSpPr>
          <p:nvPr>
            <p:ph type="sldNum" sz="quarter" idx="12"/>
          </p:nvPr>
        </p:nvSpPr>
        <p:spPr>
          <a:noFill/>
          <a:extLst>
            <a:ext uri="{909E8E84-426E-40DD-AFC4-6F175D3DCCD1}"/>
            <a:ext uri="{91240B29-F687-4F45-9708-019B960494DF}"/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Comic Sans MS" panose="030F070203030202020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Comic Sans MS" panose="030F070203030202020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anose="030F070203030202020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Comic Sans MS" panose="030F070203030202020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Comic Sans MS" panose="030F0702030302020204" charset="0"/>
              </a:defRPr>
            </a:lvl5pPr>
            <a:lvl6pPr marL="2514600" indent="-228600" eaLnBrk="false" fontAlgn="base" hangingPunct="false">
              <a:spcBef>
                <a:spcPct val="20000"/>
              </a:spcBef>
              <a:spcAft>
                <a:spcPct val="1"/>
              </a:spcAft>
              <a:buChar char="»"/>
              <a:defRPr sz="2000">
                <a:solidFill>
                  <a:schemeClr val="tx1"/>
                </a:solidFill>
                <a:latin typeface="Comic Sans MS" panose="030F0702030302020204" charset="0"/>
              </a:defRPr>
            </a:lvl6pPr>
            <a:lvl7pPr marL="2971800" indent="-228600" eaLnBrk="false" fontAlgn="base" hangingPunct="false">
              <a:spcBef>
                <a:spcPct val="20000"/>
              </a:spcBef>
              <a:spcAft>
                <a:spcPct val="1"/>
              </a:spcAft>
              <a:buChar char="»"/>
              <a:defRPr sz="2000">
                <a:solidFill>
                  <a:schemeClr val="tx1"/>
                </a:solidFill>
                <a:latin typeface="Comic Sans MS" panose="030F0702030302020204" charset="0"/>
              </a:defRPr>
            </a:lvl7pPr>
            <a:lvl8pPr marL="3429000" indent="-228600" eaLnBrk="false" fontAlgn="base" hangingPunct="false">
              <a:spcBef>
                <a:spcPct val="20000"/>
              </a:spcBef>
              <a:spcAft>
                <a:spcPct val="1"/>
              </a:spcAft>
              <a:buChar char="»"/>
              <a:defRPr sz="2000">
                <a:solidFill>
                  <a:schemeClr val="tx1"/>
                </a:solidFill>
                <a:latin typeface="Comic Sans MS" panose="030F0702030302020204" charset="0"/>
              </a:defRPr>
            </a:lvl8pPr>
            <a:lvl9pPr marL="3886200" indent="-228600" eaLnBrk="false" fontAlgn="base" hangingPunct="false">
              <a:spcBef>
                <a:spcPct val="20000"/>
              </a:spcBef>
              <a:spcAft>
                <a:spcPct val="1"/>
              </a:spcAft>
              <a:buChar char="»"/>
              <a:defRPr sz="2000">
                <a:solidFill>
                  <a:schemeClr val="tx1"/>
                </a:solidFill>
                <a:latin typeface="Comic Sans MS" panose="030F0702030302020204" charset="0"/>
              </a:defRPr>
            </a:lvl9pPr>
          </a:lstStyle>
          <a:p>
            <a:pPr>
              <a:spcBef>
                <a:spcPct val="1"/>
              </a:spcBef>
              <a:buFontTx/>
              <a:buNone/>
            </a:pPr>
            <a:fld id="{9303CBDA-D672-B74A-8385-5496E94D9C2C}" type="slidenum">
              <a:rPr lang="zh-CN" altLang="en-US" sz="1400">
                <a:latin typeface="Times New Roman" panose="02020603050405020304" pitchFamily="18" charset="0"/>
                <a:ea typeface="宋体" pitchFamily="2" charset="-122"/>
              </a:rPr>
              <a:t>42</a:t>
            </a:fld>
            <a:endParaRPr lang="en-US" altLang="zh-CN" sz="1400">
              <a:latin typeface="Times New Roman" panose="02020603050405020304" pitchFamily="18" charset="0"/>
              <a:ea typeface="宋体" pitchFamily="2" charset="-122"/>
            </a:endParaRPr>
          </a:p>
        </p:txBody>
      </p:sp>
      <p:sp>
        <p:nvSpPr>
          <p:cNvPr id="237" name="Rectangle 2"/>
          <p:cNvSpPr>
            <a:spLocks noGrp="true" noChangeArrowheads="true"/>
          </p:cNvSpPr>
          <p:nvPr>
            <p:ph type="body" idx="1"/>
          </p:nvPr>
        </p:nvSpPr>
        <p:spPr>
          <a:xfrm>
            <a:off x="457200" y="381000"/>
            <a:ext cx="8229600" cy="6248400"/>
          </a:xfrm>
          <a:solidFill>
            <a:schemeClr val="bg1"/>
          </a:solidFill>
        </p:spPr>
        <p:txBody>
          <a:bodyPr/>
          <a:lstStyle/>
          <a:p>
            <a:pPr>
              <a:spcBef>
                <a:spcPct val="1"/>
              </a:spcBef>
              <a:buFontTx/>
              <a:buNone/>
            </a:pPr>
            <a:r>
              <a:rPr lang="zh-CN" altLang="en-US" sz="2000" b="true" dirty="false">
                <a:latin typeface="Courier New" panose="02070309020205020404" charset="0"/>
                <a:ea typeface="宋体" pitchFamily="2" charset="-122"/>
                <a:cs typeface="Courier New" panose="02070309020205020404" charset="0"/>
              </a:rPr>
              <a:t>1  #</a:t>
            </a:r>
            <a:r>
              <a:rPr lang="en-US" altLang="zh-CN" sz="2000" b="true" dirty="false">
                <a:latin typeface="Courier New" panose="02070309020205020404" charset="0"/>
                <a:ea typeface="宋体" pitchFamily="2" charset="-122"/>
                <a:cs typeface="Courier New" panose="02070309020205020404" charset="0"/>
              </a:rPr>
              <a:t>include "</a:t>
            </a:r>
            <a:r>
              <a:rPr lang="en-US" altLang="zh-CN" sz="2000" b="true" dirty="false" err="true">
                <a:latin typeface="Courier New" panose="02070309020205020404" charset="0"/>
                <a:ea typeface="宋体" pitchFamily="2" charset="-122"/>
                <a:cs typeface="Courier New" panose="02070309020205020404" charset="0"/>
              </a:rPr>
              <a:t>csapp.h</a:t>
            </a:r>
            <a:r>
              <a:rPr lang="en-US" altLang="zh-CN" sz="2000" b="true" dirty="false">
                <a:latin typeface="Courier New" panose="02070309020205020404" charset="0"/>
                <a:ea typeface="宋体" pitchFamily="2" charset="-122"/>
                <a:cs typeface="Courier New" panose="02070309020205020404" charset="0"/>
              </a:rPr>
              <a:t>"</a:t>
            </a:r>
            <a:endParaRPr/>
          </a:p>
          <a:p>
            <a:pPr>
              <a:lnSpc>
                <a:spcPts val="2000"/>
              </a:lnSpc>
              <a:spcBef>
                <a:spcPct val="1"/>
              </a:spcBef>
              <a:buFontTx/>
              <a:buNone/>
            </a:pPr>
            <a:r>
              <a:rPr lang="en-US" altLang="zh-CN" sz="2000" b="true" dirty="false">
                <a:latin typeface="Courier New" panose="02070309020205020404" charset="0"/>
                <a:ea typeface="宋体" pitchFamily="2" charset="-122"/>
                <a:cs typeface="Courier New" panose="02070309020205020404" charset="0"/>
              </a:rPr>
              <a:t>2</a:t>
            </a:r>
            <a:endParaRPr/>
          </a:p>
          <a:p>
            <a:pPr>
              <a:spcBef>
                <a:spcPct val="1"/>
              </a:spcBef>
              <a:buFontTx/>
              <a:buNone/>
            </a:pPr>
            <a:r>
              <a:rPr lang="en-US" altLang="zh-CN" sz="2000" b="true" dirty="false">
                <a:latin typeface="Courier New" panose="02070309020205020404" charset="0"/>
                <a:ea typeface="宋体" pitchFamily="2" charset="-122"/>
                <a:cs typeface="Courier New" panose="02070309020205020404" charset="0"/>
              </a:rPr>
              <a:t>3  void handler(</a:t>
            </a:r>
            <a:r>
              <a:rPr lang="en-US" altLang="zh-CN" sz="2000" b="true" dirty="false" err="true">
                <a:latin typeface="Courier New" panose="02070309020205020404" charset="0"/>
                <a:ea typeface="宋体" pitchFamily="2" charset="-122"/>
                <a:cs typeface="Courier New" panose="02070309020205020404" charset="0"/>
              </a:rPr>
              <a:t>int</a:t>
            </a:r>
            <a:r>
              <a:rPr lang="en-US" altLang="zh-CN" sz="2000" b="true" dirty="false">
                <a:latin typeface="Courier New" panose="02070309020205020404" charset="0"/>
                <a:ea typeface="宋体" pitchFamily="2" charset="-122"/>
                <a:cs typeface="Courier New" panose="02070309020205020404" charset="0"/>
              </a:rPr>
              <a:t> sig) </a:t>
            </a:r>
            <a:r>
              <a:rPr lang="en-US" altLang="zh-CN" sz="2000" b="true" dirty="false">
                <a:solidFill>
                  <a:srgbClr val="00B050"/>
                </a:solidFill>
                <a:latin typeface="Courier New" panose="02070309020205020404" charset="0"/>
                <a:ea typeface="宋体" pitchFamily="2" charset="-122"/>
                <a:cs typeface="Courier New" panose="02070309020205020404" charset="0"/>
              </a:rPr>
              <a:t>/* SIGINT handler */</a:t>
            </a:r>
            <a:endParaRPr/>
          </a:p>
          <a:p>
            <a:pPr>
              <a:spcBef>
                <a:spcPct val="1"/>
              </a:spcBef>
              <a:buFontTx/>
              <a:buNone/>
            </a:pPr>
            <a:r>
              <a:rPr lang="en-US" altLang="zh-CN" sz="2000" b="true" dirty="false">
                <a:latin typeface="Courier New" panose="02070309020205020404" charset="0"/>
                <a:ea typeface="宋体" pitchFamily="2" charset="-122"/>
                <a:cs typeface="Courier New" panose="02070309020205020404" charset="0"/>
              </a:rPr>
              <a:t>4  {</a:t>
            </a:r>
            <a:endParaRPr/>
          </a:p>
          <a:p>
            <a:pPr>
              <a:spcBef>
                <a:spcPct val="1"/>
              </a:spcBef>
              <a:buFontTx/>
              <a:buNone/>
            </a:pPr>
            <a:r>
              <a:rPr lang="en-US" altLang="zh-CN" sz="2000" b="true" dirty="false">
                <a:latin typeface="Courier New" panose="02070309020205020404" charset="0"/>
                <a:ea typeface="宋体" pitchFamily="2" charset="-122"/>
                <a:cs typeface="Courier New" panose="02070309020205020404" charset="0"/>
              </a:rPr>
              <a:t>5    </a:t>
            </a:r>
            <a:r>
              <a:rPr lang="en-US" altLang="zh-CN" sz="2000" b="true" dirty="false" err="true">
                <a:latin typeface="Courier New" panose="02070309020205020404" charset="0"/>
                <a:ea typeface="宋体" pitchFamily="2" charset="-122"/>
                <a:cs typeface="Courier New" panose="02070309020205020404" charset="0"/>
              </a:rPr>
              <a:t>printf</a:t>
            </a:r>
            <a:r>
              <a:rPr lang="en-US" altLang="zh-CN" sz="2000" b="true" dirty="false">
                <a:latin typeface="Courier New" panose="02070309020205020404" charset="0"/>
                <a:ea typeface="宋体" pitchFamily="2" charset="-122"/>
                <a:cs typeface="Courier New" panose="02070309020205020404" charset="0"/>
              </a:rPr>
              <a:t>("Caught SIGINT\n");</a:t>
            </a:r>
            <a:endParaRPr/>
          </a:p>
          <a:p>
            <a:pPr>
              <a:spcBef>
                <a:spcPct val="1"/>
              </a:spcBef>
              <a:buFontTx/>
              <a:buNone/>
            </a:pPr>
            <a:r>
              <a:rPr lang="en-US" altLang="zh-CN" sz="2000" b="true" dirty="false">
                <a:latin typeface="Courier New" panose="02070309020205020404" charset="0"/>
                <a:ea typeface="宋体" pitchFamily="2" charset="-122"/>
                <a:cs typeface="Courier New" panose="02070309020205020404" charset="0"/>
              </a:rPr>
              <a:t>6    exit(1);</a:t>
            </a:r>
            <a:endParaRPr/>
          </a:p>
          <a:p>
            <a:pPr>
              <a:spcBef>
                <a:spcPct val="1"/>
              </a:spcBef>
              <a:buFontTx/>
              <a:buNone/>
            </a:pPr>
            <a:r>
              <a:rPr lang="en-US" altLang="zh-CN" sz="2000" b="true" dirty="false">
                <a:latin typeface="Courier New" panose="02070309020205020404" charset="0"/>
                <a:ea typeface="宋体" pitchFamily="2" charset="-122"/>
                <a:cs typeface="Courier New" panose="02070309020205020404" charset="0"/>
              </a:rPr>
              <a:t>7  }</a:t>
            </a:r>
            <a:endParaRPr/>
          </a:p>
          <a:p>
            <a:pPr>
              <a:lnSpc>
                <a:spcPts val="2000"/>
              </a:lnSpc>
              <a:spcBef>
                <a:spcPct val="1"/>
              </a:spcBef>
              <a:buFontTx/>
              <a:buNone/>
            </a:pPr>
            <a:r>
              <a:rPr lang="en-US" altLang="zh-CN" sz="2000" b="true" dirty="false">
                <a:latin typeface="Courier New" panose="02070309020205020404" charset="0"/>
                <a:ea typeface="宋体" pitchFamily="2" charset="-122"/>
                <a:cs typeface="Courier New" panose="02070309020205020404" charset="0"/>
              </a:rPr>
              <a:t>8</a:t>
            </a:r>
            <a:endParaRPr/>
          </a:p>
          <a:p>
            <a:pPr>
              <a:spcBef>
                <a:spcPct val="1"/>
              </a:spcBef>
              <a:buFontTx/>
              <a:buNone/>
            </a:pPr>
            <a:r>
              <a:rPr lang="en-US" altLang="zh-CN" sz="2000" b="true" dirty="false">
                <a:latin typeface="Courier New" panose="02070309020205020404" charset="0"/>
                <a:ea typeface="宋体" pitchFamily="2" charset="-122"/>
                <a:cs typeface="Courier New" panose="02070309020205020404" charset="0"/>
              </a:rPr>
              <a:t>9  </a:t>
            </a:r>
            <a:r>
              <a:rPr lang="en-US" altLang="zh-CN" sz="2000" b="true" dirty="false" err="true">
                <a:latin typeface="Courier New" panose="02070309020205020404" charset="0"/>
                <a:ea typeface="宋体" pitchFamily="2" charset="-122"/>
                <a:cs typeface="Courier New" panose="02070309020205020404" charset="0"/>
              </a:rPr>
              <a:t>int</a:t>
            </a:r>
            <a:r>
              <a:rPr lang="en-US" altLang="zh-CN" sz="2000" b="true" dirty="false">
                <a:latin typeface="Courier New" panose="02070309020205020404" charset="0"/>
                <a:ea typeface="宋体" pitchFamily="2" charset="-122"/>
                <a:cs typeface="Courier New" panose="02070309020205020404" charset="0"/>
              </a:rPr>
              <a:t> main()</a:t>
            </a:r>
            <a:endParaRPr/>
          </a:p>
          <a:p>
            <a:pPr>
              <a:spcBef>
                <a:spcPct val="1"/>
              </a:spcBef>
              <a:buFontTx/>
              <a:buNone/>
            </a:pPr>
            <a:r>
              <a:rPr lang="en-US" altLang="zh-CN" sz="2000" b="true" dirty="false">
                <a:latin typeface="Courier New" panose="02070309020205020404" charset="0"/>
                <a:ea typeface="宋体" pitchFamily="2" charset="-122"/>
                <a:cs typeface="Courier New" panose="02070309020205020404" charset="0"/>
              </a:rPr>
              <a:t>10 {</a:t>
            </a:r>
            <a:endParaRPr/>
          </a:p>
          <a:p>
            <a:pPr>
              <a:spcBef>
                <a:spcPct val="1"/>
              </a:spcBef>
              <a:buFontTx/>
              <a:buNone/>
            </a:pPr>
            <a:r>
              <a:rPr lang="en-US" altLang="zh-CN" sz="2000" b="true" dirty="false">
                <a:latin typeface="Courier New" panose="02070309020205020404" charset="0"/>
                <a:ea typeface="宋体" pitchFamily="2" charset="-122"/>
                <a:cs typeface="Courier New" panose="02070309020205020404" charset="0"/>
              </a:rPr>
              <a:t>11	   </a:t>
            </a:r>
            <a:r>
              <a:rPr lang="en-US" altLang="zh-CN" sz="2000" b="true" dirty="false">
                <a:solidFill>
                  <a:srgbClr val="00B050"/>
                </a:solidFill>
                <a:latin typeface="Courier New" panose="02070309020205020404" charset="0"/>
                <a:ea typeface="宋体" pitchFamily="2" charset="-122"/>
                <a:cs typeface="Courier New" panose="02070309020205020404" charset="0"/>
              </a:rPr>
              <a:t>/* Install the SIGINT handler */</a:t>
            </a:r>
            <a:endParaRPr/>
          </a:p>
          <a:p>
            <a:pPr>
              <a:spcBef>
                <a:spcPct val="1"/>
              </a:spcBef>
              <a:buFontTx/>
              <a:buNone/>
            </a:pPr>
            <a:r>
              <a:rPr lang="en-US" altLang="zh-CN" sz="2000" b="true" dirty="false">
                <a:latin typeface="Courier New" panose="02070309020205020404" charset="0"/>
                <a:ea typeface="宋体" pitchFamily="2" charset="-122"/>
                <a:cs typeface="Courier New" panose="02070309020205020404" charset="0"/>
              </a:rPr>
              <a:t>12	   if (</a:t>
            </a:r>
            <a:r>
              <a:rPr lang="en-US" altLang="zh-CN" sz="2000" b="true" dirty="false">
                <a:solidFill>
                  <a:srgbClr val="FF0000"/>
                </a:solidFill>
                <a:latin typeface="Courier New" panose="02070309020205020404" charset="0"/>
                <a:ea typeface="宋体" pitchFamily="2" charset="-122"/>
                <a:cs typeface="Courier New" panose="02070309020205020404" charset="0"/>
              </a:rPr>
              <a:t>signal(SIGINT, handler) </a:t>
            </a:r>
            <a:r>
              <a:rPr lang="en-US" altLang="zh-CN" sz="2000" b="true" dirty="false">
                <a:latin typeface="Courier New" panose="02070309020205020404" charset="0"/>
                <a:ea typeface="宋体" pitchFamily="2" charset="-122"/>
                <a:cs typeface="Courier New" panose="02070309020205020404" charset="0"/>
              </a:rPr>
              <a:t>== SIG_ERR)</a:t>
            </a:r>
            <a:endParaRPr/>
          </a:p>
          <a:p>
            <a:pPr>
              <a:spcBef>
                <a:spcPct val="1"/>
              </a:spcBef>
              <a:buFontTx/>
              <a:buNone/>
            </a:pPr>
            <a:r>
              <a:rPr lang="en-US" altLang="zh-CN" sz="2000" b="true" dirty="false">
                <a:latin typeface="Courier New" panose="02070309020205020404" charset="0"/>
                <a:ea typeface="宋体" pitchFamily="2" charset="-122"/>
                <a:cs typeface="Courier New" panose="02070309020205020404" charset="0"/>
              </a:rPr>
              <a:t>13	     </a:t>
            </a:r>
            <a:r>
              <a:rPr lang="en-US" altLang="zh-CN" sz="2000" b="true" dirty="false" err="true">
                <a:latin typeface="Courier New" panose="02070309020205020404" charset="0"/>
                <a:ea typeface="宋体" pitchFamily="2" charset="-122"/>
                <a:cs typeface="Courier New" panose="02070309020205020404" charset="0"/>
              </a:rPr>
              <a:t>unix_error</a:t>
            </a:r>
            <a:r>
              <a:rPr lang="en-US" altLang="zh-CN" sz="2000" b="true" dirty="false">
                <a:latin typeface="Courier New" panose="02070309020205020404" charset="0"/>
                <a:ea typeface="宋体" pitchFamily="2" charset="-122"/>
                <a:cs typeface="Courier New" panose="02070309020205020404" charset="0"/>
              </a:rPr>
              <a:t>("signal error");</a:t>
            </a:r>
            <a:endParaRPr/>
          </a:p>
          <a:p>
            <a:pPr>
              <a:spcBef>
                <a:spcPct val="1"/>
              </a:spcBef>
              <a:buFontTx/>
              <a:buNone/>
            </a:pPr>
            <a:r>
              <a:rPr lang="en-US" altLang="zh-CN" sz="2000" b="true" dirty="false">
                <a:latin typeface="Courier New" panose="02070309020205020404" charset="0"/>
                <a:ea typeface="宋体" pitchFamily="2" charset="-122"/>
                <a:cs typeface="Courier New" panose="02070309020205020404" charset="0"/>
              </a:rPr>
              <a:t>14</a:t>
            </a:r>
            <a:endParaRPr/>
          </a:p>
          <a:p>
            <a:pPr>
              <a:spcBef>
                <a:spcPct val="1"/>
              </a:spcBef>
              <a:buFontTx/>
              <a:buNone/>
            </a:pPr>
            <a:r>
              <a:rPr lang="en-US" altLang="zh-CN" sz="2000" b="true" dirty="false">
                <a:latin typeface="Courier New" panose="02070309020205020404" charset="0"/>
                <a:ea typeface="宋体" pitchFamily="2" charset="-122"/>
                <a:cs typeface="Courier New" panose="02070309020205020404" charset="0"/>
              </a:rPr>
              <a:t>15	   pause(); </a:t>
            </a:r>
            <a:r>
              <a:rPr lang="en-US" altLang="zh-CN" sz="2000" b="true" dirty="false">
                <a:solidFill>
                  <a:srgbClr val="00B050"/>
                </a:solidFill>
                <a:latin typeface="Courier New" panose="02070309020205020404" charset="0"/>
                <a:ea typeface="宋体" pitchFamily="2" charset="-122"/>
                <a:cs typeface="Courier New" panose="02070309020205020404" charset="0"/>
              </a:rPr>
              <a:t>/* wait for the receipt of a signal */</a:t>
            </a:r>
            <a:endParaRPr/>
          </a:p>
          <a:p>
            <a:pPr>
              <a:spcBef>
                <a:spcPct val="1"/>
              </a:spcBef>
              <a:buFontTx/>
              <a:buNone/>
            </a:pPr>
            <a:r>
              <a:rPr lang="en-US" altLang="zh-CN" sz="2000" b="true" dirty="false">
                <a:latin typeface="Courier New" panose="02070309020205020404" charset="0"/>
                <a:ea typeface="宋体" pitchFamily="2" charset="-122"/>
                <a:cs typeface="Courier New" panose="02070309020205020404" charset="0"/>
              </a:rPr>
              <a:t>16</a:t>
            </a:r>
            <a:endParaRPr/>
          </a:p>
          <a:p>
            <a:pPr>
              <a:spcBef>
                <a:spcPct val="1"/>
              </a:spcBef>
              <a:buFontTx/>
              <a:buNone/>
            </a:pPr>
            <a:r>
              <a:rPr lang="en-US" altLang="zh-CN" sz="2000" b="true" dirty="false">
                <a:latin typeface="Courier New" panose="02070309020205020404" charset="0"/>
                <a:ea typeface="宋体" pitchFamily="2" charset="-122"/>
                <a:cs typeface="Courier New" panose="02070309020205020404" charset="0"/>
              </a:rPr>
              <a:t>17	   exit(0);</a:t>
            </a:r>
            <a:endParaRPr/>
          </a:p>
          <a:p>
            <a:pPr>
              <a:spcBef>
                <a:spcPct val="1"/>
              </a:spcBef>
              <a:buFontTx/>
              <a:buNone/>
            </a:pPr>
            <a:r>
              <a:rPr lang="en-US" altLang="zh-CN" sz="2000" b="true" dirty="false">
                <a:latin typeface="Courier New" panose="02070309020205020404" charset="0"/>
                <a:ea typeface="宋体" pitchFamily="2" charset="-122"/>
                <a:cs typeface="Courier New" panose="02070309020205020404" charset="0"/>
              </a:rPr>
              <a:t>18 }</a:t>
            </a:r>
            <a:endParaRPr lang="zh-CN" altLang="en-US" sz="2000" b="true" dirty="false">
              <a:latin typeface="Courier New" panose="02070309020205020404" charset="0"/>
              <a:ea typeface="宋体" pitchFamily="2" charset="-122"/>
              <a:cs typeface="Courier New" panose="02070309020205020404" charset="0"/>
            </a:endParaRPr>
          </a:p>
        </p:txBody>
      </p:sp>
      <p:sp>
        <p:nvSpPr>
          <p:cNvPr id="238" name="文本框 1"/>
          <p:cNvSpPr txBox="true"/>
          <p:nvPr/>
        </p:nvSpPr>
        <p:spPr>
          <a:xfrm>
            <a:off x="990600" y="6168390"/>
            <a:ext cx="5054589" cy="400110"/>
          </a:xfrm>
          <a:prstGeom prst="rect">
            <a:avLst/>
          </a:prstGeom>
          <a:noFill/>
        </p:spPr>
        <p:txBody>
          <a:bodyPr wrap="none" rtlCol="false">
            <a:spAutoFit/>
          </a:bodyPr>
          <a:lstStyle/>
          <a:p>
            <a:pPr/>
            <a:r>
              <a:rPr kumimoji="true" lang="zh-CN" altLang="en-US" dirty="false"/>
              <a:t>思考题：这个程序退出时的</a:t>
            </a:r>
            <a:r>
              <a:rPr kumimoji="true" lang="en-US" altLang="zh-CN" dirty="false"/>
              <a:t>status</a:t>
            </a:r>
            <a:r>
              <a:rPr kumimoji="true" lang="zh-CN" altLang="en-US" dirty="false"/>
              <a:t>是多少？</a:t>
            </a:r>
            <a:endParaRPr/>
          </a:p>
        </p:txBody>
      </p:sp>
    </p:spTree>
  </p:cSld>
  <p:clrMapOvr>
    <a:masterClrMapping/>
  </p:clrMapOvr>
  <p:timing>
    <p:tnLst>
      <p:par>
        <p:cTn dur="indefinite" restart="never" nodeType="tmRoot">
          <p:childTnLst>
            <p:seq concurrent="true" nextAc="seek">
              <p:cTn dur="indefinite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id="7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9" dur="500"/>
                                        <p:tgtEl>
                                          <p:spTgt spid="2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/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3.xml><?xml version="1.0" encoding="utf-8"?>
<p:sld xmlns:a="http://schemas.openxmlformats.org/drawingml/2006/main" xmlns:p="http://schemas.openxmlformats.org/presentationml/2006/main">
  <p:cSld>
    <p:spTree>
      <p:nvGrpSpPr>
        <p:cNvPr id="239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0" name="灯片编号占位符 5"/>
          <p:cNvSpPr>
            <a:spLocks noGrp="true"/>
          </p:cNvSpPr>
          <p:nvPr>
            <p:ph type="sldNum" sz="quarter" idx="12"/>
          </p:nvPr>
        </p:nvSpPr>
        <p:spPr>
          <a:noFill/>
          <a:extLst>
            <a:ext uri="{909E8E84-426E-40DD-AFC4-6F175D3DCCD1}"/>
            <a:ext uri="{91240B29-F687-4F45-9708-019B960494DF}"/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Comic Sans MS" panose="030F070203030202020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Comic Sans MS" panose="030F070203030202020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anose="030F070203030202020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Comic Sans MS" panose="030F070203030202020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Comic Sans MS" panose="030F0702030302020204" charset="0"/>
              </a:defRPr>
            </a:lvl5pPr>
            <a:lvl6pPr marL="2514600" indent="-228600" eaLnBrk="false" fontAlgn="base" hangingPunct="false">
              <a:spcBef>
                <a:spcPct val="20000"/>
              </a:spcBef>
              <a:spcAft>
                <a:spcPct val="1"/>
              </a:spcAft>
              <a:buChar char="»"/>
              <a:defRPr sz="2000">
                <a:solidFill>
                  <a:schemeClr val="tx1"/>
                </a:solidFill>
                <a:latin typeface="Comic Sans MS" panose="030F0702030302020204" charset="0"/>
              </a:defRPr>
            </a:lvl6pPr>
            <a:lvl7pPr marL="2971800" indent="-228600" eaLnBrk="false" fontAlgn="base" hangingPunct="false">
              <a:spcBef>
                <a:spcPct val="20000"/>
              </a:spcBef>
              <a:spcAft>
                <a:spcPct val="1"/>
              </a:spcAft>
              <a:buChar char="»"/>
              <a:defRPr sz="2000">
                <a:solidFill>
                  <a:schemeClr val="tx1"/>
                </a:solidFill>
                <a:latin typeface="Comic Sans MS" panose="030F0702030302020204" charset="0"/>
              </a:defRPr>
            </a:lvl7pPr>
            <a:lvl8pPr marL="3429000" indent="-228600" eaLnBrk="false" fontAlgn="base" hangingPunct="false">
              <a:spcBef>
                <a:spcPct val="20000"/>
              </a:spcBef>
              <a:spcAft>
                <a:spcPct val="1"/>
              </a:spcAft>
              <a:buChar char="»"/>
              <a:defRPr sz="2000">
                <a:solidFill>
                  <a:schemeClr val="tx1"/>
                </a:solidFill>
                <a:latin typeface="Comic Sans MS" panose="030F0702030302020204" charset="0"/>
              </a:defRPr>
            </a:lvl8pPr>
            <a:lvl9pPr marL="3886200" indent="-228600" eaLnBrk="false" fontAlgn="base" hangingPunct="false">
              <a:spcBef>
                <a:spcPct val="20000"/>
              </a:spcBef>
              <a:spcAft>
                <a:spcPct val="1"/>
              </a:spcAft>
              <a:buChar char="»"/>
              <a:defRPr sz="2000">
                <a:solidFill>
                  <a:schemeClr val="tx1"/>
                </a:solidFill>
                <a:latin typeface="Comic Sans MS" panose="030F0702030302020204" charset="0"/>
              </a:defRPr>
            </a:lvl9pPr>
          </a:lstStyle>
          <a:p>
            <a:pPr>
              <a:spcBef>
                <a:spcPct val="1"/>
              </a:spcBef>
              <a:buFontTx/>
              <a:buNone/>
            </a:pPr>
            <a:fld id="{AAB9B2B8-F605-5243-917E-CE98CDD77E00}" type="slidenum">
              <a:rPr lang="zh-CN" altLang="en-US" sz="1400">
                <a:latin typeface="Times New Roman" panose="02020603050405020304" pitchFamily="18" charset="0"/>
                <a:ea typeface="宋体" pitchFamily="2" charset="-122"/>
              </a:rPr>
              <a:t>43</a:t>
            </a:fld>
            <a:endParaRPr lang="en-US" altLang="zh-CN" sz="1400">
              <a:latin typeface="Times New Roman" panose="02020603050405020304" pitchFamily="18" charset="0"/>
              <a:ea typeface="宋体" pitchFamily="2" charset="-122"/>
            </a:endParaRPr>
          </a:p>
        </p:txBody>
      </p:sp>
      <p:sp>
        <p:nvSpPr>
          <p:cNvPr id="241" name="Rectangle 2"/>
          <p:cNvSpPr>
            <a:spLocks noGrp="true" noChangeArrowheads="true"/>
          </p:cNvSpPr>
          <p:nvPr>
            <p:ph type="title"/>
          </p:nvPr>
        </p:nvSpPr>
        <p:spPr/>
        <p:txBody>
          <a:bodyPr/>
          <a:lstStyle/>
          <a:p>
            <a:pPr/>
            <a:r>
              <a:rPr lang="en-US" altLang="zh-CN">
                <a:ea typeface="宋体" pitchFamily="2" charset="-122"/>
              </a:rPr>
              <a:t>Signal Function</a:t>
            </a:r>
            <a:endParaRPr/>
          </a:p>
        </p:txBody>
      </p:sp>
      <p:sp>
        <p:nvSpPr>
          <p:cNvPr id="242" name="Rectangle 3"/>
          <p:cNvSpPr>
            <a:spLocks noGrp="true" noChangeArrowheads="true"/>
          </p:cNvSpPr>
          <p:nvPr>
            <p:ph type="body" idx="1"/>
          </p:nvPr>
        </p:nvSpPr>
        <p:spPr>
          <a:xfrm>
            <a:off x="457200" y="1600200"/>
            <a:ext cx="8077200" cy="4419600"/>
          </a:xfrm>
        </p:spPr>
        <p:txBody>
          <a:bodyPr/>
          <a:lstStyle/>
          <a:p>
            <a:pPr>
              <a:buChar char="•"/>
            </a:pPr>
            <a:r>
              <a:rPr lang="en-US">
                <a:latin typeface="Comic Sans MS"/>
                <a:ea typeface="宋体"/>
                <a:cs typeface="+mn-cs"/>
              </a:rPr>
              <a:t>Handling the signal</a:t>
            </a:r>
            <a:endParaRPr/>
          </a:p>
          <a:p>
            <a:pPr lvl="1">
              <a:buChar char="–"/>
            </a:pPr>
            <a:r>
              <a:rPr lang="zh-CN">
                <a:latin typeface="Comic Sans MS"/>
                <a:ea typeface="宋体"/>
              </a:rPr>
              <a:t>当进程</a:t>
            </a:r>
            <a:r>
              <a:rPr lang="zh-CN">
                <a:solidFill>
                  <a:srgbClr val="FF0000">
                    <a:alpha val="100000"/>
                  </a:srgbClr>
                </a:solidFill>
                <a:latin typeface="Comic Sans MS"/>
                <a:ea typeface="宋体"/>
              </a:rPr>
              <a:t>捕获</a:t>
            </a:r>
            <a:r>
              <a:rPr lang="zh-CN">
                <a:latin typeface="Comic Sans MS"/>
                <a:ea typeface="宋体"/>
              </a:rPr>
              <a:t>了一个类型为</a:t>
            </a:r>
            <a:r>
              <a:rPr lang="en-US">
                <a:latin typeface="Comic Sans MS"/>
                <a:ea typeface="宋体"/>
              </a:rPr>
              <a:t>k</a:t>
            </a:r>
            <a:r>
              <a:rPr lang="zh-CN">
                <a:latin typeface="Comic Sans MS"/>
                <a:ea typeface="宋体"/>
              </a:rPr>
              <a:t>的</a:t>
            </a:r>
            <a:r>
              <a:rPr lang="en-US">
                <a:latin typeface="Comic Sans MS"/>
                <a:ea typeface="宋体"/>
              </a:rPr>
              <a:t>signal</a:t>
            </a:r>
            <a:endParaRPr/>
          </a:p>
          <a:p>
            <a:pPr lvl="1">
              <a:buChar char="–"/>
            </a:pPr>
            <a:r>
              <a:rPr lang="en-US">
                <a:latin typeface="Comic Sans MS"/>
                <a:ea typeface="宋体"/>
              </a:rPr>
              <a:t>K</a:t>
            </a:r>
            <a:r>
              <a:rPr lang="zh-CN">
                <a:latin typeface="Comic Sans MS"/>
                <a:ea typeface="宋体"/>
              </a:rPr>
              <a:t>对应的</a:t>
            </a:r>
            <a:r>
              <a:rPr lang="en-US">
                <a:latin typeface="Comic Sans MS"/>
                <a:ea typeface="宋体"/>
              </a:rPr>
              <a:t>handler</a:t>
            </a:r>
            <a:r>
              <a:rPr lang="zh-CN">
                <a:latin typeface="Comic Sans MS"/>
                <a:ea typeface="宋体"/>
              </a:rPr>
              <a:t>被激活</a:t>
            </a:r>
            <a:endParaRPr/>
          </a:p>
          <a:p>
            <a:pPr lvl="2">
              <a:buChar char="•"/>
            </a:pPr>
            <a:r>
              <a:rPr lang="en-US">
                <a:latin typeface="Comic Sans MS"/>
                <a:ea typeface="宋体"/>
              </a:rPr>
              <a:t>K</a:t>
            </a:r>
            <a:r>
              <a:rPr lang="zh-CN">
                <a:latin typeface="Comic Sans MS"/>
                <a:ea typeface="宋体"/>
              </a:rPr>
              <a:t>作为</a:t>
            </a:r>
            <a:r>
              <a:rPr lang="en-US">
                <a:latin typeface="Comic Sans MS"/>
                <a:ea typeface="宋体"/>
              </a:rPr>
              <a:t>handler</a:t>
            </a:r>
            <a:r>
              <a:rPr lang="zh-CN">
                <a:latin typeface="Comic Sans MS"/>
                <a:ea typeface="宋体"/>
              </a:rPr>
              <a:t>的参数传进去</a:t>
            </a:r>
            <a:endParaRPr lang="en-US">
              <a:latin typeface="Comic Sans MS"/>
              <a:ea typeface="宋体"/>
            </a:endParaRPr>
          </a:p>
          <a:p>
            <a:pPr lvl="1">
              <a:buChar char="–"/>
            </a:pPr>
            <a:r>
              <a:rPr lang="zh-CN">
                <a:latin typeface="Comic Sans MS"/>
                <a:ea typeface="宋体"/>
              </a:rPr>
              <a:t>当</a:t>
            </a:r>
            <a:r>
              <a:rPr lang="en-US">
                <a:latin typeface="Comic Sans MS"/>
                <a:ea typeface="宋体"/>
              </a:rPr>
              <a:t>handler</a:t>
            </a:r>
            <a:r>
              <a:rPr lang="zh-CN">
                <a:latin typeface="Comic Sans MS"/>
                <a:ea typeface="宋体"/>
              </a:rPr>
              <a:t>执行到它的</a:t>
            </a:r>
            <a:r>
              <a:rPr lang="en-US">
                <a:latin typeface="Comic Sans MS"/>
                <a:ea typeface="宋体"/>
              </a:rPr>
              <a:t>return</a:t>
            </a:r>
            <a:r>
              <a:rPr lang="zh-CN">
                <a:latin typeface="Comic Sans MS"/>
                <a:ea typeface="宋体"/>
              </a:rPr>
              <a:t>语句时</a:t>
            </a:r>
            <a:endParaRPr lang="en-US">
              <a:latin typeface="Comic Sans MS"/>
              <a:ea typeface="宋体"/>
            </a:endParaRPr>
          </a:p>
          <a:p>
            <a:pPr lvl="2">
              <a:buChar char="•"/>
            </a:pPr>
            <a:r>
              <a:rPr lang="zh-CN">
                <a:latin typeface="Comic Sans MS"/>
                <a:ea typeface="宋体"/>
              </a:rPr>
              <a:t>控制权</a:t>
            </a:r>
            <a:r>
              <a:rPr lang="zh-CN">
                <a:solidFill>
                  <a:srgbClr val="FF0000">
                    <a:alpha val="100000"/>
                  </a:srgbClr>
                </a:solidFill>
                <a:latin typeface="Comic Sans MS"/>
                <a:ea typeface="宋体"/>
              </a:rPr>
              <a:t>传递回</a:t>
            </a:r>
            <a:r>
              <a:rPr lang="zh-CN">
                <a:latin typeface="Comic Sans MS"/>
                <a:ea typeface="宋体"/>
              </a:rPr>
              <a:t>正常的程序控制流</a:t>
            </a:r>
            <a:endParaRPr lang="en-US">
              <a:latin typeface="Comic Sans MS"/>
              <a:ea typeface="宋体"/>
            </a:endParaRPr>
          </a:p>
          <a:p>
            <a:pPr lvl="3">
              <a:buChar char="–"/>
            </a:pPr>
            <a:r>
              <a:rPr lang="zh-CN">
                <a:latin typeface="Comic Sans MS"/>
                <a:ea typeface="宋体"/>
              </a:rPr>
              <a:t>通常会返回被</a:t>
            </a:r>
            <a:r>
              <a:rPr lang="en-US">
                <a:latin typeface="Comic Sans MS"/>
                <a:ea typeface="宋体"/>
              </a:rPr>
              <a:t>signal</a:t>
            </a:r>
            <a:r>
              <a:rPr lang="zh-CN">
                <a:latin typeface="Comic Sans MS"/>
                <a:ea typeface="宋体"/>
              </a:rPr>
              <a:t>接收中断的位置</a:t>
            </a:r>
            <a:endParaRPr lang="en-US">
              <a:latin typeface="Comic Sans MS"/>
              <a:ea typeface="宋体"/>
            </a:endParaRPr>
          </a:p>
        </p:txBody>
      </p:sp>
      <p:sp>
        <p:nvSpPr>
          <p:cNvPr id="243" name="Rectangle 3"/>
          <p:cNvSpPr txBox="true">
            <a:spLocks noGrp="true" noChangeArrowheads="true"/>
          </p:cNvSpPr>
          <p:nvPr/>
        </p:nvSpPr>
        <p:spPr>
          <a:xfrm rot="0" flipH="false" flipV="false">
            <a:off x="457200" y="4652555"/>
            <a:ext cx="7143205" cy="1519645"/>
          </a:xfrm>
          <a:prstGeom prst="rect">
            <a:avLst/>
          </a:prstGeom>
          <a:noFill/>
          <a:ln>
            <a:noFill/>
            <a:extLst/>
          </a:ln>
        </p:spPr>
        <p:txBody>
          <a:bodyPr vert="horz" wrap="square" lIns="91440" tIns="45720" rIns="91440" bIns="45720" anchor="t" anchorCtr="false"/>
          <a:lstStyle>
            <a:lvl1pPr marL="342900" indent="-342900" algn="l" rtl="false" eaLnBrk="false" fontAlgn="base" hangingPunct="false">
              <a:spcBef>
                <a:spcPct val="20000"/>
              </a:spcBef>
              <a:spcAft>
                <a:spcPct val="1"/>
              </a:spcAft>
              <a:buChar char="•"/>
              <a:defRPr sz="2800">
                <a:solidFill>
                  <a:srgbClr val="000000"/>
                </a:solidFill>
                <a:latin typeface="Comic Sans MS"/>
                <a:ea typeface="Comic Sans MS"/>
                <a:cs typeface="+mn-cs"/>
              </a:defRPr>
            </a:lvl1pPr>
            <a:lvl2pPr marL="742950" indent="-285750" algn="l" rtl="false" eaLnBrk="false" fontAlgn="base" hangingPunct="false">
              <a:spcBef>
                <a:spcPct val="20000"/>
              </a:spcBef>
              <a:spcAft>
                <a:spcPct val="1"/>
              </a:spcAft>
              <a:buChar char="–"/>
              <a:defRPr sz="2400">
                <a:solidFill>
                  <a:srgbClr val="000000"/>
                </a:solidFill>
                <a:latin typeface="Comic Sans MS"/>
              </a:defRPr>
            </a:lvl2pPr>
            <a:lvl3pPr marL="1143000" indent="-228600" algn="l" rtl="false" eaLnBrk="false" fontAlgn="base" hangingPunct="false">
              <a:spcBef>
                <a:spcPct val="20000"/>
              </a:spcBef>
              <a:spcAft>
                <a:spcPct val="1"/>
              </a:spcAft>
              <a:buChar char="•"/>
              <a:defRPr sz="2000">
                <a:solidFill>
                  <a:srgbClr val="000000"/>
                </a:solidFill>
                <a:latin typeface="Comic Sans MS"/>
              </a:defRPr>
            </a:lvl3pPr>
            <a:lvl4pPr marL="1600200" indent="-228600" algn="l" rtl="false" eaLnBrk="false" fontAlgn="base" hangingPunct="false">
              <a:spcBef>
                <a:spcPct val="20000"/>
              </a:spcBef>
              <a:spcAft>
                <a:spcPct val="1"/>
              </a:spcAft>
              <a:buChar char="–"/>
              <a:defRPr sz="2000">
                <a:solidFill>
                  <a:srgbClr val="000000"/>
                </a:solidFill>
                <a:latin typeface="Comic Sans MS"/>
              </a:defRPr>
            </a:lvl4pPr>
            <a:lvl5pPr marL="2057400" indent="-228600" algn="l" rtl="false" eaLnBrk="false" fontAlgn="base" hangingPunct="false">
              <a:spcBef>
                <a:spcPct val="20000"/>
              </a:spcBef>
              <a:spcAft>
                <a:spcPct val="1"/>
              </a:spcAft>
              <a:buChar char="»"/>
              <a:defRPr sz="2000">
                <a:solidFill>
                  <a:srgbClr val="000000"/>
                </a:solidFill>
                <a:latin typeface="Comic Sans MS"/>
              </a:defRPr>
            </a:lvl5pPr>
            <a:lvl6pPr marL="2514600" indent="-228600" algn="l" rtl="false" eaLnBrk="false" fontAlgn="base" hangingPunct="false">
              <a:spcBef>
                <a:spcPct val="20000"/>
              </a:spcBef>
              <a:spcAft>
                <a:spcPct val="1"/>
              </a:spcAft>
              <a:buChar char="»"/>
              <a:defRPr sz="2000">
                <a:solidFill>
                  <a:srgbClr val="000000"/>
                </a:solidFill>
                <a:latin typeface="Comic Sans MS"/>
              </a:defRPr>
            </a:lvl6pPr>
            <a:lvl7pPr marL="2971800" indent="-228600" algn="l" rtl="false" eaLnBrk="false" fontAlgn="base" hangingPunct="false">
              <a:spcBef>
                <a:spcPct val="20000"/>
              </a:spcBef>
              <a:spcAft>
                <a:spcPct val="1"/>
              </a:spcAft>
              <a:buChar char="»"/>
              <a:defRPr sz="2000">
                <a:solidFill>
                  <a:srgbClr val="000000"/>
                </a:solidFill>
                <a:latin typeface="Comic Sans MS"/>
              </a:defRPr>
            </a:lvl7pPr>
            <a:lvl8pPr marL="3429000" indent="-228600" algn="l" rtl="false" eaLnBrk="false" fontAlgn="base" hangingPunct="false">
              <a:spcBef>
                <a:spcPct val="20000"/>
              </a:spcBef>
              <a:spcAft>
                <a:spcPct val="1"/>
              </a:spcAft>
              <a:buChar char="»"/>
              <a:defRPr sz="2000">
                <a:solidFill>
                  <a:srgbClr val="000000"/>
                </a:solidFill>
                <a:latin typeface="Comic Sans MS"/>
              </a:defRPr>
            </a:lvl8pPr>
            <a:lvl9pPr marL="3886200" indent="-228600" algn="l" rtl="false" eaLnBrk="false" fontAlgn="base" hangingPunct="false">
              <a:spcBef>
                <a:spcPct val="20000"/>
              </a:spcBef>
              <a:spcAft>
                <a:spcPct val="1"/>
              </a:spcAft>
              <a:buChar char="»"/>
              <a:defRPr sz="2000">
                <a:solidFill>
                  <a:srgbClr val="000000"/>
                </a:solidFill>
                <a:latin typeface="Comic Sans MS"/>
              </a:defRPr>
            </a:lvl9pPr>
          </a:lstStyle>
          <a:p>
            <a:pPr marL="342900" indent="-342900" algn="l">
              <a:lnSpc>
                <a:spcPct val="140000"/>
              </a:lnSpc>
              <a:spcBef>
                <a:spcPct val="20000"/>
              </a:spcBef>
              <a:spcAft>
                <a:spcPct val="1"/>
              </a:spcAft>
              <a:buChar char="•"/>
              <a:defRPr sz="2800" b="true">
                <a:solidFill>
                  <a:srgbClr val="000000">
                    <a:alpha val="100000"/>
                  </a:srgbClr>
                </a:solidFill>
                <a:latin typeface="Comic Sans MS"/>
                <a:ea typeface="Comic Sans MS"/>
                <a:cs typeface="+mn-cs"/>
              </a:defRPr>
            </a:pPr>
            <a:r>
              <a:rPr lang="zh-CN" sz="2400" b="false">
                <a:solidFill>
                  <a:srgbClr val="000000">
                    <a:alpha val="100000"/>
                  </a:srgbClr>
                </a:solidFill>
                <a:latin typeface="Comic Sans MS"/>
                <a:ea typeface="宋体"/>
                <a:cs typeface="+mn-cs"/>
              </a:rPr>
              <a:t>同一个</a:t>
            </a:r>
            <a:r>
              <a:rPr lang="en-US" sz="2400" b="false">
                <a:solidFill>
                  <a:srgbClr val="000000">
                    <a:alpha val="100000"/>
                  </a:srgbClr>
                </a:solidFill>
                <a:latin typeface="Comic Sans MS"/>
                <a:ea typeface="宋体"/>
                <a:cs typeface="+mn-cs"/>
              </a:rPr>
              <a:t>handler</a:t>
            </a:r>
            <a:r>
              <a:rPr lang="zh-CN" sz="2400" b="false">
                <a:solidFill>
                  <a:srgbClr val="000000">
                    <a:alpha val="100000"/>
                  </a:srgbClr>
                </a:solidFill>
                <a:latin typeface="Comic Sans MS"/>
                <a:ea typeface="宋体"/>
                <a:cs typeface="+mn-cs"/>
              </a:rPr>
              <a:t>可以用于捕获不同类型的信号</a:t>
            </a:r>
            <a:endParaRPr/>
          </a:p>
          <a:p>
            <a:pPr marL="742950" lvl="1" indent="-285750" algn="l">
              <a:lnSpc>
                <a:spcPct val="140000"/>
              </a:lnSpc>
              <a:spcBef>
                <a:spcPct val="20000"/>
              </a:spcBef>
              <a:spcAft>
                <a:spcPct val="1"/>
              </a:spcAft>
              <a:buChar char="–"/>
              <a:defRPr sz="2400" b="true">
                <a:solidFill>
                  <a:srgbClr val="000000">
                    <a:alpha val="100000"/>
                  </a:srgbClr>
                </a:solidFill>
                <a:latin typeface="Comic Sans MS"/>
                <a:ea typeface="宋体"/>
                <a:cs typeface="+mn-cs"/>
              </a:defRPr>
            </a:pPr>
            <a:r>
              <a:rPr lang="zh-CN" sz="2000" b="false">
                <a:solidFill>
                  <a:srgbClr val="000000">
                    <a:alpha val="100000"/>
                  </a:srgbClr>
                </a:solidFill>
                <a:latin typeface="Comic Sans MS"/>
                <a:ea typeface="宋体"/>
                <a:cs typeface="+mn-cs"/>
              </a:rPr>
              <a:t>所以才需要</a:t>
            </a:r>
            <a:r>
              <a:rPr lang="en-US" sz="2000" b="false">
                <a:solidFill>
                  <a:srgbClr val="000000">
                    <a:alpha val="100000"/>
                  </a:srgbClr>
                </a:solidFill>
                <a:latin typeface="Comic Sans MS"/>
                <a:ea typeface="宋体"/>
                <a:cs typeface="+mn-cs"/>
              </a:rPr>
              <a:t>signal</a:t>
            </a:r>
            <a:r>
              <a:rPr lang="zh-CN" sz="2000" b="false">
                <a:solidFill>
                  <a:srgbClr val="000000">
                    <a:alpha val="100000"/>
                  </a:srgbClr>
                </a:solidFill>
                <a:latin typeface="Comic Sans MS"/>
                <a:ea typeface="宋体"/>
                <a:cs typeface="+mn-cs"/>
              </a:rPr>
              <a:t>类型作为参数传进去</a:t>
            </a:r>
            <a:endParaRPr lang="en-US" sz="2400">
              <a:solidFill>
                <a:srgbClr val="000000">
                  <a:alpha val="100000"/>
                </a:srgbClr>
              </a:solidFill>
              <a:latin typeface="Comic Sans MS"/>
              <a:ea typeface="宋体"/>
              <a:cs typeface="+mn-cs"/>
            </a:endParaRPr>
          </a:p>
        </p:txBody>
      </p:sp>
    </p:spTree>
  </p:cSld>
  <p:clrMapOvr>
    <a:masterClrMapping/>
  </p:clrMapOvr>
</p:sld>
</file>

<file path=ppt/slides/slide44.xml><?xml version="1.0" encoding="utf-8"?>
<p:sld xmlns:p="http://schemas.openxmlformats.org/presentationml/2006/main" xmlns:a16="http://schemas.microsoft.com/office/drawing/2014/main" xmlns:a="http://schemas.openxmlformats.org/drawingml/2006/main" xmlns:mc="http://schemas.openxmlformats.org/markup-compatibility/2006" mc:Ignorable="a16">
  <p:cSld>
    <p:spTree>
      <p:nvGrpSpPr>
        <p:cNvPr id="244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" name="灯片编号占位符 5"/>
          <p:cNvSpPr>
            <a:spLocks noGrp="true"/>
          </p:cNvSpPr>
          <p:nvPr>
            <p:ph type="sldNum" sz="quarter" idx="12"/>
          </p:nvPr>
        </p:nvSpPr>
        <p:spPr>
          <a:noFill/>
          <a:extLst>
            <a:ext uri="{909E8E84-426E-40DD-AFC4-6F175D3DCCD1}"/>
            <a:ext uri="{91240B29-F687-4F45-9708-019B960494DF}"/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Comic Sans MS" panose="030F070203030202020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Comic Sans MS" panose="030F070203030202020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anose="030F070203030202020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Comic Sans MS" panose="030F070203030202020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Comic Sans MS" panose="030F0702030302020204" charset="0"/>
              </a:defRPr>
            </a:lvl5pPr>
            <a:lvl6pPr marL="2514600" indent="-228600" eaLnBrk="false" fontAlgn="base" hangingPunct="false">
              <a:spcBef>
                <a:spcPct val="20000"/>
              </a:spcBef>
              <a:spcAft>
                <a:spcPct val="1"/>
              </a:spcAft>
              <a:buChar char="»"/>
              <a:defRPr sz="2000">
                <a:solidFill>
                  <a:schemeClr val="tx1"/>
                </a:solidFill>
                <a:latin typeface="Comic Sans MS" panose="030F0702030302020204" charset="0"/>
              </a:defRPr>
            </a:lvl6pPr>
            <a:lvl7pPr marL="2971800" indent="-228600" eaLnBrk="false" fontAlgn="base" hangingPunct="false">
              <a:spcBef>
                <a:spcPct val="20000"/>
              </a:spcBef>
              <a:spcAft>
                <a:spcPct val="1"/>
              </a:spcAft>
              <a:buChar char="»"/>
              <a:defRPr sz="2000">
                <a:solidFill>
                  <a:schemeClr val="tx1"/>
                </a:solidFill>
                <a:latin typeface="Comic Sans MS" panose="030F0702030302020204" charset="0"/>
              </a:defRPr>
            </a:lvl7pPr>
            <a:lvl8pPr marL="3429000" indent="-228600" eaLnBrk="false" fontAlgn="base" hangingPunct="false">
              <a:spcBef>
                <a:spcPct val="20000"/>
              </a:spcBef>
              <a:spcAft>
                <a:spcPct val="1"/>
              </a:spcAft>
              <a:buChar char="»"/>
              <a:defRPr sz="2000">
                <a:solidFill>
                  <a:schemeClr val="tx1"/>
                </a:solidFill>
                <a:latin typeface="Comic Sans MS" panose="030F0702030302020204" charset="0"/>
              </a:defRPr>
            </a:lvl8pPr>
            <a:lvl9pPr marL="3886200" indent="-228600" eaLnBrk="false" fontAlgn="base" hangingPunct="false">
              <a:spcBef>
                <a:spcPct val="20000"/>
              </a:spcBef>
              <a:spcAft>
                <a:spcPct val="1"/>
              </a:spcAft>
              <a:buChar char="»"/>
              <a:defRPr sz="2000">
                <a:solidFill>
                  <a:schemeClr val="tx1"/>
                </a:solidFill>
                <a:latin typeface="Comic Sans MS" panose="030F0702030302020204" charset="0"/>
              </a:defRPr>
            </a:lvl9pPr>
          </a:lstStyle>
          <a:p>
            <a:pPr>
              <a:spcBef>
                <a:spcPct val="1"/>
              </a:spcBef>
              <a:buFontTx/>
              <a:buNone/>
            </a:pPr>
            <a:fld id="{74A4B22B-3C52-F44A-A3B9-ED24AAF368A5}" type="slidenum">
              <a:rPr lang="zh-CN" altLang="en-US" sz="1400">
                <a:latin typeface="Times New Roman" panose="02020603050405020304" pitchFamily="18" charset="0"/>
                <a:ea typeface="宋体" pitchFamily="2" charset="-122"/>
              </a:rPr>
              <a:t>45</a:t>
            </a:fld>
            <a:endParaRPr lang="en-US" altLang="zh-CN" sz="1400">
              <a:latin typeface="Times New Roman" panose="02020603050405020304" pitchFamily="18" charset="0"/>
              <a:ea typeface="宋体" pitchFamily="2" charset="-122"/>
            </a:endParaRPr>
          </a:p>
        </p:txBody>
      </p:sp>
      <p:sp>
        <p:nvSpPr>
          <p:cNvPr id="246" name="Rectangle 2"/>
          <p:cNvSpPr>
            <a:spLocks noGrp="true" noChangeArrowheads="true"/>
          </p:cNvSpPr>
          <p:nvPr>
            <p:ph type="title"/>
          </p:nvPr>
        </p:nvSpPr>
        <p:spPr>
          <a:xfrm>
            <a:off x="533400" y="533400"/>
            <a:ext cx="8001000" cy="685800"/>
          </a:xfrm>
        </p:spPr>
        <p:txBody>
          <a:bodyPr/>
          <a:lstStyle/>
          <a:p>
            <a:pPr>
              <a:defRPr/>
            </a:pPr>
            <a:r>
              <a:rPr lang="en-US" altLang="zh-CN" dirty="false">
                <a:ea typeface="宋体" pitchFamily="2" charset="-122"/>
              </a:rPr>
              <a:t>Sending Signals With the </a:t>
            </a:r>
            <a:r>
              <a:rPr lang="en-US" altLang="zh-CN" sz="3200" dirty="false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urier New" panose="02070309020205020404" charset="0"/>
                <a:ea typeface="宋体" pitchFamily="2" charset="-122"/>
                <a:cs typeface="Courier New" panose="02070309020205020404" charset="0"/>
              </a:rPr>
              <a:t>alarm</a:t>
            </a:r>
            <a:r>
              <a:rPr lang="en-US" altLang="zh-CN" sz="3200" dirty="false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urier" charset="0"/>
                <a:ea typeface="宋体" pitchFamily="2" charset="-122"/>
              </a:rPr>
              <a:t> </a:t>
            </a:r>
            <a:r>
              <a:rPr lang="en-US" altLang="zh-CN" dirty="false">
                <a:ea typeface="宋体" pitchFamily="2" charset="-122"/>
              </a:rPr>
              <a:t>Function</a:t>
            </a:r>
            <a:endParaRPr lang="zh-CN" altLang="en-US" dirty="false">
              <a:ea typeface="宋体" pitchFamily="2" charset="-122"/>
            </a:endParaRPr>
          </a:p>
        </p:txBody>
      </p:sp>
      <p:sp>
        <p:nvSpPr>
          <p:cNvPr id="247" name="Rectangle 3"/>
          <p:cNvSpPr>
            <a:spLocks noGrp="true" noChangeArrowheads="true"/>
          </p:cNvSpPr>
          <p:nvPr>
            <p:ph type="body" idx="1"/>
          </p:nvPr>
        </p:nvSpPr>
        <p:spPr>
          <a:xfrm>
            <a:off x="381000" y="3048000"/>
            <a:ext cx="8458200" cy="3581400"/>
          </a:xfrm>
        </p:spPr>
        <p:txBody>
          <a:bodyPr/>
          <a:lstStyle/>
          <a:p>
            <a:pPr>
              <a:buChar char="•"/>
              <a:defRPr sz="2800">
                <a:solidFill>
                  <a:schemeClr val="tx1">
                    <a:alpha val="100000"/>
                  </a:schemeClr>
                </a:solidFill>
                <a:latin typeface="Comic Sans MS"/>
                <a:ea typeface="Comic Sans MS"/>
                <a:cs typeface="+mn-cs"/>
              </a:defRPr>
            </a:pPr>
            <a:r>
              <a:rPr lang="en-US" sz="2400">
                <a:latin typeface="Comic Sans MS"/>
                <a:ea typeface="宋体"/>
                <a:cs typeface="+mn-cs"/>
              </a:rPr>
              <a:t>Arranges for the kernel to send a SIGALRM signal to the calling process </a:t>
            </a:r>
            <a:r>
              <a:rPr lang="en-US" sz="2400">
                <a:solidFill>
                  <a:srgbClr val="FF0000">
                    <a:alpha val="100000"/>
                  </a:srgbClr>
                </a:solidFill>
                <a:latin typeface="Comic Sans MS"/>
                <a:ea typeface="宋体"/>
                <a:cs typeface="+mn-cs"/>
              </a:rPr>
              <a:t>in </a:t>
            </a:r>
            <a:r>
              <a:rPr lang="en-US" sz="2400" b="true">
                <a:solidFill>
                  <a:srgbClr val="FF0000">
                    <a:alpha val="100000"/>
                  </a:srgbClr>
                </a:solidFill>
                <a:effectLst>
                  <a:outerShdw blurRad="38100" dist="38100" dir="2700000" sx="100000" sy="100000" algn="tl">
                    <a:srgbClr val="000000">
                      <a:alpha val="43137"/>
                    </a:srgbClr>
                  </a:outerShdw>
                </a:effectLst>
                <a:latin typeface="Courier New"/>
                <a:ea typeface="宋体"/>
                <a:cs typeface="Courier New"/>
              </a:rPr>
              <a:t>secs</a:t>
            </a:r>
            <a:r>
              <a:rPr lang="en-US" sz="2400">
                <a:solidFill>
                  <a:srgbClr val="FF0000">
                    <a:alpha val="100000"/>
                  </a:srgbClr>
                </a:solidFill>
                <a:effectLst>
                  <a:outerShdw blurRad="38100" dist="38100" dir="2700000" sx="100000" sy="100000" algn="tl">
                    <a:srgbClr val="000000">
                      <a:alpha val="43137"/>
                    </a:srgbClr>
                  </a:outerShdw>
                </a:effectLst>
                <a:latin typeface="Courier"/>
                <a:ea typeface="宋体"/>
                <a:cs typeface="+mn-cs"/>
              </a:rPr>
              <a:t> </a:t>
            </a:r>
            <a:r>
              <a:rPr lang="en-US" sz="2400">
                <a:solidFill>
                  <a:srgbClr val="FF0000">
                    <a:alpha val="100000"/>
                  </a:srgbClr>
                </a:solidFill>
                <a:latin typeface="Comic Sans MS"/>
                <a:ea typeface="宋体"/>
                <a:cs typeface="+mn-cs"/>
              </a:rPr>
              <a:t>seconds </a:t>
            </a:r>
            <a:r>
              <a:rPr lang="en-US" sz="2400">
                <a:latin typeface="Comic Sans MS"/>
                <a:ea typeface="宋体"/>
                <a:cs typeface="+mn-cs"/>
              </a:rPr>
              <a:t>(</a:t>
            </a:r>
            <a:r>
              <a:rPr lang="zh-CN" sz="2400">
                <a:latin typeface="Comic Sans MS"/>
                <a:ea typeface="宋体"/>
                <a:cs typeface="+mn-cs"/>
              </a:rPr>
              <a:t>给自己设个闹钟</a:t>
            </a:r>
            <a:r>
              <a:rPr lang="en-US" sz="2400">
                <a:latin typeface="Comic Sans MS"/>
                <a:ea typeface="宋体"/>
                <a:cs typeface="+mn-cs"/>
              </a:rPr>
              <a:t>)</a:t>
            </a:r>
            <a:endParaRPr/>
          </a:p>
          <a:p>
            <a:pPr>
              <a:buChar char="•"/>
              <a:defRPr sz="2800">
                <a:solidFill>
                  <a:schemeClr val="tx1">
                    <a:alpha val="100000"/>
                  </a:schemeClr>
                </a:solidFill>
                <a:latin typeface="Comic Sans MS"/>
                <a:ea typeface="Comic Sans MS"/>
                <a:cs typeface="+mn-cs"/>
              </a:defRPr>
            </a:pPr>
            <a:r>
              <a:rPr lang="en-US" sz="2400">
                <a:latin typeface="Comic Sans MS"/>
                <a:ea typeface="宋体"/>
                <a:cs typeface="+mn-cs"/>
              </a:rPr>
              <a:t>If </a:t>
            </a:r>
            <a:r>
              <a:rPr lang="en-US" sz="2400" b="true">
                <a:effectLst>
                  <a:outerShdw blurRad="38100" dist="38100" dir="2700000" sx="100000" sy="100000" algn="tl">
                    <a:srgbClr val="000000">
                      <a:alpha val="43137"/>
                    </a:srgbClr>
                  </a:outerShdw>
                </a:effectLst>
                <a:latin typeface="Courier New"/>
                <a:ea typeface="宋体"/>
                <a:cs typeface="Courier New"/>
              </a:rPr>
              <a:t>secs</a:t>
            </a:r>
            <a:r>
              <a:rPr lang="en-US" sz="2400">
                <a:latin typeface="Courier"/>
                <a:ea typeface="宋体"/>
                <a:cs typeface="+mn-cs"/>
              </a:rPr>
              <a:t> </a:t>
            </a:r>
            <a:r>
              <a:rPr lang="en-US" sz="2400">
                <a:latin typeface="Comic Sans MS"/>
                <a:ea typeface="宋体"/>
                <a:cs typeface="+mn-cs"/>
              </a:rPr>
              <a:t>is zero</a:t>
            </a:r>
            <a:endParaRPr/>
          </a:p>
          <a:p>
            <a:pPr lvl="1">
              <a:buChar char="–"/>
              <a:defRPr sz="2400">
                <a:solidFill>
                  <a:schemeClr val="tx1">
                    <a:alpha val="100000"/>
                  </a:schemeClr>
                </a:solidFill>
                <a:latin typeface="Comic Sans MS"/>
              </a:defRPr>
            </a:pPr>
            <a:r>
              <a:rPr lang="en-US" sz="2000">
                <a:latin typeface="Comic Sans MS"/>
                <a:ea typeface="宋体"/>
              </a:rPr>
              <a:t>any pending alarm is canceled (</a:t>
            </a:r>
            <a:r>
              <a:rPr lang="zh-CN" sz="2000">
                <a:latin typeface="Comic Sans MS"/>
                <a:ea typeface="宋体"/>
              </a:rPr>
              <a:t>取消所有闹钟</a:t>
            </a:r>
            <a:r>
              <a:rPr lang="en-US" sz="2000">
                <a:latin typeface="Comic Sans MS"/>
                <a:ea typeface="宋体"/>
              </a:rPr>
              <a:t>) </a:t>
            </a:r>
            <a:endParaRPr/>
          </a:p>
          <a:p>
            <a:pPr>
              <a:buChar char="•"/>
              <a:defRPr sz="2800">
                <a:solidFill>
                  <a:schemeClr val="tx1">
                    <a:alpha val="100000"/>
                  </a:schemeClr>
                </a:solidFill>
                <a:latin typeface="Comic Sans MS"/>
                <a:ea typeface="Comic Sans MS"/>
                <a:cs typeface="+mn-cs"/>
              </a:defRPr>
            </a:pPr>
            <a:r>
              <a:rPr lang="en-US" sz="2400">
                <a:latin typeface="Comic Sans MS"/>
                <a:ea typeface="宋体"/>
                <a:cs typeface="+mn-cs"/>
              </a:rPr>
              <a:t>The call to </a:t>
            </a:r>
            <a:r>
              <a:rPr lang="en-US" sz="2400" b="true">
                <a:effectLst>
                  <a:outerShdw blurRad="38100" dist="38100" dir="2700000" sx="100000" sy="100000" algn="tl">
                    <a:srgbClr val="000000">
                      <a:alpha val="43137"/>
                    </a:srgbClr>
                  </a:outerShdw>
                </a:effectLst>
                <a:latin typeface="Courier New"/>
                <a:ea typeface="宋体"/>
                <a:cs typeface="Courier New"/>
              </a:rPr>
              <a:t>alarm </a:t>
            </a:r>
            <a:endParaRPr/>
          </a:p>
          <a:p>
            <a:pPr lvl="1">
              <a:buChar char="–"/>
              <a:defRPr sz="2400">
                <a:solidFill>
                  <a:schemeClr val="tx1">
                    <a:alpha val="100000"/>
                  </a:schemeClr>
                </a:solidFill>
                <a:latin typeface="Comic Sans MS"/>
              </a:defRPr>
            </a:pPr>
            <a:r>
              <a:rPr lang="zh-CN" sz="2000" b="true">
                <a:solidFill>
                  <a:srgbClr val="FF0000">
                    <a:alpha val="100000"/>
                  </a:srgbClr>
                </a:solidFill>
                <a:effectLst>
                  <a:outerShdw blurRad="38100" dist="38100" dir="2700000" sx="100000" sy="100000" algn="tl">
                    <a:srgbClr val="000000">
                      <a:alpha val="43137"/>
                    </a:srgbClr>
                  </a:outerShdw>
                </a:effectLst>
                <a:latin typeface="Courier New"/>
                <a:ea typeface="宋体"/>
                <a:cs typeface="Courier New"/>
              </a:rPr>
              <a:t>取消</a:t>
            </a:r>
            <a:r>
              <a:rPr lang="zh-CN" sz="2000" b="true">
                <a:effectLst>
                  <a:outerShdw blurRad="38100" dist="38100" dir="2700000" sx="100000" sy="100000" algn="tl">
                    <a:srgbClr val="000000">
                      <a:alpha val="43137"/>
                    </a:srgbClr>
                  </a:outerShdw>
                </a:effectLst>
                <a:latin typeface="Courier New"/>
                <a:ea typeface="宋体"/>
                <a:cs typeface="Courier New"/>
              </a:rPr>
              <a:t>掉任何待处理的（</a:t>
            </a:r>
            <a:r>
              <a:rPr lang="en-US" sz="2000" b="true">
                <a:effectLst>
                  <a:outerShdw blurRad="38100" dist="38100" dir="2700000" sx="100000" sy="100000" algn="tl">
                    <a:srgbClr val="000000">
                      <a:alpha val="43137"/>
                    </a:srgbClr>
                  </a:outerShdw>
                </a:effectLst>
                <a:latin typeface="Courier New"/>
                <a:ea typeface="宋体"/>
                <a:cs typeface="Courier New"/>
              </a:rPr>
              <a:t>pending</a:t>
            </a:r>
            <a:r>
              <a:rPr lang="zh-CN" sz="2000" b="true">
                <a:effectLst>
                  <a:outerShdw blurRad="38100" dist="38100" dir="2700000" sx="100000" sy="100000" algn="tl">
                    <a:srgbClr val="000000">
                      <a:alpha val="43137"/>
                    </a:srgbClr>
                  </a:outerShdw>
                </a:effectLst>
                <a:latin typeface="Courier New"/>
                <a:ea typeface="宋体"/>
                <a:cs typeface="Courier New"/>
              </a:rPr>
              <a:t>）闹钟</a:t>
            </a:r>
            <a:endParaRPr lang="en-US" sz="2000" b="true">
              <a:effectLst>
                <a:outerShdw blurRad="38100" dist="38100" dir="2700000" sx="100000" sy="100000" algn="tl">
                  <a:srgbClr val="000000">
                    <a:alpha val="43137"/>
                  </a:srgbClr>
                </a:outerShdw>
              </a:effectLst>
              <a:latin typeface="Courier New"/>
              <a:ea typeface="宋体"/>
              <a:cs typeface="Courier New"/>
            </a:endParaRPr>
          </a:p>
          <a:p>
            <a:pPr lvl="1">
              <a:buChar char="–"/>
              <a:defRPr sz="2400">
                <a:solidFill>
                  <a:schemeClr val="tx1">
                    <a:alpha val="100000"/>
                  </a:schemeClr>
                </a:solidFill>
                <a:latin typeface="Comic Sans MS"/>
              </a:defRPr>
            </a:pPr>
            <a:r>
              <a:rPr lang="zh-CN" sz="2000">
                <a:latin typeface="Comic Sans MS"/>
                <a:ea typeface="宋体"/>
              </a:rPr>
              <a:t>返回前一个</a:t>
            </a:r>
            <a:r>
              <a:rPr lang="en-US" sz="2000">
                <a:latin typeface="Comic Sans MS"/>
                <a:ea typeface="宋体"/>
              </a:rPr>
              <a:t>pending alarm</a:t>
            </a:r>
            <a:r>
              <a:rPr lang="zh-CN" sz="2000">
                <a:latin typeface="Comic Sans MS"/>
                <a:ea typeface="宋体"/>
              </a:rPr>
              <a:t>剩余的秒数</a:t>
            </a:r>
            <a:endParaRPr/>
          </a:p>
          <a:p>
            <a:pPr lvl="1">
              <a:buChar char="–"/>
              <a:defRPr sz="2400">
                <a:solidFill>
                  <a:schemeClr val="tx1">
                    <a:alpha val="100000"/>
                  </a:schemeClr>
                </a:solidFill>
                <a:latin typeface="Comic Sans MS"/>
              </a:defRPr>
            </a:pPr>
            <a:r>
              <a:rPr lang="zh-CN" sz="2000">
                <a:latin typeface="Comic Sans MS"/>
                <a:ea typeface="宋体"/>
              </a:rPr>
              <a:t>如果之前没有</a:t>
            </a:r>
            <a:r>
              <a:rPr lang="en-US" sz="2000">
                <a:latin typeface="Comic Sans MS"/>
                <a:ea typeface="宋体"/>
              </a:rPr>
              <a:t>pending alarm</a:t>
            </a:r>
            <a:r>
              <a:rPr lang="zh-CN" sz="2000">
                <a:latin typeface="Comic Sans MS"/>
                <a:ea typeface="宋体"/>
              </a:rPr>
              <a:t>，返回</a:t>
            </a:r>
            <a:r>
              <a:rPr lang="en-US" sz="2000">
                <a:latin typeface="Comic Sans MS"/>
                <a:ea typeface="宋体"/>
              </a:rPr>
              <a:t>0</a:t>
            </a:r>
            <a:endParaRPr/>
          </a:p>
        </p:txBody>
      </p:sp>
      <p:graphicFrame>
        <p:nvGraphicFramePr>
          <p:cNvPr id="248" name="Group 4"/>
          <p:cNvGraphicFramePr/>
          <p:nvPr/>
        </p:nvGraphicFramePr>
        <p:xfrm>
          <a:off x="457200" y="1600200"/>
          <a:ext cx="8153400" cy="1295400"/>
        </p:xfrm>
        <a:graphic>
          <a:graphicData uri="http://schemas.openxmlformats.org/drawingml/2006/table">
            <a:tbl>
              <a:tblPr/>
              <a:tblGrid>
                <a:gridCol w="8153400">
                  <a:extLst>
                    <a:ext uri="{9D8B030D-6E8A-4147-A177-3AD203B41FA5}">
                      <a16:colId val="1"/>
                    </a:ext>
                  </a:extLst>
                </a:gridCol>
              </a:tblGrid>
              <a:tr h="1295400">
                <a:tc>
                  <a:txBody>
                    <a:bodyPr/>
                    <a:lstStyle/>
                    <a:p>
                      <a:pPr marL="0" marR="0" lvl="0" indent="0" algn="l" defTabSz="914400" rtl="false" eaLnBrk="false" fontAlgn="base" latinLnBrk="false" hangingPunct="false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1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false" lang="zh-CN" altLang="en-US" sz="2000" b="true" i="false" u="none" strike="noStrike" cap="none" normalizeH="false" baseline="0" dirty="false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anose="02070309020205020404" charset="0"/>
                          <a:ea typeface="宋体" pitchFamily="2" charset="-122"/>
                          <a:cs typeface="Courier New" panose="02070309020205020404" charset="0"/>
                        </a:rPr>
                        <a:t>#</a:t>
                      </a:r>
                      <a:r>
                        <a:rPr kumimoji="false" lang="en-US" altLang="zh-CN" sz="2000" b="true" i="false" u="none" strike="noStrike" cap="none" normalizeH="false" baseline="0" dirty="false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anose="02070309020205020404" charset="0"/>
                          <a:ea typeface="宋体" pitchFamily="2" charset="-122"/>
                          <a:cs typeface="Courier New" panose="02070309020205020404" charset="0"/>
                        </a:rPr>
                        <a:t>include &lt;</a:t>
                      </a:r>
                      <a:r>
                        <a:rPr kumimoji="false" lang="en-US" altLang="zh-CN" sz="2000" b="true" i="false" u="none" strike="noStrike" cap="none" normalizeH="false" baseline="0" dirty="false" err="true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anose="02070309020205020404" charset="0"/>
                          <a:ea typeface="宋体" pitchFamily="2" charset="-122"/>
                          <a:cs typeface="Courier New" panose="02070309020205020404" charset="0"/>
                        </a:rPr>
                        <a:t>unistd.h</a:t>
                      </a:r>
                      <a:r>
                        <a:rPr kumimoji="false" lang="en-US" altLang="zh-CN" sz="2000" b="true" i="false" u="none" strike="noStrike" cap="none" normalizeH="false" baseline="0" dirty="false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anose="02070309020205020404" charset="0"/>
                          <a:ea typeface="宋体" pitchFamily="2" charset="-122"/>
                          <a:cs typeface="Courier New" panose="02070309020205020404" charset="0"/>
                        </a:rPr>
                        <a:t>&gt;</a:t>
                      </a:r>
                      <a:endParaRPr/>
                    </a:p>
                    <a:p>
                      <a:pPr marL="0" marR="0" lvl="0" indent="0" algn="l" defTabSz="914400" rtl="false" eaLnBrk="false" fontAlgn="base" latinLnBrk="false" hangingPunct="false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1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false" lang="en-US" altLang="zh-CN" sz="2000" b="true" i="false" u="none" strike="noStrike" cap="none" normalizeH="false" baseline="0" dirty="false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anose="02070309020205020404" charset="0"/>
                          <a:ea typeface="宋体" pitchFamily="2" charset="-122"/>
                          <a:cs typeface="Courier New" panose="02070309020205020404" charset="0"/>
                        </a:rPr>
                        <a:t>unsigned </a:t>
                      </a:r>
                      <a:r>
                        <a:rPr kumimoji="false" lang="en-US" altLang="zh-CN" sz="2000" b="true" i="false" u="none" strike="noStrike" cap="none" normalizeH="false" baseline="0" dirty="false" err="true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anose="02070309020205020404" charset="0"/>
                          <a:ea typeface="宋体" pitchFamily="2" charset="-122"/>
                          <a:cs typeface="Courier New" panose="02070309020205020404" charset="0"/>
                        </a:rPr>
                        <a:t>int</a:t>
                      </a:r>
                      <a:r>
                        <a:rPr kumimoji="false" lang="en-US" altLang="zh-CN" sz="2000" b="true" i="false" u="none" strike="noStrike" cap="none" normalizeH="false" baseline="0" dirty="false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anose="02070309020205020404" charset="0"/>
                          <a:ea typeface="宋体" pitchFamily="2" charset="-122"/>
                          <a:cs typeface="Courier New" panose="02070309020205020404" charset="0"/>
                        </a:rPr>
                        <a:t> </a:t>
                      </a:r>
                      <a:r>
                        <a:rPr kumimoji="false" lang="en-US" altLang="zh-CN" sz="2400" b="true" i="false" u="none" strike="noStrike" cap="none" normalizeH="false" baseline="0" dirty="false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anose="02070309020205020404" charset="0"/>
                          <a:ea typeface="宋体" pitchFamily="2" charset="-122"/>
                          <a:cs typeface="Courier New" panose="02070309020205020404" charset="0"/>
                        </a:rPr>
                        <a:t>alarm</a:t>
                      </a:r>
                      <a:r>
                        <a:rPr kumimoji="false" lang="en-US" altLang="zh-CN" sz="2000" b="true" i="false" u="none" strike="noStrike" cap="none" normalizeH="false" baseline="0" dirty="false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anose="02070309020205020404" charset="0"/>
                          <a:ea typeface="宋体" pitchFamily="2" charset="-122"/>
                          <a:cs typeface="Courier New" panose="02070309020205020404" charset="0"/>
                        </a:rPr>
                        <a:t>(unsigned </a:t>
                      </a:r>
                      <a:r>
                        <a:rPr kumimoji="false" lang="en-US" altLang="zh-CN" sz="2000" b="true" i="false" u="none" strike="noStrike" cap="none" normalizeH="false" baseline="0" dirty="false" err="true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anose="02070309020205020404" charset="0"/>
                          <a:ea typeface="宋体" pitchFamily="2" charset="-122"/>
                          <a:cs typeface="Courier New" panose="02070309020205020404" charset="0"/>
                        </a:rPr>
                        <a:t>int</a:t>
                      </a:r>
                      <a:r>
                        <a:rPr kumimoji="false" lang="en-US" altLang="zh-CN" sz="2000" b="true" i="false" u="none" strike="noStrike" cap="none" normalizeH="false" baseline="0" dirty="false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anose="02070309020205020404" charset="0"/>
                          <a:ea typeface="宋体" pitchFamily="2" charset="-122"/>
                          <a:cs typeface="Courier New" panose="02070309020205020404" charset="0"/>
                        </a:rPr>
                        <a:t> </a:t>
                      </a:r>
                      <a:r>
                        <a:rPr kumimoji="false" lang="en-US" altLang="zh-CN" sz="2000" b="true" i="false" u="none" strike="noStrike" cap="none" normalizeH="false" baseline="0" dirty="false" err="true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anose="02070309020205020404" charset="0"/>
                          <a:ea typeface="宋体" pitchFamily="2" charset="-122"/>
                          <a:cs typeface="Courier New" panose="02070309020205020404" charset="0"/>
                        </a:rPr>
                        <a:t>secs</a:t>
                      </a:r>
                      <a:r>
                        <a:rPr kumimoji="false" lang="en-US" altLang="zh-CN" sz="2000" b="true" i="false" u="none" strike="noStrike" cap="none" normalizeH="false" baseline="0" dirty="false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anose="02070309020205020404" charset="0"/>
                          <a:ea typeface="宋体" pitchFamily="2" charset="-122"/>
                          <a:cs typeface="Courier New" panose="02070309020205020404" charset="0"/>
                        </a:rPr>
                        <a:t>);</a:t>
                      </a:r>
                      <a:endParaRPr/>
                    </a:p>
                    <a:p>
                      <a:pPr marL="0" marR="0" lvl="0" indent="0" algn="r" defTabSz="914400" rtl="false" eaLnBrk="false" fontAlgn="base" latinLnBrk="false" hangingPunct="false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1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false" lang="en-US" altLang="zh-CN" sz="2000" b="false" i="false" u="none" strike="noStrike" cap="none" normalizeH="false" baseline="0" dirty="false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+mj-lt"/>
                          <a:ea typeface="宋体" pitchFamily="2" charset="-122"/>
                          <a:cs typeface="Times New Roman" panose="02020603050405020304" pitchFamily="18" charset="0"/>
                        </a:rPr>
                        <a:t>returns: remaining </a:t>
                      </a:r>
                      <a:r>
                        <a:rPr kumimoji="false" lang="en-US" altLang="zh-CN" sz="2000" b="false" i="false" u="none" strike="noStrike" cap="none" normalizeH="false" baseline="0" dirty="false" err="true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+mj-lt"/>
                          <a:ea typeface="宋体" pitchFamily="2" charset="-122"/>
                          <a:cs typeface="Times New Roman" panose="02020603050405020304" pitchFamily="18" charset="0"/>
                        </a:rPr>
                        <a:t>secs</a:t>
                      </a:r>
                      <a:r>
                        <a:rPr kumimoji="false" lang="en-US" altLang="zh-CN" sz="2000" b="false" i="false" u="none" strike="noStrike" cap="none" normalizeH="false" baseline="0" dirty="false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+mj-lt"/>
                          <a:ea typeface="宋体" pitchFamily="2" charset="-122"/>
                          <a:cs typeface="Times New Roman" panose="02020603050405020304" pitchFamily="18" charset="0"/>
                        </a:rPr>
                        <a:t> of previous alarm, or 0 if no previous alarm</a:t>
                      </a:r>
                      <a:endParaRPr kumimoji="false" lang="zh-CN" altLang="en-US" sz="2000" b="false" i="false" u="none" strike="noStrike" cap="none" normalizeH="false" baseline="0" dirty="false">
                        <a:ln>
                          <a:noFill/>
                        </a:ln>
                        <a:solidFill>
                          <a:srgbClr val="FF0000"/>
                        </a:solidFill>
                        <a:effectLst/>
                        <a:latin typeface="+mj-lt"/>
                        <a:ea typeface="宋体" pitchFamily="2" charset="-122"/>
                        <a:cs typeface="Times New Roman" panose="02020603050405020304" pitchFamily="18" charset="0"/>
                      </a:endParaRPr>
                    </a:p>
                  </a:txBody>
                  <a:tcPr marT="45722" marB="45722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CC"/>
                    </a:solidFill>
                  </a:tcPr>
                </a:tc>
                <a:extLst>
                  <a:ext uri="{0D108BD9-81ED-4DB2-BD59-A6C34878D82A}">
                    <a16:rowId val="1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45.xml><?xml version="1.0" encoding="utf-8"?>
<p:sld xmlns:a="http://schemas.openxmlformats.org/drawingml/2006/main" xmlns:p="http://schemas.openxmlformats.org/presentationml/2006/main">
  <p:cSld>
    <p:spTree>
      <p:nvGrpSpPr>
        <p:cNvPr id="249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0" name="灯片编号占位符 5"/>
          <p:cNvSpPr>
            <a:spLocks noGrp="true"/>
          </p:cNvSpPr>
          <p:nvPr>
            <p:ph type="sldNum" sz="quarter" idx="12"/>
          </p:nvPr>
        </p:nvSpPr>
        <p:spPr>
          <a:noFill/>
          <a:extLst>
            <a:ext uri="{909E8E84-426E-40DD-AFC4-6F175D3DCCD1}"/>
            <a:ext uri="{91240B29-F687-4F45-9708-019B960494DF}"/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Comic Sans MS" panose="030F070203030202020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Comic Sans MS" panose="030F070203030202020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anose="030F070203030202020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Comic Sans MS" panose="030F070203030202020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Comic Sans MS" panose="030F0702030302020204" charset="0"/>
              </a:defRPr>
            </a:lvl5pPr>
            <a:lvl6pPr marL="2514600" indent="-228600" eaLnBrk="false" fontAlgn="base" hangingPunct="false">
              <a:spcBef>
                <a:spcPct val="20000"/>
              </a:spcBef>
              <a:spcAft>
                <a:spcPct val="1"/>
              </a:spcAft>
              <a:buChar char="»"/>
              <a:defRPr sz="2000">
                <a:solidFill>
                  <a:schemeClr val="tx1"/>
                </a:solidFill>
                <a:latin typeface="Comic Sans MS" panose="030F0702030302020204" charset="0"/>
              </a:defRPr>
            </a:lvl6pPr>
            <a:lvl7pPr marL="2971800" indent="-228600" eaLnBrk="false" fontAlgn="base" hangingPunct="false">
              <a:spcBef>
                <a:spcPct val="20000"/>
              </a:spcBef>
              <a:spcAft>
                <a:spcPct val="1"/>
              </a:spcAft>
              <a:buChar char="»"/>
              <a:defRPr sz="2000">
                <a:solidFill>
                  <a:schemeClr val="tx1"/>
                </a:solidFill>
                <a:latin typeface="Comic Sans MS" panose="030F0702030302020204" charset="0"/>
              </a:defRPr>
            </a:lvl7pPr>
            <a:lvl8pPr marL="3429000" indent="-228600" eaLnBrk="false" fontAlgn="base" hangingPunct="false">
              <a:spcBef>
                <a:spcPct val="20000"/>
              </a:spcBef>
              <a:spcAft>
                <a:spcPct val="1"/>
              </a:spcAft>
              <a:buChar char="»"/>
              <a:defRPr sz="2000">
                <a:solidFill>
                  <a:schemeClr val="tx1"/>
                </a:solidFill>
                <a:latin typeface="Comic Sans MS" panose="030F0702030302020204" charset="0"/>
              </a:defRPr>
            </a:lvl8pPr>
            <a:lvl9pPr marL="3886200" indent="-228600" eaLnBrk="false" fontAlgn="base" hangingPunct="false">
              <a:spcBef>
                <a:spcPct val="20000"/>
              </a:spcBef>
              <a:spcAft>
                <a:spcPct val="1"/>
              </a:spcAft>
              <a:buChar char="»"/>
              <a:defRPr sz="2000">
                <a:solidFill>
                  <a:schemeClr val="tx1"/>
                </a:solidFill>
                <a:latin typeface="Comic Sans MS" panose="030F0702030302020204" charset="0"/>
              </a:defRPr>
            </a:lvl9pPr>
          </a:lstStyle>
          <a:p>
            <a:pPr>
              <a:spcBef>
                <a:spcPct val="1"/>
              </a:spcBef>
              <a:buFontTx/>
              <a:buNone/>
            </a:pPr>
            <a:fld id="{503FC993-E5B1-7D4A-A66D-516A22CDD819}" type="slidenum">
              <a:rPr lang="zh-CN" altLang="en-US" sz="1400">
                <a:latin typeface="Times New Roman" panose="02020603050405020304" pitchFamily="18" charset="0"/>
                <a:ea typeface="宋体" pitchFamily="2" charset="-122"/>
              </a:rPr>
              <a:t>46</a:t>
            </a:fld>
            <a:endParaRPr lang="en-US" altLang="zh-CN" sz="1400">
              <a:latin typeface="Times New Roman" panose="02020603050405020304" pitchFamily="18" charset="0"/>
              <a:ea typeface="宋体" pitchFamily="2" charset="-122"/>
            </a:endParaRPr>
          </a:p>
        </p:txBody>
      </p:sp>
      <p:sp>
        <p:nvSpPr>
          <p:cNvPr id="251" name="Rectangle 2"/>
          <p:cNvSpPr>
            <a:spLocks noGrp="true" noChangeArrowheads="true"/>
          </p:cNvSpPr>
          <p:nvPr>
            <p:ph type="body" idx="1"/>
          </p:nvPr>
        </p:nvSpPr>
        <p:spPr>
          <a:xfrm>
            <a:off x="381000" y="152400"/>
            <a:ext cx="8534400" cy="4038600"/>
          </a:xfrm>
          <a:solidFill>
            <a:schemeClr val="bg1"/>
          </a:solidFill>
        </p:spPr>
        <p:txBody>
          <a:bodyPr/>
          <a:lstStyle/>
          <a:p>
            <a:pPr>
              <a:lnSpc>
                <a:spcPct val="90000"/>
              </a:lnSpc>
              <a:buFontTx/>
              <a:buNone/>
            </a:pPr>
            <a:r>
              <a:rPr lang="zh-CN" sz="1800" b="true">
                <a:latin typeface="Courier New"/>
                <a:ea typeface="宋体"/>
                <a:cs typeface="Courier New"/>
              </a:rPr>
              <a:t>1  #</a:t>
            </a:r>
            <a:r>
              <a:rPr lang="en-US" sz="1800" b="true">
                <a:latin typeface="Courier New"/>
                <a:ea typeface="宋体"/>
                <a:cs typeface="Courier New"/>
              </a:rPr>
              <a:t>include "csapp.h"</a:t>
            </a:r>
            <a:endParaRPr/>
          </a:p>
          <a:p>
            <a:pPr>
              <a:lnSpc>
                <a:spcPct val="90000"/>
              </a:lnSpc>
              <a:buFontTx/>
              <a:buNone/>
            </a:pPr>
            <a:r>
              <a:rPr lang="en-US" sz="1800" b="true">
                <a:latin typeface="Courier New"/>
                <a:ea typeface="宋体"/>
                <a:cs typeface="Courier New"/>
              </a:rPr>
              <a:t>2  void handler(int sig)</a:t>
            </a:r>
            <a:endParaRPr/>
          </a:p>
          <a:p>
            <a:pPr>
              <a:lnSpc>
                <a:spcPct val="90000"/>
              </a:lnSpc>
              <a:buFontTx/>
              <a:buNone/>
            </a:pPr>
            <a:r>
              <a:rPr lang="en-US" sz="1800" b="true">
                <a:latin typeface="Courier New"/>
                <a:ea typeface="宋体"/>
                <a:cs typeface="Courier New"/>
              </a:rPr>
              <a:t>3  {</a:t>
            </a:r>
            <a:endParaRPr/>
          </a:p>
          <a:p>
            <a:pPr>
              <a:lnSpc>
                <a:spcPct val="90000"/>
              </a:lnSpc>
              <a:buFontTx/>
              <a:buNone/>
            </a:pPr>
            <a:r>
              <a:rPr lang="en-US" sz="1800" b="true">
                <a:latin typeface="Courier New"/>
                <a:ea typeface="宋体"/>
                <a:cs typeface="Courier New"/>
              </a:rPr>
              <a:t>4    static int beeps = 0;</a:t>
            </a:r>
            <a:endParaRPr/>
          </a:p>
          <a:p>
            <a:pPr>
              <a:lnSpc>
                <a:spcPct val="90000"/>
              </a:lnSpc>
              <a:buFontTx/>
              <a:buNone/>
            </a:pPr>
            <a:r>
              <a:rPr lang="en-US" sz="1800" b="true">
                <a:latin typeface="Courier New"/>
                <a:ea typeface="宋体"/>
                <a:cs typeface="Courier New"/>
              </a:rPr>
              <a:t>5    printf("BEEP\n");</a:t>
            </a:r>
            <a:endParaRPr/>
          </a:p>
          <a:p>
            <a:pPr>
              <a:lnSpc>
                <a:spcPct val="90000"/>
              </a:lnSpc>
              <a:buFontTx/>
              <a:buNone/>
            </a:pPr>
            <a:r>
              <a:rPr lang="en-US" sz="1800" b="true">
                <a:latin typeface="Courier New"/>
                <a:ea typeface="宋体"/>
                <a:cs typeface="Courier New"/>
              </a:rPr>
              <a:t>6    if (++beeps &lt; 5)</a:t>
            </a:r>
            <a:endParaRPr/>
          </a:p>
          <a:p>
            <a:pPr>
              <a:lnSpc>
                <a:spcPct val="90000"/>
              </a:lnSpc>
              <a:buFontTx/>
              <a:buNone/>
            </a:pPr>
            <a:r>
              <a:rPr lang="en-US" sz="1800" b="true">
                <a:latin typeface="Courier New"/>
                <a:ea typeface="宋体"/>
                <a:cs typeface="Courier New"/>
              </a:rPr>
              <a:t>7      </a:t>
            </a:r>
            <a:r>
              <a:rPr lang="en-US" sz="1800" b="true">
                <a:solidFill>
                  <a:srgbClr val="ff0000">
                    <a:alpha val="100000"/>
                  </a:srgbClr>
                </a:solidFill>
                <a:latin typeface="Courier New"/>
                <a:ea typeface="宋体"/>
                <a:cs typeface="Courier New"/>
              </a:rPr>
              <a:t>a</a:t>
            </a:r>
            <a:r>
              <a:rPr lang="en-US" sz="1800" b="true">
                <a:solidFill>
                  <a:srgbClr val="FF0000">
                    <a:alpha val="100000"/>
                  </a:srgbClr>
                </a:solidFill>
                <a:latin typeface="Courier New"/>
                <a:ea typeface="宋体"/>
                <a:cs typeface="Courier New"/>
              </a:rPr>
              <a:t>larm</a:t>
            </a:r>
            <a:r>
              <a:rPr lang="en-US" sz="1800" b="true">
                <a:latin typeface="Courier New"/>
                <a:ea typeface="宋体"/>
                <a:cs typeface="Courier New"/>
              </a:rPr>
              <a:t>(1); </a:t>
            </a:r>
            <a:r>
              <a:rPr lang="en-US" sz="1800" b="true">
                <a:solidFill>
                  <a:srgbClr val="00B050">
                    <a:alpha val="100000"/>
                  </a:srgbClr>
                </a:solidFill>
                <a:latin typeface="Courier New"/>
                <a:ea typeface="宋体"/>
                <a:cs typeface="Courier New"/>
              </a:rPr>
              <a:t>/* next SIGALRM will be delivered in 1s */</a:t>
            </a:r>
            <a:endParaRPr/>
          </a:p>
          <a:p>
            <a:pPr>
              <a:lnSpc>
                <a:spcPct val="90000"/>
              </a:lnSpc>
              <a:buFontTx/>
              <a:buNone/>
            </a:pPr>
            <a:r>
              <a:rPr lang="en-US" sz="1800" b="true">
                <a:latin typeface="Courier New"/>
                <a:ea typeface="宋体"/>
                <a:cs typeface="Courier New"/>
              </a:rPr>
              <a:t>8    else {</a:t>
            </a:r>
            <a:endParaRPr/>
          </a:p>
          <a:p>
            <a:pPr>
              <a:lnSpc>
                <a:spcPct val="90000"/>
              </a:lnSpc>
              <a:buFontTx/>
              <a:buNone/>
            </a:pPr>
            <a:r>
              <a:rPr lang="en-US" sz="1800" b="true">
                <a:latin typeface="Courier New"/>
                <a:ea typeface="宋体"/>
                <a:cs typeface="Courier New"/>
              </a:rPr>
              <a:t>9      printf("BOOM!\n");</a:t>
            </a:r>
            <a:endParaRPr/>
          </a:p>
          <a:p>
            <a:pPr>
              <a:lnSpc>
                <a:spcPct val="90000"/>
              </a:lnSpc>
              <a:buFontTx/>
              <a:buNone/>
            </a:pPr>
            <a:r>
              <a:rPr lang="en-US" sz="1800" b="true">
                <a:latin typeface="Courier New"/>
                <a:ea typeface="宋体"/>
                <a:cs typeface="Courier New"/>
              </a:rPr>
              <a:t>10     exit(0);</a:t>
            </a:r>
            <a:endParaRPr/>
          </a:p>
          <a:p>
            <a:pPr>
              <a:lnSpc>
                <a:spcPct val="90000"/>
              </a:lnSpc>
              <a:buFontTx/>
              <a:buNone/>
            </a:pPr>
            <a:r>
              <a:rPr lang="en-US" sz="1800" b="true">
                <a:latin typeface="Courier New"/>
                <a:ea typeface="宋体"/>
                <a:cs typeface="Courier New"/>
              </a:rPr>
              <a:t>11   }</a:t>
            </a:r>
            <a:endParaRPr/>
          </a:p>
          <a:p>
            <a:pPr>
              <a:lnSpc>
                <a:spcPct val="90000"/>
              </a:lnSpc>
              <a:buFontTx/>
              <a:buNone/>
            </a:pPr>
            <a:r>
              <a:rPr lang="en-US" sz="1800" b="true">
                <a:latin typeface="Courier New"/>
                <a:ea typeface="宋体"/>
                <a:cs typeface="Courier New"/>
              </a:rPr>
              <a:t>12 }</a:t>
            </a:r>
            <a:endParaRPr/>
          </a:p>
        </p:txBody>
      </p:sp>
      <p:sp>
        <p:nvSpPr>
          <p:cNvPr id="252" name="Rectangle 2"/>
          <p:cNvSpPr txBox="true">
            <a:spLocks noChangeArrowheads="true"/>
          </p:cNvSpPr>
          <p:nvPr/>
        </p:nvSpPr>
        <p:spPr bwMode="auto">
          <a:xfrm>
            <a:off x="381000" y="3810000"/>
            <a:ext cx="8763000" cy="2971800"/>
          </a:xfrm>
          <a:prstGeom prst="rect">
            <a:avLst/>
          </a:prstGeom>
          <a:solidFill>
            <a:schemeClr val="bg1"/>
          </a:solidFill>
          <a:ln>
            <a:noFill/>
          </a:ln>
          <a:extLst>
            <a:ext uri="{91240B29-F687-4F45-9708-019B960494DF}"/>
          </a:extLst>
        </p:spPr>
        <p:txBody>
          <a:bodyPr/>
          <a:lstStyle>
            <a:lvl1pPr marL="342900" indent="-342900"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Comic Sans MS" panose="030F070203030202020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Comic Sans MS" panose="030F070203030202020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anose="030F070203030202020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Comic Sans MS" panose="030F070203030202020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Comic Sans MS" panose="030F0702030302020204" charset="0"/>
              </a:defRPr>
            </a:lvl5pPr>
            <a:lvl6pPr marL="2514600" indent="-228600" eaLnBrk="false" fontAlgn="base" hangingPunct="false">
              <a:spcBef>
                <a:spcPct val="20000"/>
              </a:spcBef>
              <a:spcAft>
                <a:spcPct val="1"/>
              </a:spcAft>
              <a:buChar char="»"/>
              <a:defRPr sz="2000">
                <a:solidFill>
                  <a:schemeClr val="tx1"/>
                </a:solidFill>
                <a:latin typeface="Comic Sans MS" panose="030F0702030302020204" charset="0"/>
              </a:defRPr>
            </a:lvl6pPr>
            <a:lvl7pPr marL="2971800" indent="-228600" eaLnBrk="false" fontAlgn="base" hangingPunct="false">
              <a:spcBef>
                <a:spcPct val="20000"/>
              </a:spcBef>
              <a:spcAft>
                <a:spcPct val="1"/>
              </a:spcAft>
              <a:buChar char="»"/>
              <a:defRPr sz="2000">
                <a:solidFill>
                  <a:schemeClr val="tx1"/>
                </a:solidFill>
                <a:latin typeface="Comic Sans MS" panose="030F0702030302020204" charset="0"/>
              </a:defRPr>
            </a:lvl7pPr>
            <a:lvl8pPr marL="3429000" indent="-228600" eaLnBrk="false" fontAlgn="base" hangingPunct="false">
              <a:spcBef>
                <a:spcPct val="20000"/>
              </a:spcBef>
              <a:spcAft>
                <a:spcPct val="1"/>
              </a:spcAft>
              <a:buChar char="»"/>
              <a:defRPr sz="2000">
                <a:solidFill>
                  <a:schemeClr val="tx1"/>
                </a:solidFill>
                <a:latin typeface="Comic Sans MS" panose="030F0702030302020204" charset="0"/>
              </a:defRPr>
            </a:lvl8pPr>
            <a:lvl9pPr marL="3886200" indent="-228600" eaLnBrk="false" fontAlgn="base" hangingPunct="false">
              <a:spcBef>
                <a:spcPct val="20000"/>
              </a:spcBef>
              <a:spcAft>
                <a:spcPct val="1"/>
              </a:spcAft>
              <a:buChar char="»"/>
              <a:defRPr sz="2000">
                <a:solidFill>
                  <a:schemeClr val="tx1"/>
                </a:solidFill>
                <a:latin typeface="Comic Sans MS" panose="030F0702030302020204" charset="0"/>
              </a:defRPr>
            </a:lvl9pPr>
          </a:lstStyle>
          <a:p>
            <a:pPr>
              <a:buFontTx/>
              <a:buNone/>
            </a:pPr>
            <a:r>
              <a:rPr lang="en-US" sz="1800">
                <a:latin typeface="Courier New"/>
                <a:ea typeface="宋体"/>
                <a:cs typeface="Courier New"/>
              </a:rPr>
              <a:t>13 int main()</a:t>
            </a:r>
            <a:endParaRPr/>
          </a:p>
          <a:p>
            <a:pPr>
              <a:buFontTx/>
              <a:buNone/>
            </a:pPr>
            <a:r>
              <a:rPr lang="en-US" sz="1800">
                <a:latin typeface="Courier New"/>
                <a:ea typeface="宋体"/>
                <a:cs typeface="Courier New"/>
              </a:rPr>
              <a:t>14 {</a:t>
            </a:r>
            <a:endParaRPr/>
          </a:p>
          <a:p>
            <a:pPr>
              <a:buFontTx/>
              <a:buNone/>
            </a:pPr>
            <a:r>
              <a:rPr lang="en-US" sz="1800">
                <a:latin typeface="Courier New"/>
                <a:ea typeface="宋体"/>
                <a:cs typeface="Courier New"/>
              </a:rPr>
              <a:t>15   signal(SIGALRM, handler); </a:t>
            </a:r>
            <a:r>
              <a:rPr lang="en-US" sz="1800">
                <a:solidFill>
                  <a:srgbClr val="00B050">
                    <a:alpha val="100000"/>
                  </a:srgbClr>
                </a:solidFill>
                <a:latin typeface="Courier New"/>
                <a:ea typeface="宋体"/>
                <a:cs typeface="Courier New"/>
              </a:rPr>
              <a:t>/* install SIGALRM handler */</a:t>
            </a:r>
            <a:endParaRPr/>
          </a:p>
          <a:p>
            <a:pPr>
              <a:buFontTx/>
              <a:buNone/>
            </a:pPr>
            <a:r>
              <a:rPr lang="en-US" sz="1800">
                <a:latin typeface="Courier New"/>
                <a:ea typeface="宋体"/>
                <a:cs typeface="Courier New"/>
              </a:rPr>
              <a:t>16   </a:t>
            </a:r>
            <a:r>
              <a:rPr lang="en-US" sz="1800">
                <a:solidFill>
                  <a:srgbClr val="FF0000">
                    <a:alpha val="100000"/>
                  </a:srgbClr>
                </a:solidFill>
                <a:latin typeface="Courier New"/>
                <a:ea typeface="宋体"/>
                <a:cs typeface="Courier New"/>
              </a:rPr>
              <a:t>a</a:t>
            </a:r>
            <a:r>
              <a:rPr lang="en-US" sz="1800">
                <a:solidFill>
                  <a:srgbClr val="FF0000">
                    <a:alpha val="100000"/>
                  </a:srgbClr>
                </a:solidFill>
                <a:latin typeface="Courier New"/>
                <a:ea typeface="宋体"/>
                <a:cs typeface="Courier New"/>
              </a:rPr>
              <a:t>larm</a:t>
            </a:r>
            <a:r>
              <a:rPr lang="en-US" sz="1800">
                <a:latin typeface="Courier New"/>
                <a:ea typeface="宋体"/>
                <a:cs typeface="Courier New"/>
              </a:rPr>
              <a:t>(1); </a:t>
            </a:r>
            <a:r>
              <a:rPr lang="en-US" sz="1800">
                <a:solidFill>
                  <a:srgbClr val="00B050">
                    <a:alpha val="100000"/>
                  </a:srgbClr>
                </a:solidFill>
                <a:latin typeface="Courier New"/>
                <a:ea typeface="宋体"/>
                <a:cs typeface="Courier New"/>
              </a:rPr>
              <a:t>/* next SIGALRM will be delivered in 1s */</a:t>
            </a:r>
            <a:endParaRPr/>
          </a:p>
          <a:p>
            <a:pPr>
              <a:buFontTx/>
              <a:buNone/>
            </a:pPr>
            <a:r>
              <a:rPr lang="en-US" sz="1800">
                <a:latin typeface="Courier New"/>
                <a:ea typeface="宋体"/>
                <a:cs typeface="Courier New"/>
              </a:rPr>
              <a:t>17</a:t>
            </a:r>
            <a:endParaRPr/>
          </a:p>
          <a:p>
            <a:pPr>
              <a:buFontTx/>
              <a:buNone/>
            </a:pPr>
            <a:r>
              <a:rPr lang="en-US" sz="1800">
                <a:latin typeface="Courier New"/>
                <a:ea typeface="宋体"/>
                <a:cs typeface="Courier New"/>
              </a:rPr>
              <a:t>18   </a:t>
            </a:r>
            <a:r>
              <a:rPr lang="en-US" sz="1800">
                <a:solidFill>
                  <a:srgbClr val="00B050">
                    <a:alpha val="100000"/>
                  </a:srgbClr>
                </a:solidFill>
                <a:latin typeface="Courier New"/>
                <a:ea typeface="宋体"/>
                <a:cs typeface="Courier New"/>
              </a:rPr>
              <a:t>/* signal handler returns control here each time */</a:t>
            </a:r>
            <a:endParaRPr/>
          </a:p>
          <a:p>
            <a:pPr>
              <a:buFontTx/>
              <a:buNone/>
            </a:pPr>
            <a:r>
              <a:rPr lang="en-US" sz="1800">
                <a:latin typeface="Courier New"/>
                <a:ea typeface="宋体"/>
                <a:cs typeface="Courier New"/>
              </a:rPr>
              <a:t>19   while (1);</a:t>
            </a:r>
            <a:endParaRPr/>
          </a:p>
          <a:p>
            <a:pPr>
              <a:buFontTx/>
              <a:buNone/>
            </a:pPr>
            <a:r>
              <a:rPr lang="en-US" sz="1800">
                <a:latin typeface="Courier New"/>
                <a:ea typeface="宋体"/>
                <a:cs typeface="Courier New"/>
              </a:rPr>
              <a:t>20   exit(0);</a:t>
            </a:r>
            <a:endParaRPr/>
          </a:p>
          <a:p>
            <a:pPr>
              <a:buFontTx/>
              <a:buNone/>
            </a:pPr>
            <a:r>
              <a:rPr lang="en-US" sz="1800">
                <a:latin typeface="Courier New"/>
                <a:ea typeface="宋体"/>
                <a:cs typeface="Courier New"/>
              </a:rPr>
              <a:t>21 }</a:t>
            </a:r>
            <a:endParaRPr lang="zh-CN" sz="1800">
              <a:latin typeface="Courier New"/>
              <a:ea typeface="宋体"/>
              <a:cs typeface="Courier New"/>
            </a:endParaRPr>
          </a:p>
        </p:txBody>
      </p:sp>
      <p:sp>
        <p:nvSpPr>
          <p:cNvPr id="253" name=""/>
          <p:cNvSpPr txBox="true"/>
          <p:nvPr/>
        </p:nvSpPr>
        <p:spPr>
          <a:xfrm rot="0" flipH="false" flipV="false">
            <a:off x="5826034" y="411480"/>
            <a:ext cx="1860550" cy="393700"/>
          </a:xfrm>
          <a:prstGeom prst="rect">
            <a:avLst/>
          </a:prstGeom>
          <a:ln w="6350">
            <a:prstDash val="solid"/>
          </a:ln>
        </p:spPr>
        <p:txBody>
          <a:bodyPr wrap="none">
            <a:spAutoFit/>
          </a:bodyPr>
          <a:p>
            <a:pPr/>
            <a:r>
              <a:rPr lang="zh-CN"/>
              <a:t>定时</a:t>
            </a:r>
            <a:r>
              <a:rPr lang="en-US"/>
              <a:t>5</a:t>
            </a:r>
            <a:r>
              <a:rPr lang="zh-CN"/>
              <a:t>秒的炸弹</a:t>
            </a:r>
            <a:endParaRPr/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p="http://schemas.openxmlformats.org/presentationml/2006/main">
  <p:cSld>
    <p:spTree>
      <p:nvGrpSpPr>
        <p:cNvPr id="254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5" name="灯片编号占位符 5"/>
          <p:cNvSpPr>
            <a:spLocks noGrp="true"/>
          </p:cNvSpPr>
          <p:nvPr>
            <p:ph type="sldNum" sz="quarter" idx="12"/>
          </p:nvPr>
        </p:nvSpPr>
        <p:spPr>
          <a:noFill/>
          <a:extLst>
            <a:ext uri="{909E8E84-426E-40DD-AFC4-6F175D3DCCD1}"/>
            <a:ext uri="{91240B29-F687-4F45-9708-019B960494DF}"/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Comic Sans MS" panose="030F070203030202020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Comic Sans MS" panose="030F070203030202020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anose="030F070203030202020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Comic Sans MS" panose="030F070203030202020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Comic Sans MS" panose="030F0702030302020204" charset="0"/>
              </a:defRPr>
            </a:lvl5pPr>
            <a:lvl6pPr marL="2514600" indent="-228600" eaLnBrk="false" fontAlgn="base" hangingPunct="false">
              <a:spcBef>
                <a:spcPct val="20000"/>
              </a:spcBef>
              <a:spcAft>
                <a:spcPct val="1"/>
              </a:spcAft>
              <a:buChar char="»"/>
              <a:defRPr sz="2000">
                <a:solidFill>
                  <a:schemeClr val="tx1"/>
                </a:solidFill>
                <a:latin typeface="Comic Sans MS" panose="030F0702030302020204" charset="0"/>
              </a:defRPr>
            </a:lvl6pPr>
            <a:lvl7pPr marL="2971800" indent="-228600" eaLnBrk="false" fontAlgn="base" hangingPunct="false">
              <a:spcBef>
                <a:spcPct val="20000"/>
              </a:spcBef>
              <a:spcAft>
                <a:spcPct val="1"/>
              </a:spcAft>
              <a:buChar char="»"/>
              <a:defRPr sz="2000">
                <a:solidFill>
                  <a:schemeClr val="tx1"/>
                </a:solidFill>
                <a:latin typeface="Comic Sans MS" panose="030F0702030302020204" charset="0"/>
              </a:defRPr>
            </a:lvl7pPr>
            <a:lvl8pPr marL="3429000" indent="-228600" eaLnBrk="false" fontAlgn="base" hangingPunct="false">
              <a:spcBef>
                <a:spcPct val="20000"/>
              </a:spcBef>
              <a:spcAft>
                <a:spcPct val="1"/>
              </a:spcAft>
              <a:buChar char="»"/>
              <a:defRPr sz="2000">
                <a:solidFill>
                  <a:schemeClr val="tx1"/>
                </a:solidFill>
                <a:latin typeface="Comic Sans MS" panose="030F0702030302020204" charset="0"/>
              </a:defRPr>
            </a:lvl8pPr>
            <a:lvl9pPr marL="3886200" indent="-228600" eaLnBrk="false" fontAlgn="base" hangingPunct="false">
              <a:spcBef>
                <a:spcPct val="20000"/>
              </a:spcBef>
              <a:spcAft>
                <a:spcPct val="1"/>
              </a:spcAft>
              <a:buChar char="»"/>
              <a:defRPr sz="2000">
                <a:solidFill>
                  <a:schemeClr val="tx1"/>
                </a:solidFill>
                <a:latin typeface="Comic Sans MS" panose="030F0702030302020204" charset="0"/>
              </a:defRPr>
            </a:lvl9pPr>
          </a:lstStyle>
          <a:p>
            <a:pPr>
              <a:spcBef>
                <a:spcPct val="1"/>
              </a:spcBef>
              <a:buFontTx/>
              <a:buNone/>
            </a:pPr>
            <a:fld id="{41CD9DE9-88C8-E246-8F9F-4879C66DBAD3}" type="slidenum">
              <a:rPr lang="zh-CN" altLang="en-US" sz="1400">
                <a:latin typeface="Times New Roman" panose="02020603050405020304" pitchFamily="18" charset="0"/>
                <a:ea typeface="宋体" pitchFamily="2" charset="-122"/>
              </a:rPr>
              <a:t>47</a:t>
            </a:fld>
            <a:endParaRPr lang="en-US" altLang="zh-CN" sz="1400">
              <a:latin typeface="Times New Roman" panose="02020603050405020304" pitchFamily="18" charset="0"/>
              <a:ea typeface="宋体" pitchFamily="2" charset="-122"/>
            </a:endParaRPr>
          </a:p>
        </p:txBody>
      </p:sp>
      <p:sp>
        <p:nvSpPr>
          <p:cNvPr id="256" name="Rectangle 2"/>
          <p:cNvSpPr>
            <a:spLocks noGrp="true" noChangeArrowheads="true"/>
          </p:cNvSpPr>
          <p:nvPr>
            <p:ph type="body" idx="1"/>
          </p:nvPr>
        </p:nvSpPr>
        <p:spPr>
          <a:xfrm>
            <a:off x="457200" y="457200"/>
            <a:ext cx="8229600" cy="5410200"/>
          </a:xfrm>
          <a:solidFill>
            <a:schemeClr val="bg1"/>
          </a:solidFill>
        </p:spPr>
        <p:txBody>
          <a:bodyPr/>
          <a:lstStyle/>
          <a:p>
            <a:pPr>
              <a:lnSpc>
                <a:spcPct val="90000"/>
              </a:lnSpc>
              <a:spcBef>
                <a:spcPct val="1"/>
              </a:spcBef>
              <a:buFontTx/>
              <a:buNone/>
              <a:defRPr/>
            </a:pPr>
            <a:r>
              <a:rPr lang="en-US" altLang="zh-CN" sz="2000" dirty="false" err="true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urier New" panose="02070309020205020404" charset="0"/>
                <a:ea typeface="宋体" pitchFamily="2" charset="-122"/>
                <a:cs typeface="Courier New" panose="02070309020205020404" charset="0"/>
              </a:rPr>
              <a:t>linux</a:t>
            </a:r>
            <a:r>
              <a:rPr lang="en-US" altLang="zh-CN" sz="2000" dirty="false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urier New" panose="02070309020205020404" charset="0"/>
                <a:ea typeface="宋体" pitchFamily="2" charset="-122"/>
                <a:cs typeface="Courier New" panose="02070309020205020404" charset="0"/>
              </a:rPr>
              <a:t>&gt;</a:t>
            </a:r>
            <a:r>
              <a:rPr lang="en-US" altLang="zh-CN" sz="2000" dirty="false">
                <a:latin typeface="Courier New" panose="02070309020205020404" charset="0"/>
                <a:ea typeface="宋体" pitchFamily="2" charset="-122"/>
                <a:cs typeface="Courier New" panose="02070309020205020404" charset="0"/>
              </a:rPr>
              <a:t> </a:t>
            </a:r>
            <a:r>
              <a:rPr lang="en-US" altLang="zh-CN" sz="2000" b="true" dirty="false">
                <a:latin typeface="Courier New" panose="02070309020205020404" charset="0"/>
                <a:ea typeface="宋体" pitchFamily="2" charset="-122"/>
                <a:cs typeface="Courier New" panose="02070309020205020404" charset="0"/>
              </a:rPr>
              <a:t>./alarm</a:t>
            </a:r>
            <a:endParaRPr/>
          </a:p>
          <a:p>
            <a:pPr>
              <a:lnSpc>
                <a:spcPct val="90000"/>
              </a:lnSpc>
              <a:spcBef>
                <a:spcPct val="1"/>
              </a:spcBef>
              <a:buFontTx/>
              <a:buNone/>
              <a:defRPr/>
            </a:pPr>
            <a:r>
              <a:rPr lang="en-US" altLang="zh-CN" sz="2000" dirty="false">
                <a:latin typeface="Courier New" panose="02070309020205020404" charset="0"/>
                <a:ea typeface="宋体" pitchFamily="2" charset="-122"/>
                <a:cs typeface="Courier New" panose="02070309020205020404" charset="0"/>
              </a:rPr>
              <a:t>BEEP</a:t>
            </a:r>
            <a:endParaRPr/>
          </a:p>
          <a:p>
            <a:pPr>
              <a:lnSpc>
                <a:spcPct val="90000"/>
              </a:lnSpc>
              <a:spcBef>
                <a:spcPct val="1"/>
              </a:spcBef>
              <a:buFontTx/>
              <a:buNone/>
              <a:defRPr/>
            </a:pPr>
            <a:r>
              <a:rPr lang="en-US" altLang="zh-CN" sz="2000" dirty="false">
                <a:latin typeface="Courier New" panose="02070309020205020404" charset="0"/>
                <a:ea typeface="宋体" pitchFamily="2" charset="-122"/>
                <a:cs typeface="Courier New" panose="02070309020205020404" charset="0"/>
              </a:rPr>
              <a:t>BEEP</a:t>
            </a:r>
            <a:endParaRPr/>
          </a:p>
          <a:p>
            <a:pPr>
              <a:lnSpc>
                <a:spcPct val="90000"/>
              </a:lnSpc>
              <a:spcBef>
                <a:spcPct val="1"/>
              </a:spcBef>
              <a:buFontTx/>
              <a:buNone/>
              <a:defRPr/>
            </a:pPr>
            <a:r>
              <a:rPr lang="en-US" altLang="zh-CN" sz="2000" dirty="false">
                <a:latin typeface="Courier New" panose="02070309020205020404" charset="0"/>
                <a:ea typeface="宋体" pitchFamily="2" charset="-122"/>
                <a:cs typeface="Courier New" panose="02070309020205020404" charset="0"/>
              </a:rPr>
              <a:t>BEEP</a:t>
            </a:r>
            <a:endParaRPr/>
          </a:p>
          <a:p>
            <a:pPr>
              <a:lnSpc>
                <a:spcPct val="90000"/>
              </a:lnSpc>
              <a:spcBef>
                <a:spcPct val="1"/>
              </a:spcBef>
              <a:buFontTx/>
              <a:buNone/>
              <a:defRPr/>
            </a:pPr>
            <a:r>
              <a:rPr lang="en-US" altLang="zh-CN" sz="2000" dirty="false">
                <a:latin typeface="Courier New" panose="02070309020205020404" charset="0"/>
                <a:ea typeface="宋体" pitchFamily="2" charset="-122"/>
                <a:cs typeface="Courier New" panose="02070309020205020404" charset="0"/>
              </a:rPr>
              <a:t>BEEP</a:t>
            </a:r>
            <a:endParaRPr/>
          </a:p>
          <a:p>
            <a:pPr>
              <a:lnSpc>
                <a:spcPct val="90000"/>
              </a:lnSpc>
              <a:spcBef>
                <a:spcPct val="1"/>
              </a:spcBef>
              <a:buFontTx/>
              <a:buNone/>
              <a:defRPr/>
            </a:pPr>
            <a:r>
              <a:rPr lang="en-US" altLang="zh-CN" sz="2000" dirty="false">
                <a:latin typeface="Courier New" panose="02070309020205020404" charset="0"/>
                <a:ea typeface="宋体" pitchFamily="2" charset="-122"/>
                <a:cs typeface="Courier New" panose="02070309020205020404" charset="0"/>
              </a:rPr>
              <a:t>BEEP</a:t>
            </a:r>
            <a:endParaRPr/>
          </a:p>
          <a:p>
            <a:pPr>
              <a:lnSpc>
                <a:spcPct val="90000"/>
              </a:lnSpc>
              <a:spcBef>
                <a:spcPct val="1"/>
              </a:spcBef>
              <a:buFontTx/>
              <a:buNone/>
              <a:defRPr/>
            </a:pPr>
            <a:r>
              <a:rPr lang="en-US" altLang="zh-CN" sz="2000" dirty="false">
                <a:latin typeface="Courier New" panose="02070309020205020404" charset="0"/>
                <a:ea typeface="宋体" pitchFamily="2" charset="-122"/>
                <a:cs typeface="Courier New" panose="02070309020205020404" charset="0"/>
              </a:rPr>
              <a:t>BOOM!</a:t>
            </a:r>
            <a:endParaRPr/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257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8" name="标题 1"/>
          <p:cNvSpPr>
            <a:spLocks noGrp="true" noChangeArrowheads="true"/>
          </p:cNvSpPr>
          <p:nvPr>
            <p:ph type="title"/>
          </p:nvPr>
        </p:nvSpPr>
        <p:spPr/>
        <p:txBody>
          <a:bodyPr/>
          <a:lstStyle/>
          <a:p>
            <a:pPr/>
            <a:r>
              <a:rPr kumimoji="true" lang="zh-CN" altLang="en-US">
                <a:ea typeface="宋体" pitchFamily="2" charset="-122"/>
              </a:rPr>
              <a:t>练习</a:t>
            </a:r>
            <a:endParaRPr/>
          </a:p>
        </p:txBody>
      </p:sp>
      <p:sp>
        <p:nvSpPr>
          <p:cNvPr id="259" name="内容占位符 2"/>
          <p:cNvSpPr>
            <a:spLocks noGrp="true" noChangeArrowheads="true"/>
          </p:cNvSpPr>
          <p:nvPr>
            <p:ph idx="1"/>
          </p:nvPr>
        </p:nvSpPr>
        <p:spPr/>
        <p:txBody>
          <a:bodyPr/>
          <a:lstStyle/>
          <a:p>
            <a:pPr/>
            <a:endParaRPr lang="zh-CN" altLang="en-US">
              <a:ea typeface="宋体" pitchFamily="2" charset="-122"/>
            </a:endParaRPr>
          </a:p>
        </p:txBody>
      </p:sp>
      <p:sp>
        <p:nvSpPr>
          <p:cNvPr id="260" name="幻灯片编号占位符 3"/>
          <p:cNvSpPr>
            <a:spLocks noGrp="true"/>
          </p:cNvSpPr>
          <p:nvPr>
            <p:ph type="sldNum" sz="quarter" idx="12"/>
          </p:nvPr>
        </p:nvSpPr>
        <p:spPr>
          <a:extLst>
            <a:ext uri="{909E8E84-426E-40DD-AFC4-6F175D3DCCD1}"/>
            <a:ext uri="{91240B29-F687-4F45-9708-019B960494DF}"/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kumimoji="true" sz="2100">
                <a:solidFill>
                  <a:schemeClr val="tx1"/>
                </a:solidFill>
                <a:latin typeface="Comic Sans MS" panose="030F0702030302020204" charset="0"/>
                <a:ea typeface="宋体" pitchFamily="2" charset="-122"/>
              </a:defRPr>
            </a:lvl1pPr>
            <a:lvl2pPr marL="557530" indent="-214630">
              <a:spcBef>
                <a:spcPct val="20000"/>
              </a:spcBef>
              <a:buChar char="–"/>
              <a:defRPr kumimoji="true" sz="1800">
                <a:solidFill>
                  <a:schemeClr val="tx1"/>
                </a:solidFill>
                <a:latin typeface="Comic Sans MS" panose="030F0702030302020204" charset="0"/>
                <a:ea typeface="宋体" pitchFamily="2" charset="-122"/>
              </a:defRPr>
            </a:lvl2pPr>
            <a:lvl3pPr marL="857250" indent="-171450">
              <a:spcBef>
                <a:spcPct val="20000"/>
              </a:spcBef>
              <a:buChar char="•"/>
              <a:defRPr kumimoji="true" sz="1500">
                <a:solidFill>
                  <a:schemeClr val="tx1"/>
                </a:solidFill>
                <a:latin typeface="Comic Sans MS" panose="030F0702030302020204" charset="0"/>
                <a:ea typeface="宋体" pitchFamily="2" charset="-122"/>
              </a:defRPr>
            </a:lvl3pPr>
            <a:lvl4pPr marL="1200150" indent="-171450">
              <a:spcBef>
                <a:spcPct val="20000"/>
              </a:spcBef>
              <a:buChar char="–"/>
              <a:defRPr kumimoji="true" sz="1500">
                <a:solidFill>
                  <a:schemeClr val="tx1"/>
                </a:solidFill>
                <a:latin typeface="Comic Sans MS" panose="030F0702030302020204" charset="0"/>
                <a:ea typeface="宋体" pitchFamily="2" charset="-122"/>
              </a:defRPr>
            </a:lvl4pPr>
            <a:lvl5pPr marL="1543050" indent="-171450">
              <a:spcBef>
                <a:spcPct val="20000"/>
              </a:spcBef>
              <a:buChar char="»"/>
              <a:defRPr kumimoji="true" sz="1500">
                <a:solidFill>
                  <a:schemeClr val="tx1"/>
                </a:solidFill>
                <a:latin typeface="Comic Sans MS" panose="030F0702030302020204" charset="0"/>
                <a:ea typeface="宋体" pitchFamily="2" charset="-122"/>
              </a:defRPr>
            </a:lvl5pPr>
            <a:lvl6pPr marL="1885950" indent="-171450" eaLnBrk="false" fontAlgn="base" hangingPunct="false">
              <a:spcBef>
                <a:spcPct val="20000"/>
              </a:spcBef>
              <a:spcAft>
                <a:spcPct val="1"/>
              </a:spcAft>
              <a:buChar char="»"/>
              <a:defRPr kumimoji="true" sz="1500">
                <a:solidFill>
                  <a:schemeClr val="tx1"/>
                </a:solidFill>
                <a:latin typeface="Comic Sans MS" panose="030F0702030302020204" charset="0"/>
                <a:ea typeface="宋体" pitchFamily="2" charset="-122"/>
              </a:defRPr>
            </a:lvl6pPr>
            <a:lvl7pPr marL="2228850" indent="-171450" eaLnBrk="false" fontAlgn="base" hangingPunct="false">
              <a:spcBef>
                <a:spcPct val="20000"/>
              </a:spcBef>
              <a:spcAft>
                <a:spcPct val="1"/>
              </a:spcAft>
              <a:buChar char="»"/>
              <a:defRPr kumimoji="true" sz="1500">
                <a:solidFill>
                  <a:schemeClr val="tx1"/>
                </a:solidFill>
                <a:latin typeface="Comic Sans MS" panose="030F0702030302020204" charset="0"/>
                <a:ea typeface="宋体" pitchFamily="2" charset="-122"/>
              </a:defRPr>
            </a:lvl7pPr>
            <a:lvl8pPr marL="2571750" indent="-171450" eaLnBrk="false" fontAlgn="base" hangingPunct="false">
              <a:spcBef>
                <a:spcPct val="20000"/>
              </a:spcBef>
              <a:spcAft>
                <a:spcPct val="1"/>
              </a:spcAft>
              <a:buChar char="»"/>
              <a:defRPr kumimoji="true" sz="1500">
                <a:solidFill>
                  <a:schemeClr val="tx1"/>
                </a:solidFill>
                <a:latin typeface="Comic Sans MS" panose="030F0702030302020204" charset="0"/>
                <a:ea typeface="宋体" pitchFamily="2" charset="-122"/>
              </a:defRPr>
            </a:lvl8pPr>
            <a:lvl9pPr marL="2914650" indent="-171450" eaLnBrk="false" fontAlgn="base" hangingPunct="false">
              <a:spcBef>
                <a:spcPct val="20000"/>
              </a:spcBef>
              <a:spcAft>
                <a:spcPct val="1"/>
              </a:spcAft>
              <a:buChar char="»"/>
              <a:defRPr kumimoji="true" sz="1500">
                <a:solidFill>
                  <a:schemeClr val="tx1"/>
                </a:solidFill>
                <a:latin typeface="Comic Sans MS" panose="030F0702030302020204" charset="0"/>
                <a:ea typeface="宋体" pitchFamily="2" charset="-122"/>
              </a:defRPr>
            </a:lvl9pPr>
          </a:lstStyle>
          <a:p>
            <a:pPr>
              <a:spcBef>
                <a:spcPct val="1"/>
              </a:spcBef>
              <a:buFontTx/>
              <a:buNone/>
              <a:defRPr/>
            </a:pPr>
            <a:fld id="{3F64FD38-83C0-8446-AFE8-4B2F996B2760}" type="slidenum">
              <a:rPr kumimoji="false" lang="zh-CN" altLang="en-US" sz="1050">
                <a:latin typeface="Times New Roman" panose="02020603050405020304" pitchFamily="18" charset="0"/>
              </a:rPr>
              <a:t>48</a:t>
            </a:fld>
            <a:endParaRPr kumimoji="false" lang="en-US" altLang="zh-CN" sz="1050">
              <a:latin typeface="Times New Roman" panose="02020603050405020304" pitchFamily="18" charset="0"/>
            </a:endParaRPr>
          </a:p>
        </p:txBody>
      </p:sp>
      <p:pic>
        <p:nvPicPr>
          <p:cNvPr id="261" name="Picture 3"/>
          <p:cNvPicPr>
            <a:picLocks noChangeAspect="true" noChangeArrowheads="true"/>
          </p:cNvPicPr>
          <p:nvPr/>
        </p:nvPicPr>
        <p:blipFill>
          <a:blip r:embed="rId2">
            <a:extLst>
              <a:ext uri="{28A0092B-C50C-407E-A947-70E740481C1C}"/>
            </a:extLst>
          </a:blip>
          <a:srcRect/>
          <a:stretch>
            <a:fillRect/>
          </a:stretch>
        </p:blipFill>
        <p:spPr bwMode="auto">
          <a:xfrm>
            <a:off x="76200" y="126033"/>
            <a:ext cx="6362700" cy="6697677"/>
          </a:xfrm>
          <a:prstGeom prst="rect">
            <a:avLst/>
          </a:prstGeom>
          <a:noFill/>
          <a:ln>
            <a:noFill/>
          </a:ln>
          <a:extLst>
            <a:ext uri="{909E8E84-426E-40DD-AFC4-6F175D3DCCD1}"/>
            <a:ext uri="{91240B29-F687-4F45-9708-019B960494DF}"/>
          </a:extLst>
        </p:spPr>
      </p:pic>
      <p:pic>
        <p:nvPicPr>
          <p:cNvPr id="262" name="Picture 3"/>
          <p:cNvPicPr>
            <a:picLocks noChangeAspect="true" noChangeArrowheads="true"/>
          </p:cNvPicPr>
          <p:nvPr/>
        </p:nvPicPr>
        <p:blipFill>
          <a:blip r:embed="rId3">
            <a:extLst>
              <a:ext uri="{28A0092B-C50C-407E-A947-70E740481C1C}"/>
            </a:extLst>
          </a:blip>
          <a:srcRect/>
          <a:stretch>
            <a:fillRect/>
          </a:stretch>
        </p:blipFill>
        <p:spPr bwMode="auto">
          <a:xfrm rot="0" flipH="false" flipV="false">
            <a:off x="2514600" y="457200"/>
            <a:ext cx="6629400" cy="1196872"/>
          </a:xfrm>
          <a:prstGeom prst="rect">
            <a:avLst/>
          </a:prstGeom>
          <a:noFill/>
          <a:ln>
            <a:noFill/>
          </a:ln>
          <a:extLst>
            <a:ext uri="{909E8E84-426E-40DD-AFC4-6F175D3DCCD1}"/>
            <a:ext uri="{91240B29-F687-4F45-9708-019B960494DF}"/>
          </a:extLst>
        </p:spPr>
      </p:pic>
    </p:spTree>
  </p:cSld>
  <p:clrMapOvr>
    <a:masterClrMapping/>
  </p:clrMapOvr>
</p:sld>
</file>

<file path=ppt/slides/slide48.xml><?xml version="1.0" encoding="utf-8"?>
<p:sld xmlns:a="http://schemas.openxmlformats.org/drawingml/2006/main" xmlns:p="http://schemas.openxmlformats.org/presentationml/2006/main">
  <p:cSld>
    <p:spTree>
      <p:nvGrpSpPr>
        <p:cNvPr id="263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4" name="标题 1"/>
          <p:cNvSpPr>
            <a:spLocks noGrp="true"/>
          </p:cNvSpPr>
          <p:nvPr>
            <p:ph type="title"/>
          </p:nvPr>
        </p:nvSpPr>
        <p:spPr/>
        <p:txBody>
          <a:bodyPr/>
          <a:lstStyle/>
          <a:p>
            <a:pPr/>
            <a:r>
              <a:rPr kumimoji="true" lang="zh-CN" altLang="en-US" dirty="false"/>
              <a:t>课堂练习</a:t>
            </a:r>
            <a:endParaRPr/>
          </a:p>
        </p:txBody>
      </p:sp>
      <p:sp>
        <p:nvSpPr>
          <p:cNvPr id="265" name="内容占位符 2"/>
          <p:cNvSpPr>
            <a:spLocks noGrp="true"/>
          </p:cNvSpPr>
          <p:nvPr>
            <p:ph idx="1"/>
          </p:nvPr>
        </p:nvSpPr>
        <p:spPr/>
        <p:txBody>
          <a:bodyPr/>
          <a:lstStyle/>
          <a:p>
            <a:pPr>
              <a:buChar char="•"/>
            </a:pPr>
            <a:r>
              <a:rPr lang="zh-CN"/>
              <a:t>写一个不断寻找素数的程序，给信号</a:t>
            </a:r>
            <a:r>
              <a:rPr lang="en-US"/>
              <a:t>SIGINT</a:t>
            </a:r>
            <a:r>
              <a:rPr lang="zh-CN"/>
              <a:t>一个处理函数</a:t>
            </a:r>
            <a:r>
              <a:rPr lang="en-US"/>
              <a:t>----</a:t>
            </a:r>
            <a:r>
              <a:rPr lang="zh-CN"/>
              <a:t>报告当前找到的最大的素数</a:t>
            </a:r>
            <a:endParaRPr lang="en-US"/>
          </a:p>
          <a:p>
            <a:pPr>
              <a:buChar char="•"/>
            </a:pPr>
            <a:r>
              <a:rPr lang="zh-CN"/>
              <a:t>程序运行时，</a:t>
            </a:r>
            <a:r>
              <a:rPr lang="en-US"/>
              <a:t>kill -2 </a:t>
            </a:r>
            <a:r>
              <a:rPr lang="en-US"/>
              <a:t>pid</a:t>
            </a:r>
            <a:r>
              <a:rPr lang="zh-CN"/>
              <a:t>，程序就会打印出来目前已找到的最大的素数</a:t>
            </a:r>
            <a:endParaRPr lang="en-US"/>
          </a:p>
          <a:p>
            <a:pPr>
              <a:buChar char="•"/>
            </a:pPr>
            <a:r>
              <a:rPr lang="zh-CN"/>
              <a:t>寻找素数用暴力尝试的方式即可。程序只需要完成功能，不考虑效率</a:t>
            </a:r>
            <a:endParaRPr/>
          </a:p>
        </p:txBody>
      </p:sp>
      <p:sp>
        <p:nvSpPr>
          <p:cNvPr id="266" name="幻灯片编号占位符 3"/>
          <p:cNvSpPr>
            <a:spLocks noGrp="true"/>
          </p:cNvSpPr>
          <p:nvPr>
            <p:ph type="sldNum" sz="quarter" idx="12"/>
          </p:nvPr>
        </p:nvSpPr>
        <p:spPr>
          <a:noFill/>
          <a:extLst>
            <a:ext uri="{909E8E84-426E-40DD-AFC4-6F175D3DCCD1}"/>
            <a:ext uri="{91240B29-F687-4F45-9708-019B960494DF}"/>
          </a:extLst>
        </p:spPr>
        <p:txBody>
          <a:bodyPr/>
          <a:lstStyle>
            <a:lvl1pPr>
              <a:defRPr sz="2000" b="true">
                <a:solidFill>
                  <a:schemeClr val="tx1"/>
                </a:solidFill>
                <a:latin typeface="Comic Sans MS" panose="030F0702030302020204" charset="0"/>
                <a:ea typeface="宋体" pitchFamily="2" charset="-122"/>
              </a:defRPr>
            </a:lvl1pPr>
            <a:lvl2pPr marL="742950" indent="-285750">
              <a:defRPr sz="2000" b="true">
                <a:solidFill>
                  <a:schemeClr val="tx1"/>
                </a:solidFill>
                <a:latin typeface="Comic Sans MS" panose="030F0702030302020204" charset="0"/>
                <a:ea typeface="宋体" pitchFamily="2" charset="-122"/>
              </a:defRPr>
            </a:lvl2pPr>
            <a:lvl3pPr marL="1143000" indent="-228600">
              <a:defRPr sz="2000" b="true">
                <a:solidFill>
                  <a:schemeClr val="tx1"/>
                </a:solidFill>
                <a:latin typeface="Comic Sans MS" panose="030F0702030302020204" charset="0"/>
                <a:ea typeface="宋体" pitchFamily="2" charset="-122"/>
              </a:defRPr>
            </a:lvl3pPr>
            <a:lvl4pPr marL="1600200" indent="-228600">
              <a:defRPr sz="2000" b="true">
                <a:solidFill>
                  <a:schemeClr val="tx1"/>
                </a:solidFill>
                <a:latin typeface="Comic Sans MS" panose="030F0702030302020204" charset="0"/>
                <a:ea typeface="宋体" pitchFamily="2" charset="-122"/>
              </a:defRPr>
            </a:lvl4pPr>
            <a:lvl5pPr marL="2057400" indent="-228600">
              <a:defRPr sz="2000" b="true">
                <a:solidFill>
                  <a:schemeClr val="tx1"/>
                </a:solidFill>
                <a:latin typeface="Comic Sans MS" panose="030F0702030302020204" charset="0"/>
                <a:ea typeface="宋体" pitchFamily="2" charset="-122"/>
              </a:defRPr>
            </a:lvl5pPr>
            <a:lvl6pPr marL="2514600" indent="-228600" eaLnBrk="false" fontAlgn="base" hangingPunct="false">
              <a:spcBef>
                <a:spcPct val="1"/>
              </a:spcBef>
              <a:spcAft>
                <a:spcPct val="1"/>
              </a:spcAft>
              <a:defRPr sz="2000" b="true">
                <a:solidFill>
                  <a:schemeClr val="tx1"/>
                </a:solidFill>
                <a:latin typeface="Comic Sans MS" panose="030F0702030302020204" charset="0"/>
                <a:ea typeface="宋体" pitchFamily="2" charset="-122"/>
              </a:defRPr>
            </a:lvl6pPr>
            <a:lvl7pPr marL="2971800" indent="-228600" eaLnBrk="false" fontAlgn="base" hangingPunct="false">
              <a:spcBef>
                <a:spcPct val="1"/>
              </a:spcBef>
              <a:spcAft>
                <a:spcPct val="1"/>
              </a:spcAft>
              <a:defRPr sz="2000" b="true">
                <a:solidFill>
                  <a:schemeClr val="tx1"/>
                </a:solidFill>
                <a:latin typeface="Comic Sans MS" panose="030F0702030302020204" charset="0"/>
                <a:ea typeface="宋体" pitchFamily="2" charset="-122"/>
              </a:defRPr>
            </a:lvl7pPr>
            <a:lvl8pPr marL="3429000" indent="-228600" eaLnBrk="false" fontAlgn="base" hangingPunct="false">
              <a:spcBef>
                <a:spcPct val="1"/>
              </a:spcBef>
              <a:spcAft>
                <a:spcPct val="1"/>
              </a:spcAft>
              <a:defRPr sz="2000" b="true">
                <a:solidFill>
                  <a:schemeClr val="tx1"/>
                </a:solidFill>
                <a:latin typeface="Comic Sans MS" panose="030F0702030302020204" charset="0"/>
                <a:ea typeface="宋体" pitchFamily="2" charset="-122"/>
              </a:defRPr>
            </a:lvl8pPr>
            <a:lvl9pPr marL="3886200" indent="-228600" eaLnBrk="false" fontAlgn="base" hangingPunct="false">
              <a:spcBef>
                <a:spcPct val="1"/>
              </a:spcBef>
              <a:spcAft>
                <a:spcPct val="1"/>
              </a:spcAft>
              <a:defRPr sz="2000" b="true">
                <a:solidFill>
                  <a:schemeClr val="tx1"/>
                </a:solidFill>
                <a:latin typeface="Comic Sans MS" panose="030F0702030302020204" charset="0"/>
                <a:ea typeface="宋体" pitchFamily="2" charset="-122"/>
              </a:defRPr>
            </a:lvl9pPr>
          </a:lstStyle>
          <a:p>
            <a:pPr/>
            <a:fld id="{C32DF275-FF00-DA48-A989-CB761FB95015}" type="slidenum">
              <a:rPr lang="zh-CN" altLang="en-US" sz="1400" b="false">
                <a:latin typeface="Times New Roman" panose="02020603050405020304" pitchFamily="18" charset="0"/>
              </a:rPr>
              <a:t>49</a:t>
            </a:fld>
            <a:endParaRPr lang="en-US" altLang="zh-CN" sz="1400" b="false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267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8" name="标题 1"/>
          <p:cNvSpPr>
            <a:spLocks noGrp="true"/>
          </p:cNvSpPr>
          <p:nvPr>
            <p:ph type="title"/>
          </p:nvPr>
        </p:nvSpPr>
        <p:spPr/>
        <p:txBody>
          <a:bodyPr/>
          <a:lstStyle/>
          <a:p>
            <a:pPr/>
            <a:r>
              <a:rPr kumimoji="true" lang="zh-CN" altLang="en-US"/>
              <a:t>练习答案</a:t>
            </a:r>
            <a:endParaRPr/>
          </a:p>
        </p:txBody>
      </p:sp>
      <p:pic>
        <p:nvPicPr>
          <p:cNvPr id="269" name="内容占位符 4"/>
          <p:cNvPicPr>
            <a:picLocks noGrp="true" noChangeAspect="true"/>
          </p:cNvPicPr>
          <p:nvPr>
            <p:ph idx="1"/>
          </p:nvPr>
        </p:nvPicPr>
        <p:blipFill>
          <a:blip r:embed="rId1">
            <a:extLst>
              <a:ext uri="{28A0092B-C50C-407E-A947-70E740481C1C}"/>
            </a:extLst>
          </a:blip>
          <a:srcRect/>
          <a:stretch>
            <a:fillRect/>
          </a:stretch>
        </p:blipFill>
        <p:spPr>
          <a:xfrm>
            <a:off x="1219200" y="1447800"/>
            <a:ext cx="5943600" cy="5307013"/>
          </a:xfrm>
        </p:spPr>
      </p:pic>
      <p:sp>
        <p:nvSpPr>
          <p:cNvPr id="270" name="幻灯片编号占位符 3"/>
          <p:cNvSpPr>
            <a:spLocks noGrp="true"/>
          </p:cNvSpPr>
          <p:nvPr>
            <p:ph type="sldNum" sz="quarter" idx="12"/>
          </p:nvPr>
        </p:nvSpPr>
        <p:spPr>
          <a:noFill/>
          <a:extLst>
            <a:ext uri="{909E8E84-426E-40DD-AFC4-6F175D3DCCD1}"/>
            <a:ext uri="{91240B29-F687-4F45-9708-019B960494DF}"/>
          </a:extLst>
        </p:spPr>
        <p:txBody>
          <a:bodyPr/>
          <a:lstStyle>
            <a:lvl1pPr>
              <a:defRPr sz="2000" b="true">
                <a:solidFill>
                  <a:schemeClr val="tx1"/>
                </a:solidFill>
                <a:latin typeface="Comic Sans MS" panose="030F0702030302020204" charset="0"/>
                <a:ea typeface="宋体" pitchFamily="2" charset="-122"/>
              </a:defRPr>
            </a:lvl1pPr>
            <a:lvl2pPr marL="742950" indent="-285750">
              <a:defRPr sz="2000" b="true">
                <a:solidFill>
                  <a:schemeClr val="tx1"/>
                </a:solidFill>
                <a:latin typeface="Comic Sans MS" panose="030F0702030302020204" charset="0"/>
                <a:ea typeface="宋体" pitchFamily="2" charset="-122"/>
              </a:defRPr>
            </a:lvl2pPr>
            <a:lvl3pPr marL="1143000" indent="-228600">
              <a:defRPr sz="2000" b="true">
                <a:solidFill>
                  <a:schemeClr val="tx1"/>
                </a:solidFill>
                <a:latin typeface="Comic Sans MS" panose="030F0702030302020204" charset="0"/>
                <a:ea typeface="宋体" pitchFamily="2" charset="-122"/>
              </a:defRPr>
            </a:lvl3pPr>
            <a:lvl4pPr marL="1600200" indent="-228600">
              <a:defRPr sz="2000" b="true">
                <a:solidFill>
                  <a:schemeClr val="tx1"/>
                </a:solidFill>
                <a:latin typeface="Comic Sans MS" panose="030F0702030302020204" charset="0"/>
                <a:ea typeface="宋体" pitchFamily="2" charset="-122"/>
              </a:defRPr>
            </a:lvl4pPr>
            <a:lvl5pPr marL="2057400" indent="-228600">
              <a:defRPr sz="2000" b="true">
                <a:solidFill>
                  <a:schemeClr val="tx1"/>
                </a:solidFill>
                <a:latin typeface="Comic Sans MS" panose="030F0702030302020204" charset="0"/>
                <a:ea typeface="宋体" pitchFamily="2" charset="-122"/>
              </a:defRPr>
            </a:lvl5pPr>
            <a:lvl6pPr marL="2514600" indent="-228600" eaLnBrk="false" fontAlgn="base" hangingPunct="false">
              <a:spcBef>
                <a:spcPct val="1"/>
              </a:spcBef>
              <a:spcAft>
                <a:spcPct val="1"/>
              </a:spcAft>
              <a:defRPr sz="2000" b="true">
                <a:solidFill>
                  <a:schemeClr val="tx1"/>
                </a:solidFill>
                <a:latin typeface="Comic Sans MS" panose="030F0702030302020204" charset="0"/>
                <a:ea typeface="宋体" pitchFamily="2" charset="-122"/>
              </a:defRPr>
            </a:lvl6pPr>
            <a:lvl7pPr marL="2971800" indent="-228600" eaLnBrk="false" fontAlgn="base" hangingPunct="false">
              <a:spcBef>
                <a:spcPct val="1"/>
              </a:spcBef>
              <a:spcAft>
                <a:spcPct val="1"/>
              </a:spcAft>
              <a:defRPr sz="2000" b="true">
                <a:solidFill>
                  <a:schemeClr val="tx1"/>
                </a:solidFill>
                <a:latin typeface="Comic Sans MS" panose="030F0702030302020204" charset="0"/>
                <a:ea typeface="宋体" pitchFamily="2" charset="-122"/>
              </a:defRPr>
            </a:lvl7pPr>
            <a:lvl8pPr marL="3429000" indent="-228600" eaLnBrk="false" fontAlgn="base" hangingPunct="false">
              <a:spcBef>
                <a:spcPct val="1"/>
              </a:spcBef>
              <a:spcAft>
                <a:spcPct val="1"/>
              </a:spcAft>
              <a:defRPr sz="2000" b="true">
                <a:solidFill>
                  <a:schemeClr val="tx1"/>
                </a:solidFill>
                <a:latin typeface="Comic Sans MS" panose="030F0702030302020204" charset="0"/>
                <a:ea typeface="宋体" pitchFamily="2" charset="-122"/>
              </a:defRPr>
            </a:lvl8pPr>
            <a:lvl9pPr marL="3886200" indent="-228600" eaLnBrk="false" fontAlgn="base" hangingPunct="false">
              <a:spcBef>
                <a:spcPct val="1"/>
              </a:spcBef>
              <a:spcAft>
                <a:spcPct val="1"/>
              </a:spcAft>
              <a:defRPr sz="2000" b="true">
                <a:solidFill>
                  <a:schemeClr val="tx1"/>
                </a:solidFill>
                <a:latin typeface="Comic Sans MS" panose="030F0702030302020204" charset="0"/>
                <a:ea typeface="宋体" pitchFamily="2" charset="-122"/>
              </a:defRPr>
            </a:lvl9pPr>
          </a:lstStyle>
          <a:p>
            <a:pPr/>
            <a:fld id="{4D31D8AA-5DA3-414B-B03A-6A87131E652F}" type="slidenum">
              <a:rPr lang="zh-CN" altLang="en-US" sz="1400" b="false">
                <a:latin typeface="Times New Roman" panose="02020603050405020304" pitchFamily="18" charset="0"/>
              </a:rPr>
              <a:t>50</a:t>
            </a:fld>
            <a:endParaRPr lang="en-US" altLang="zh-CN" sz="1400" b="false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p="http://schemas.openxmlformats.org/presentationml/2006/main">
  <p:cSld>
    <p:spTree>
      <p:nvGrpSpPr>
        <p:cNvPr id="275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" name="灯片编号占位符 5"/>
          <p:cNvSpPr>
            <a:spLocks noGrp="true"/>
          </p:cNvSpPr>
          <p:nvPr>
            <p:ph type="sldNum" sz="quarter" idx="12"/>
          </p:nvPr>
        </p:nvSpPr>
        <p:spPr>
          <a:noFill/>
          <a:extLst>
            <a:ext uri="{909E8E84-426E-40DD-AFC4-6F175D3DCCD1}"/>
            <a:ext uri="{91240B29-F687-4F45-9708-019B960494DF}"/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Comic Sans MS" panose="030F070203030202020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Comic Sans MS" panose="030F070203030202020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anose="030F070203030202020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Comic Sans MS" panose="030F070203030202020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Comic Sans MS" panose="030F0702030302020204" charset="0"/>
              </a:defRPr>
            </a:lvl5pPr>
            <a:lvl6pPr marL="2514600" indent="-228600" eaLnBrk="false" fontAlgn="base" hangingPunct="false">
              <a:spcBef>
                <a:spcPct val="20000"/>
              </a:spcBef>
              <a:spcAft>
                <a:spcPct val="1"/>
              </a:spcAft>
              <a:buChar char="»"/>
              <a:defRPr sz="2000">
                <a:solidFill>
                  <a:schemeClr val="tx1"/>
                </a:solidFill>
                <a:latin typeface="Comic Sans MS" panose="030F0702030302020204" charset="0"/>
              </a:defRPr>
            </a:lvl6pPr>
            <a:lvl7pPr marL="2971800" indent="-228600" eaLnBrk="false" fontAlgn="base" hangingPunct="false">
              <a:spcBef>
                <a:spcPct val="20000"/>
              </a:spcBef>
              <a:spcAft>
                <a:spcPct val="1"/>
              </a:spcAft>
              <a:buChar char="»"/>
              <a:defRPr sz="2000">
                <a:solidFill>
                  <a:schemeClr val="tx1"/>
                </a:solidFill>
                <a:latin typeface="Comic Sans MS" panose="030F0702030302020204" charset="0"/>
              </a:defRPr>
            </a:lvl7pPr>
            <a:lvl8pPr marL="3429000" indent="-228600" eaLnBrk="false" fontAlgn="base" hangingPunct="false">
              <a:spcBef>
                <a:spcPct val="20000"/>
              </a:spcBef>
              <a:spcAft>
                <a:spcPct val="1"/>
              </a:spcAft>
              <a:buChar char="»"/>
              <a:defRPr sz="2000">
                <a:solidFill>
                  <a:schemeClr val="tx1"/>
                </a:solidFill>
                <a:latin typeface="Comic Sans MS" panose="030F0702030302020204" charset="0"/>
              </a:defRPr>
            </a:lvl8pPr>
            <a:lvl9pPr marL="3886200" indent="-228600" eaLnBrk="false" fontAlgn="base" hangingPunct="false">
              <a:spcBef>
                <a:spcPct val="20000"/>
              </a:spcBef>
              <a:spcAft>
                <a:spcPct val="1"/>
              </a:spcAft>
              <a:buChar char="»"/>
              <a:defRPr sz="2000">
                <a:solidFill>
                  <a:schemeClr val="tx1"/>
                </a:solidFill>
                <a:latin typeface="Comic Sans MS" panose="030F0702030302020204" charset="0"/>
              </a:defRPr>
            </a:lvl9pPr>
          </a:lstStyle>
          <a:p>
            <a:pPr>
              <a:spcBef>
                <a:spcPct val="1"/>
              </a:spcBef>
              <a:buFontTx/>
              <a:buNone/>
            </a:pPr>
            <a:fld id="{C4B8B59D-46BA-A848-BD41-BED4E1B78C18}" type="slidenum">
              <a:rPr lang="zh-CN" altLang="en-US" sz="1400">
                <a:latin typeface="Times New Roman" panose="02020603050405020304" pitchFamily="18" charset="0"/>
                <a:ea typeface="宋体" pitchFamily="2" charset="-122"/>
              </a:rPr>
              <a:t>51</a:t>
            </a:fld>
            <a:endParaRPr lang="en-US" altLang="zh-CN" sz="1400">
              <a:latin typeface="Times New Roman" panose="02020603050405020304" pitchFamily="18" charset="0"/>
              <a:ea typeface="宋体" pitchFamily="2" charset="-122"/>
            </a:endParaRPr>
          </a:p>
        </p:txBody>
      </p:sp>
      <p:sp>
        <p:nvSpPr>
          <p:cNvPr id="277" name="Rectangle 2"/>
          <p:cNvSpPr>
            <a:spLocks noGrp="true" noChangeArrowheads="true"/>
          </p:cNvSpPr>
          <p:nvPr>
            <p:ph type="title"/>
          </p:nvPr>
        </p:nvSpPr>
        <p:spPr/>
        <p:txBody>
          <a:bodyPr/>
          <a:lstStyle/>
          <a:p>
            <a:pPr/>
            <a:r>
              <a:rPr lang="en-US" altLang="zh-CN">
                <a:ea typeface="宋体" pitchFamily="2" charset="-122"/>
              </a:rPr>
              <a:t>Signal Handling Issues</a:t>
            </a:r>
            <a:endParaRPr/>
          </a:p>
        </p:txBody>
      </p:sp>
      <p:sp>
        <p:nvSpPr>
          <p:cNvPr id="278" name="Rectangle 3"/>
          <p:cNvSpPr>
            <a:spLocks noGrp="true" noChangeArrowheads="true"/>
          </p:cNvSpPr>
          <p:nvPr>
            <p:ph type="body" idx="1"/>
          </p:nvPr>
        </p:nvSpPr>
        <p:spPr>
          <a:xfrm>
            <a:off x="457200" y="1600200"/>
            <a:ext cx="8077200" cy="4419600"/>
          </a:xfrm>
        </p:spPr>
        <p:txBody>
          <a:bodyPr/>
          <a:lstStyle/>
          <a:p>
            <a:pPr>
              <a:lnSpc>
                <a:spcPct val="110000"/>
              </a:lnSpc>
              <a:buChar char="•"/>
              <a:defRPr sz="2800">
                <a:solidFill>
                  <a:schemeClr val="tx1">
                    <a:alpha val="100000"/>
                  </a:schemeClr>
                </a:solidFill>
                <a:latin typeface="Comic Sans MS"/>
                <a:ea typeface="Comic Sans MS"/>
                <a:cs typeface="+mn-cs"/>
              </a:defRPr>
            </a:pPr>
            <a:r>
              <a:rPr lang="en-US">
                <a:effectLst>
                  <a:outerShdw blurRad="38100" dist="38100" dir="2700000" sx="100000" sy="100000" algn="tl">
                    <a:srgbClr val="000000">
                      <a:alpha val="43137"/>
                    </a:srgbClr>
                  </a:outerShdw>
                </a:effectLst>
                <a:latin typeface="Comic Sans MS"/>
                <a:ea typeface="宋体"/>
                <a:cs typeface="+mn-cs"/>
              </a:rPr>
              <a:t>Pending signals can be blocked</a:t>
            </a:r>
            <a:endParaRPr/>
          </a:p>
          <a:p>
            <a:pPr lvl="1">
              <a:lnSpc>
                <a:spcPct val="110000"/>
              </a:lnSpc>
              <a:buChar char="–"/>
              <a:defRPr sz="2400">
                <a:solidFill>
                  <a:schemeClr val="tx1">
                    <a:alpha val="100000"/>
                  </a:schemeClr>
                </a:solidFill>
                <a:latin typeface="Comic Sans MS"/>
              </a:defRPr>
            </a:pPr>
            <a:r>
              <a:rPr lang="en-US">
                <a:latin typeface="Comic Sans MS"/>
                <a:ea typeface="宋体"/>
              </a:rPr>
              <a:t>Unix signal handler</a:t>
            </a:r>
            <a:r>
              <a:rPr lang="zh-CN">
                <a:latin typeface="Comic Sans MS"/>
                <a:ea typeface="宋体"/>
              </a:rPr>
              <a:t>一般会屏蔽当前正在处理信号同一类型的</a:t>
            </a:r>
            <a:r>
              <a:rPr lang="en-US">
                <a:latin typeface="Comic Sans MS"/>
                <a:ea typeface="宋体"/>
              </a:rPr>
              <a:t>pending signals</a:t>
            </a:r>
            <a:endParaRPr/>
          </a:p>
          <a:p>
            <a:pPr>
              <a:lnSpc>
                <a:spcPct val="110000"/>
              </a:lnSpc>
              <a:buChar char="•"/>
              <a:defRPr sz="2800">
                <a:solidFill>
                  <a:schemeClr val="tx1">
                    <a:alpha val="100000"/>
                  </a:schemeClr>
                </a:solidFill>
                <a:latin typeface="Comic Sans MS"/>
                <a:ea typeface="Comic Sans MS"/>
                <a:cs typeface="+mn-cs"/>
              </a:defRPr>
            </a:pPr>
            <a:r>
              <a:rPr lang="en-US">
                <a:effectLst>
                  <a:outerShdw blurRad="38100" dist="38100" dir="2700000" sx="100000" sy="100000" algn="tl">
                    <a:srgbClr val="000000">
                      <a:alpha val="43137"/>
                    </a:srgbClr>
                  </a:outerShdw>
                </a:effectLst>
                <a:latin typeface="Comic Sans MS"/>
                <a:ea typeface="宋体"/>
                <a:cs typeface="+mn-cs"/>
              </a:rPr>
              <a:t>Pending signals are not queued</a:t>
            </a:r>
            <a:endParaRPr/>
          </a:p>
          <a:p>
            <a:pPr lvl="1">
              <a:lnSpc>
                <a:spcPct val="110000"/>
              </a:lnSpc>
              <a:buChar char="–"/>
              <a:defRPr sz="2400">
                <a:solidFill>
                  <a:schemeClr val="tx1">
                    <a:alpha val="100000"/>
                  </a:schemeClr>
                </a:solidFill>
                <a:latin typeface="Comic Sans MS"/>
              </a:defRPr>
            </a:pPr>
            <a:r>
              <a:rPr lang="zh-CN">
                <a:latin typeface="Comic Sans MS"/>
                <a:ea typeface="宋体"/>
              </a:rPr>
              <a:t>在数据结构上，每一种信号类型只对应一个</a:t>
            </a:r>
            <a:r>
              <a:rPr lang="en-US">
                <a:latin typeface="Comic Sans MS"/>
                <a:ea typeface="宋体"/>
              </a:rPr>
              <a:t>bit</a:t>
            </a:r>
            <a:r>
              <a:rPr lang="zh-CN">
                <a:latin typeface="Comic Sans MS"/>
                <a:ea typeface="宋体"/>
              </a:rPr>
              <a:t>，所以只能记录有</a:t>
            </a:r>
            <a:r>
              <a:rPr lang="en-US">
                <a:latin typeface="Comic Sans MS"/>
                <a:ea typeface="宋体"/>
              </a:rPr>
              <a:t>/</a:t>
            </a:r>
            <a:r>
              <a:rPr lang="zh-CN">
                <a:latin typeface="Comic Sans MS"/>
                <a:ea typeface="宋体"/>
              </a:rPr>
              <a:t>无信号，无法记录来了几个信号</a:t>
            </a:r>
            <a:endParaRPr lang="en-US">
              <a:latin typeface="Comic Sans MS"/>
              <a:ea typeface="宋体"/>
            </a:endParaRPr>
          </a:p>
          <a:p>
            <a:pPr lvl="1">
              <a:lnSpc>
                <a:spcPct val="110000"/>
              </a:lnSpc>
              <a:buChar char="–"/>
              <a:defRPr sz="2400">
                <a:solidFill>
                  <a:schemeClr val="tx1">
                    <a:alpha val="100000"/>
                  </a:schemeClr>
                </a:solidFill>
                <a:latin typeface="Comic Sans MS"/>
              </a:defRPr>
            </a:pPr>
            <a:r>
              <a:rPr lang="zh-CN">
                <a:latin typeface="Comic Sans MS"/>
                <a:ea typeface="宋体"/>
              </a:rPr>
              <a:t>第二个及以后到达的</a:t>
            </a:r>
            <a:r>
              <a:rPr lang="en-US">
                <a:latin typeface="Comic Sans MS"/>
                <a:ea typeface="宋体"/>
              </a:rPr>
              <a:t>pending signal</a:t>
            </a:r>
            <a:r>
              <a:rPr lang="zh-CN">
                <a:latin typeface="Comic Sans MS"/>
                <a:ea typeface="宋体"/>
              </a:rPr>
              <a:t>只是被简单地丢弃了</a:t>
            </a:r>
            <a:endParaRPr lang="en-US">
              <a:latin typeface="Comic Sans MS"/>
              <a:ea typeface="宋体"/>
            </a:endParaRPr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p="http://schemas.openxmlformats.org/presentationml/2006/main">
  <p:cSld>
    <p:spTree>
      <p:nvGrpSpPr>
        <p:cNvPr id="279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0" name="灯片编号占位符 5"/>
          <p:cNvSpPr>
            <a:spLocks noGrp="true"/>
          </p:cNvSpPr>
          <p:nvPr>
            <p:ph type="sldNum" sz="quarter" idx="12"/>
          </p:nvPr>
        </p:nvSpPr>
        <p:spPr>
          <a:noFill/>
          <a:extLst>
            <a:ext uri="{909E8E84-426E-40DD-AFC4-6F175D3DCCD1}"/>
            <a:ext uri="{91240B29-F687-4F45-9708-019B960494DF}"/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Comic Sans MS" panose="030F070203030202020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Comic Sans MS" panose="030F070203030202020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anose="030F070203030202020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Comic Sans MS" panose="030F070203030202020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Comic Sans MS" panose="030F0702030302020204" charset="0"/>
              </a:defRPr>
            </a:lvl5pPr>
            <a:lvl6pPr marL="2514600" indent="-228600" eaLnBrk="false" fontAlgn="base" hangingPunct="false">
              <a:spcBef>
                <a:spcPct val="20000"/>
              </a:spcBef>
              <a:spcAft>
                <a:spcPct val="1"/>
              </a:spcAft>
              <a:buChar char="»"/>
              <a:defRPr sz="2000">
                <a:solidFill>
                  <a:schemeClr val="tx1"/>
                </a:solidFill>
                <a:latin typeface="Comic Sans MS" panose="030F0702030302020204" charset="0"/>
              </a:defRPr>
            </a:lvl6pPr>
            <a:lvl7pPr marL="2971800" indent="-228600" eaLnBrk="false" fontAlgn="base" hangingPunct="false">
              <a:spcBef>
                <a:spcPct val="20000"/>
              </a:spcBef>
              <a:spcAft>
                <a:spcPct val="1"/>
              </a:spcAft>
              <a:buChar char="»"/>
              <a:defRPr sz="2000">
                <a:solidFill>
                  <a:schemeClr val="tx1"/>
                </a:solidFill>
                <a:latin typeface="Comic Sans MS" panose="030F0702030302020204" charset="0"/>
              </a:defRPr>
            </a:lvl7pPr>
            <a:lvl8pPr marL="3429000" indent="-228600" eaLnBrk="false" fontAlgn="base" hangingPunct="false">
              <a:spcBef>
                <a:spcPct val="20000"/>
              </a:spcBef>
              <a:spcAft>
                <a:spcPct val="1"/>
              </a:spcAft>
              <a:buChar char="»"/>
              <a:defRPr sz="2000">
                <a:solidFill>
                  <a:schemeClr val="tx1"/>
                </a:solidFill>
                <a:latin typeface="Comic Sans MS" panose="030F0702030302020204" charset="0"/>
              </a:defRPr>
            </a:lvl8pPr>
            <a:lvl9pPr marL="3886200" indent="-228600" eaLnBrk="false" fontAlgn="base" hangingPunct="false">
              <a:spcBef>
                <a:spcPct val="20000"/>
              </a:spcBef>
              <a:spcAft>
                <a:spcPct val="1"/>
              </a:spcAft>
              <a:buChar char="»"/>
              <a:defRPr sz="2000">
                <a:solidFill>
                  <a:schemeClr val="tx1"/>
                </a:solidFill>
                <a:latin typeface="Comic Sans MS" panose="030F0702030302020204" charset="0"/>
              </a:defRPr>
            </a:lvl9pPr>
          </a:lstStyle>
          <a:p>
            <a:pPr>
              <a:spcBef>
                <a:spcPct val="1"/>
              </a:spcBef>
              <a:buFontTx/>
              <a:buNone/>
            </a:pPr>
            <a:fld id="{E90EB7F5-53B7-0C4E-8272-16AF4761ECC5}" type="slidenum">
              <a:rPr lang="zh-CN" altLang="en-US" sz="1400">
                <a:latin typeface="Times New Roman" panose="02020603050405020304" pitchFamily="18" charset="0"/>
                <a:ea typeface="宋体" pitchFamily="2" charset="-122"/>
              </a:rPr>
              <a:t>52</a:t>
            </a:fld>
            <a:endParaRPr lang="en-US" altLang="zh-CN" sz="1400">
              <a:latin typeface="Times New Roman" panose="02020603050405020304" pitchFamily="18" charset="0"/>
              <a:ea typeface="宋体" pitchFamily="2" charset="-122"/>
            </a:endParaRPr>
          </a:p>
        </p:txBody>
      </p:sp>
      <p:sp>
        <p:nvSpPr>
          <p:cNvPr id="281" name="Rectangle 2"/>
          <p:cNvSpPr>
            <a:spLocks noGrp="true" noChangeArrowheads="true"/>
          </p:cNvSpPr>
          <p:nvPr>
            <p:ph type="title"/>
          </p:nvPr>
        </p:nvSpPr>
        <p:spPr/>
        <p:txBody>
          <a:bodyPr/>
          <a:lstStyle/>
          <a:p>
            <a:pPr/>
            <a:r>
              <a:rPr lang="en-US">
                <a:latin typeface="Comic Sans MS"/>
                <a:ea typeface="宋体"/>
                <a:cs typeface="+mj-cs"/>
              </a:rPr>
              <a:t>Signal Handling Issues</a:t>
            </a:r>
            <a:endParaRPr/>
          </a:p>
        </p:txBody>
      </p:sp>
      <p:sp>
        <p:nvSpPr>
          <p:cNvPr id="282" name="Rectangle 3"/>
          <p:cNvSpPr>
            <a:spLocks noGrp="true" noChangeArrowheads="true"/>
          </p:cNvSpPr>
          <p:nvPr>
            <p:ph type="body" idx="1"/>
          </p:nvPr>
        </p:nvSpPr>
        <p:spPr>
          <a:xfrm rot="0" flipH="false" flipV="false">
            <a:off x="457200" y="1600200"/>
            <a:ext cx="8193568" cy="4419600"/>
          </a:xfrm>
        </p:spPr>
        <p:txBody>
          <a:bodyPr/>
          <a:lstStyle/>
          <a:p>
            <a:pPr>
              <a:lnSpc>
                <a:spcPct val="120000"/>
              </a:lnSpc>
              <a:buChar char="•"/>
              <a:defRPr sz="2800">
                <a:solidFill>
                  <a:schemeClr val="tx1">
                    <a:alpha val="100000"/>
                  </a:schemeClr>
                </a:solidFill>
                <a:latin typeface="Comic Sans MS"/>
                <a:ea typeface="Comic Sans MS"/>
                <a:cs typeface="+mn-cs"/>
              </a:defRPr>
            </a:pPr>
            <a:r>
              <a:rPr lang="en-US">
                <a:latin typeface="Comic Sans MS"/>
                <a:ea typeface="宋体"/>
                <a:cs typeface="+mn-cs"/>
              </a:rPr>
              <a:t>Signal handlers</a:t>
            </a:r>
            <a:r>
              <a:rPr lang="zh-CN">
                <a:latin typeface="Comic Sans MS"/>
                <a:ea typeface="宋体"/>
                <a:cs typeface="+mn-cs"/>
              </a:rPr>
              <a:t>和</a:t>
            </a:r>
            <a:r>
              <a:rPr lang="en-US">
                <a:latin typeface="Comic Sans MS"/>
                <a:ea typeface="宋体"/>
                <a:cs typeface="+mn-cs"/>
              </a:rPr>
              <a:t>main program</a:t>
            </a:r>
            <a:r>
              <a:rPr lang="zh-CN">
                <a:latin typeface="Comic Sans MS"/>
                <a:ea typeface="宋体"/>
                <a:cs typeface="+mn-cs"/>
              </a:rPr>
              <a:t>是并发的，并且可以共享全局变量</a:t>
            </a:r>
            <a:endParaRPr lang="en-US">
              <a:latin typeface="Comic Sans MS"/>
              <a:ea typeface="宋体"/>
              <a:cs typeface="+mn-cs"/>
            </a:endParaRPr>
          </a:p>
          <a:p>
            <a:pPr>
              <a:lnSpc>
                <a:spcPct val="120000"/>
              </a:lnSpc>
              <a:buChar char="•"/>
              <a:defRPr sz="2800">
                <a:solidFill>
                  <a:schemeClr val="tx1">
                    <a:alpha val="100000"/>
                  </a:schemeClr>
                </a:solidFill>
                <a:latin typeface="Comic Sans MS"/>
                <a:ea typeface="Comic Sans MS"/>
                <a:cs typeface="+mn-cs"/>
              </a:defRPr>
            </a:pPr>
            <a:r>
              <a:rPr lang="zh-CN">
                <a:latin typeface="Comic Sans MS"/>
                <a:ea typeface="宋体"/>
                <a:cs typeface="+mn-cs"/>
              </a:rPr>
              <a:t>进程接收</a:t>
            </a:r>
            <a:r>
              <a:rPr lang="en-US">
                <a:latin typeface="Comic Sans MS"/>
                <a:ea typeface="宋体"/>
                <a:cs typeface="+mn-cs"/>
              </a:rPr>
              <a:t>signal</a:t>
            </a:r>
            <a:r>
              <a:rPr lang="zh-CN">
                <a:latin typeface="Comic Sans MS"/>
                <a:ea typeface="宋体"/>
                <a:cs typeface="+mn-cs"/>
              </a:rPr>
              <a:t>的方式和时机有时违反直觉</a:t>
            </a:r>
            <a:endParaRPr/>
          </a:p>
          <a:p>
            <a:pPr>
              <a:lnSpc>
                <a:spcPct val="120000"/>
              </a:lnSpc>
              <a:buChar char="•"/>
              <a:defRPr sz="2800">
                <a:solidFill>
                  <a:schemeClr val="tx1">
                    <a:alpha val="100000"/>
                  </a:schemeClr>
                </a:solidFill>
                <a:latin typeface="Comic Sans MS"/>
                <a:ea typeface="Comic Sans MS"/>
                <a:cs typeface="+mn-cs"/>
              </a:defRPr>
            </a:pPr>
            <a:r>
              <a:rPr lang="zh-CN">
                <a:latin typeface="Comic Sans MS"/>
                <a:ea typeface="宋体"/>
                <a:cs typeface="+mn-cs"/>
              </a:rPr>
              <a:t>不同系统对</a:t>
            </a:r>
            <a:r>
              <a:rPr lang="en-US">
                <a:latin typeface="Comic Sans MS"/>
                <a:ea typeface="宋体"/>
                <a:cs typeface="+mn-cs"/>
              </a:rPr>
              <a:t>signal</a:t>
            </a:r>
            <a:r>
              <a:rPr lang="zh-CN">
                <a:latin typeface="Comic Sans MS"/>
                <a:ea typeface="宋体"/>
                <a:cs typeface="+mn-cs"/>
              </a:rPr>
              <a:t>的处理方式可能不一样</a:t>
            </a:r>
            <a:endParaRPr/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p="http://schemas.openxmlformats.org/presentationml/2006/main">
  <p:cSld>
    <p:spTree>
      <p:nvGrpSpPr>
        <p:cNvPr id="283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4" name="灯片编号占位符 5"/>
          <p:cNvSpPr>
            <a:spLocks noGrp="true"/>
          </p:cNvSpPr>
          <p:nvPr>
            <p:ph type="sldNum" sz="quarter" idx="12"/>
          </p:nvPr>
        </p:nvSpPr>
        <p:spPr>
          <a:noFill/>
          <a:extLst>
            <a:ext uri="{909E8E84-426E-40DD-AFC4-6F175D3DCCD1}"/>
            <a:ext uri="{91240B29-F687-4F45-9708-019B960494DF}"/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Comic Sans MS" panose="030F070203030202020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Comic Sans MS" panose="030F070203030202020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anose="030F070203030202020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Comic Sans MS" panose="030F070203030202020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Comic Sans MS" panose="030F0702030302020204" charset="0"/>
              </a:defRPr>
            </a:lvl5pPr>
            <a:lvl6pPr marL="2514600" indent="-228600" eaLnBrk="false" fontAlgn="base" hangingPunct="false">
              <a:spcBef>
                <a:spcPct val="20000"/>
              </a:spcBef>
              <a:spcAft>
                <a:spcPct val="1"/>
              </a:spcAft>
              <a:buChar char="»"/>
              <a:defRPr sz="2000">
                <a:solidFill>
                  <a:schemeClr val="tx1"/>
                </a:solidFill>
                <a:latin typeface="Comic Sans MS" panose="030F0702030302020204" charset="0"/>
              </a:defRPr>
            </a:lvl6pPr>
            <a:lvl7pPr marL="2971800" indent="-228600" eaLnBrk="false" fontAlgn="base" hangingPunct="false">
              <a:spcBef>
                <a:spcPct val="20000"/>
              </a:spcBef>
              <a:spcAft>
                <a:spcPct val="1"/>
              </a:spcAft>
              <a:buChar char="»"/>
              <a:defRPr sz="2000">
                <a:solidFill>
                  <a:schemeClr val="tx1"/>
                </a:solidFill>
                <a:latin typeface="Comic Sans MS" panose="030F0702030302020204" charset="0"/>
              </a:defRPr>
            </a:lvl7pPr>
            <a:lvl8pPr marL="3429000" indent="-228600" eaLnBrk="false" fontAlgn="base" hangingPunct="false">
              <a:spcBef>
                <a:spcPct val="20000"/>
              </a:spcBef>
              <a:spcAft>
                <a:spcPct val="1"/>
              </a:spcAft>
              <a:buChar char="»"/>
              <a:defRPr sz="2000">
                <a:solidFill>
                  <a:schemeClr val="tx1"/>
                </a:solidFill>
                <a:latin typeface="Comic Sans MS" panose="030F0702030302020204" charset="0"/>
              </a:defRPr>
            </a:lvl8pPr>
            <a:lvl9pPr marL="3886200" indent="-228600" eaLnBrk="false" fontAlgn="base" hangingPunct="false">
              <a:spcBef>
                <a:spcPct val="20000"/>
              </a:spcBef>
              <a:spcAft>
                <a:spcPct val="1"/>
              </a:spcAft>
              <a:buChar char="»"/>
              <a:defRPr sz="2000">
                <a:solidFill>
                  <a:schemeClr val="tx1"/>
                </a:solidFill>
                <a:latin typeface="Comic Sans MS" panose="030F0702030302020204" charset="0"/>
              </a:defRPr>
            </a:lvl9pPr>
          </a:lstStyle>
          <a:p>
            <a:pPr>
              <a:spcBef>
                <a:spcPct val="1"/>
              </a:spcBef>
              <a:buFontTx/>
              <a:buNone/>
            </a:pPr>
            <a:fld id="{E9372C1A-C2AB-0A4B-BBD7-366094E45AB8}" type="slidenum">
              <a:rPr lang="zh-CN" altLang="en-US" sz="1400">
                <a:latin typeface="Times New Roman" panose="02020603050405020304" pitchFamily="18" charset="0"/>
                <a:ea typeface="宋体" pitchFamily="2" charset="-122"/>
              </a:rPr>
              <a:t>53</a:t>
            </a:fld>
            <a:endParaRPr lang="en-US" altLang="zh-CN" sz="1400">
              <a:latin typeface="Times New Roman" panose="02020603050405020304" pitchFamily="18" charset="0"/>
              <a:ea typeface="宋体" pitchFamily="2" charset="-122"/>
            </a:endParaRPr>
          </a:p>
        </p:txBody>
      </p:sp>
      <p:sp>
        <p:nvSpPr>
          <p:cNvPr id="285" name="Rectangle 2"/>
          <p:cNvSpPr>
            <a:spLocks noGrp="true" noChangeArrowheads="true"/>
          </p:cNvSpPr>
          <p:nvPr>
            <p:ph type="body" idx="1"/>
          </p:nvPr>
        </p:nvSpPr>
        <p:spPr>
          <a:xfrm>
            <a:off x="304800" y="228600"/>
            <a:ext cx="8458200" cy="3962400"/>
          </a:xfrm>
          <a:solidFill>
            <a:schemeClr val="bg1"/>
          </a:solidFill>
        </p:spPr>
        <p:txBody>
          <a:bodyPr/>
          <a:lstStyle/>
          <a:p>
            <a:pPr>
              <a:spcBef>
                <a:spcPct val="1"/>
              </a:spcBef>
              <a:buFontTx/>
              <a:buNone/>
            </a:pPr>
            <a:r>
              <a:rPr lang="en-US" sz="1800" b="true">
                <a:latin typeface="Courier New"/>
                <a:ea typeface="宋体"/>
                <a:cs typeface="Courier New"/>
              </a:rPr>
              <a:t>14 int main()</a:t>
            </a:r>
            <a:endParaRPr/>
          </a:p>
          <a:p>
            <a:pPr>
              <a:spcBef>
                <a:spcPct val="1"/>
              </a:spcBef>
              <a:buFontTx/>
              <a:buNone/>
            </a:pPr>
            <a:r>
              <a:rPr lang="en-US" sz="1800" b="true">
                <a:latin typeface="Courier New"/>
                <a:ea typeface="宋体"/>
                <a:cs typeface="Courier New"/>
              </a:rPr>
              <a:t>15 {</a:t>
            </a:r>
            <a:endParaRPr/>
          </a:p>
          <a:p>
            <a:pPr>
              <a:spcBef>
                <a:spcPct val="1"/>
              </a:spcBef>
              <a:buFontTx/>
              <a:buNone/>
            </a:pPr>
            <a:r>
              <a:rPr lang="en-US" sz="1800" b="true">
                <a:latin typeface="Courier New"/>
                <a:ea typeface="宋体"/>
                <a:cs typeface="Courier New"/>
              </a:rPr>
              <a:t>16   int i, n;  char buf[MAXBUF];</a:t>
            </a:r>
            <a:endParaRPr/>
          </a:p>
          <a:p>
            <a:pPr>
              <a:spcBef>
                <a:spcPct val="1"/>
              </a:spcBef>
              <a:buFontTx/>
              <a:buNone/>
            </a:pPr>
            <a:r>
              <a:rPr lang="en-US" sz="1800" b="true">
                <a:latin typeface="Courier New"/>
                <a:ea typeface="宋体"/>
                <a:cs typeface="Courier New"/>
              </a:rPr>
              <a:t>17   if (</a:t>
            </a:r>
            <a:r>
              <a:rPr lang="en-US" sz="1800" b="true">
                <a:solidFill>
                  <a:srgbClr val="FF0000">
                    <a:alpha val="100000"/>
                  </a:srgbClr>
                </a:solidFill>
                <a:latin typeface="Courier New"/>
                <a:ea typeface="宋体"/>
                <a:cs typeface="Courier New"/>
              </a:rPr>
              <a:t>signal</a:t>
            </a:r>
            <a:r>
              <a:rPr lang="en-US" sz="1800" b="true">
                <a:latin typeface="Courier New"/>
                <a:ea typeface="宋体"/>
                <a:cs typeface="Courier New"/>
              </a:rPr>
              <a:t>(SIGCHLD, handler1) == SIG_ERR)</a:t>
            </a:r>
            <a:endParaRPr/>
          </a:p>
          <a:p>
            <a:pPr>
              <a:spcBef>
                <a:spcPct val="1"/>
              </a:spcBef>
              <a:buFontTx/>
              <a:buNone/>
            </a:pPr>
            <a:r>
              <a:rPr lang="en-US" sz="1800" b="true">
                <a:latin typeface="Courier New"/>
                <a:ea typeface="宋体"/>
                <a:cs typeface="Courier New"/>
              </a:rPr>
              <a:t>18     unix_error("signal error");</a:t>
            </a:r>
            <a:endParaRPr/>
          </a:p>
          <a:p>
            <a:pPr>
              <a:spcBef>
                <a:spcPct val="1"/>
              </a:spcBef>
              <a:buFontTx/>
              <a:buNone/>
            </a:pPr>
            <a:r>
              <a:rPr lang="en-US" sz="1800" b="true">
                <a:latin typeface="Courier New"/>
                <a:ea typeface="宋体"/>
                <a:cs typeface="Courier New"/>
              </a:rPr>
              <a:t>19</a:t>
            </a:r>
            <a:endParaRPr/>
          </a:p>
          <a:p>
            <a:pPr>
              <a:spcBef>
                <a:spcPct val="1"/>
              </a:spcBef>
              <a:buFontTx/>
              <a:buNone/>
            </a:pPr>
            <a:r>
              <a:rPr lang="en-US" sz="1800" b="true">
                <a:latin typeface="Courier New"/>
                <a:ea typeface="宋体"/>
                <a:cs typeface="Courier New"/>
              </a:rPr>
              <a:t>20   </a:t>
            </a:r>
            <a:r>
              <a:rPr lang="en-US" sz="1800" b="true">
                <a:solidFill>
                  <a:srgbClr val="00B050">
                    <a:alpha val="100000"/>
                  </a:srgbClr>
                </a:solidFill>
                <a:latin typeface="Courier New"/>
                <a:ea typeface="宋体"/>
                <a:cs typeface="Courier New"/>
              </a:rPr>
              <a:t>/* parent creates children */</a:t>
            </a:r>
            <a:endParaRPr/>
          </a:p>
          <a:p>
            <a:pPr>
              <a:spcBef>
                <a:spcPct val="1"/>
              </a:spcBef>
              <a:buFontTx/>
              <a:buNone/>
            </a:pPr>
            <a:r>
              <a:rPr lang="en-US" sz="1800" b="true">
                <a:latin typeface="Courier New"/>
                <a:ea typeface="宋体"/>
                <a:cs typeface="Courier New"/>
              </a:rPr>
              <a:t>21   for (i = 0; i &lt; 3; i++) {</a:t>
            </a:r>
            <a:endParaRPr/>
          </a:p>
          <a:p>
            <a:pPr>
              <a:spcBef>
                <a:spcPct val="1"/>
              </a:spcBef>
              <a:buFontTx/>
              <a:buNone/>
            </a:pPr>
            <a:r>
              <a:rPr lang="en-US" sz="1800" b="true">
                <a:latin typeface="Courier New"/>
                <a:ea typeface="宋体"/>
                <a:cs typeface="Courier New"/>
              </a:rPr>
              <a:t>22     if (fork() == 0) {</a:t>
            </a:r>
            <a:endParaRPr/>
          </a:p>
          <a:p>
            <a:pPr>
              <a:spcBef>
                <a:spcPct val="1"/>
              </a:spcBef>
              <a:buFontTx/>
              <a:buNone/>
            </a:pPr>
            <a:r>
              <a:rPr lang="en-US" sz="1800" b="true">
                <a:latin typeface="Courier New"/>
                <a:ea typeface="宋体"/>
                <a:cs typeface="Courier New"/>
              </a:rPr>
              <a:t>23       printf("Hello from child %d\n", (int)getpid());</a:t>
            </a:r>
            <a:endParaRPr/>
          </a:p>
          <a:p>
            <a:pPr>
              <a:spcBef>
                <a:spcPct val="1"/>
              </a:spcBef>
              <a:buFontTx/>
              <a:buNone/>
            </a:pPr>
            <a:r>
              <a:rPr lang="en-US" sz="1800" b="true">
                <a:latin typeface="Courier New"/>
                <a:ea typeface="宋体"/>
                <a:cs typeface="Courier New"/>
              </a:rPr>
              <a:t>24       sleep(1);</a:t>
            </a:r>
            <a:endParaRPr/>
          </a:p>
          <a:p>
            <a:pPr>
              <a:spcBef>
                <a:spcPct val="1"/>
              </a:spcBef>
              <a:buFontTx/>
              <a:buNone/>
            </a:pPr>
            <a:r>
              <a:rPr lang="en-US" sz="1800" b="true">
                <a:latin typeface="Courier New"/>
                <a:ea typeface="宋体"/>
                <a:cs typeface="Courier New"/>
              </a:rPr>
              <a:t>25       exit(0);</a:t>
            </a:r>
            <a:endParaRPr/>
          </a:p>
          <a:p>
            <a:pPr>
              <a:spcBef>
                <a:spcPct val="1"/>
              </a:spcBef>
              <a:buFontTx/>
              <a:buNone/>
            </a:pPr>
            <a:r>
              <a:rPr lang="en-US" sz="1800" b="true">
                <a:latin typeface="Courier New"/>
                <a:ea typeface="宋体"/>
                <a:cs typeface="Courier New"/>
              </a:rPr>
              <a:t>26     }</a:t>
            </a:r>
            <a:endParaRPr/>
          </a:p>
          <a:p>
            <a:pPr>
              <a:spcBef>
                <a:spcPct val="1"/>
              </a:spcBef>
              <a:buFontTx/>
              <a:buNone/>
            </a:pPr>
            <a:r>
              <a:rPr lang="en-US" sz="1800" b="true">
                <a:latin typeface="Courier New"/>
                <a:ea typeface="宋体"/>
                <a:cs typeface="Courier New"/>
              </a:rPr>
              <a:t>27   }</a:t>
            </a:r>
            <a:endParaRPr/>
          </a:p>
        </p:txBody>
      </p:sp>
      <p:sp>
        <p:nvSpPr>
          <p:cNvPr id="286" name="Rectangle 2"/>
          <p:cNvSpPr txBox="true">
            <a:spLocks noChangeArrowheads="true"/>
          </p:cNvSpPr>
          <p:nvPr/>
        </p:nvSpPr>
        <p:spPr bwMode="auto">
          <a:xfrm>
            <a:off x="304800" y="4114800"/>
            <a:ext cx="8534400" cy="2514600"/>
          </a:xfrm>
          <a:prstGeom prst="rect">
            <a:avLst/>
          </a:prstGeom>
          <a:solidFill>
            <a:schemeClr val="bg1"/>
          </a:solidFill>
          <a:ln>
            <a:noFill/>
          </a:ln>
          <a:extLst>
            <a:ext uri="{91240B29-F687-4F45-9708-019B960494DF}"/>
          </a:extLst>
        </p:spPr>
        <p:txBody>
          <a:bodyPr/>
          <a:lstStyle>
            <a:lvl1pPr marL="342900" indent="-342900"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Comic Sans MS" panose="030F070203030202020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Comic Sans MS" panose="030F070203030202020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anose="030F070203030202020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Comic Sans MS" panose="030F070203030202020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Comic Sans MS" panose="030F0702030302020204" charset="0"/>
              </a:defRPr>
            </a:lvl5pPr>
            <a:lvl6pPr marL="2514600" indent="-228600" eaLnBrk="false" fontAlgn="base" hangingPunct="false">
              <a:spcBef>
                <a:spcPct val="20000"/>
              </a:spcBef>
              <a:spcAft>
                <a:spcPct val="1"/>
              </a:spcAft>
              <a:buChar char="»"/>
              <a:defRPr sz="2000">
                <a:solidFill>
                  <a:schemeClr val="tx1"/>
                </a:solidFill>
                <a:latin typeface="Comic Sans MS" panose="030F0702030302020204" charset="0"/>
              </a:defRPr>
            </a:lvl6pPr>
            <a:lvl7pPr marL="2971800" indent="-228600" eaLnBrk="false" fontAlgn="base" hangingPunct="false">
              <a:spcBef>
                <a:spcPct val="20000"/>
              </a:spcBef>
              <a:spcAft>
                <a:spcPct val="1"/>
              </a:spcAft>
              <a:buChar char="»"/>
              <a:defRPr sz="2000">
                <a:solidFill>
                  <a:schemeClr val="tx1"/>
                </a:solidFill>
                <a:latin typeface="Comic Sans MS" panose="030F0702030302020204" charset="0"/>
              </a:defRPr>
            </a:lvl7pPr>
            <a:lvl8pPr marL="3429000" indent="-228600" eaLnBrk="false" fontAlgn="base" hangingPunct="false">
              <a:spcBef>
                <a:spcPct val="20000"/>
              </a:spcBef>
              <a:spcAft>
                <a:spcPct val="1"/>
              </a:spcAft>
              <a:buChar char="»"/>
              <a:defRPr sz="2000">
                <a:solidFill>
                  <a:schemeClr val="tx1"/>
                </a:solidFill>
                <a:latin typeface="Comic Sans MS" panose="030F0702030302020204" charset="0"/>
              </a:defRPr>
            </a:lvl8pPr>
            <a:lvl9pPr marL="3886200" indent="-228600" eaLnBrk="false" fontAlgn="base" hangingPunct="false">
              <a:spcBef>
                <a:spcPct val="20000"/>
              </a:spcBef>
              <a:spcAft>
                <a:spcPct val="1"/>
              </a:spcAft>
              <a:buChar char="»"/>
              <a:defRPr sz="2000">
                <a:solidFill>
                  <a:schemeClr val="tx1"/>
                </a:solidFill>
                <a:latin typeface="Comic Sans MS" panose="030F0702030302020204" charset="0"/>
              </a:defRPr>
            </a:lvl9pPr>
          </a:lstStyle>
          <a:p>
            <a:pPr>
              <a:spcBef>
                <a:spcPct val="1"/>
              </a:spcBef>
              <a:buFontTx/>
              <a:buNone/>
            </a:pPr>
            <a:r>
              <a:rPr lang="en-US" sz="1800">
                <a:latin typeface="Courier New"/>
                <a:ea typeface="宋体"/>
                <a:cs typeface="Courier New"/>
              </a:rPr>
              <a:t>28   </a:t>
            </a:r>
            <a:r>
              <a:rPr lang="en-US" sz="1800">
                <a:solidFill>
                  <a:srgbClr val="00B050">
                    <a:alpha val="100000"/>
                  </a:srgbClr>
                </a:solidFill>
                <a:latin typeface="Courier New"/>
                <a:ea typeface="宋体"/>
                <a:cs typeface="Courier New"/>
              </a:rPr>
              <a:t>/* parent waits for input and then processes it */</a:t>
            </a:r>
            <a:endParaRPr/>
          </a:p>
          <a:p>
            <a:pPr>
              <a:spcBef>
                <a:spcPct val="1"/>
              </a:spcBef>
              <a:buFontTx/>
              <a:buNone/>
            </a:pPr>
            <a:r>
              <a:rPr lang="en-US" sz="1800">
                <a:latin typeface="Courier New"/>
                <a:ea typeface="宋体"/>
                <a:cs typeface="Courier New"/>
              </a:rPr>
              <a:t>29   if ((n = read(STDIN_FILENO, buf, sizeof(buf))) &lt; 0)</a:t>
            </a:r>
            <a:endParaRPr/>
          </a:p>
          <a:p>
            <a:pPr>
              <a:spcBef>
                <a:spcPct val="1"/>
              </a:spcBef>
              <a:buFontTx/>
              <a:buNone/>
            </a:pPr>
            <a:r>
              <a:rPr lang="en-US" sz="1800">
                <a:latin typeface="Courier New"/>
                <a:ea typeface="宋体"/>
                <a:cs typeface="Courier New"/>
              </a:rPr>
              <a:t>30     unix_error("read");</a:t>
            </a:r>
            <a:endParaRPr/>
          </a:p>
          <a:p>
            <a:pPr>
              <a:spcBef>
                <a:spcPct val="1"/>
              </a:spcBef>
              <a:buFontTx/>
              <a:buNone/>
            </a:pPr>
            <a:r>
              <a:rPr lang="en-US" sz="1800">
                <a:latin typeface="Courier New"/>
                <a:ea typeface="宋体"/>
                <a:cs typeface="Courier New"/>
              </a:rPr>
              <a:t>31</a:t>
            </a:r>
            <a:endParaRPr/>
          </a:p>
          <a:p>
            <a:pPr>
              <a:spcBef>
                <a:spcPct val="1"/>
              </a:spcBef>
              <a:buFontTx/>
              <a:buNone/>
            </a:pPr>
            <a:r>
              <a:rPr lang="en-US" sz="1800">
                <a:latin typeface="Courier New"/>
                <a:ea typeface="宋体"/>
                <a:cs typeface="Courier New"/>
              </a:rPr>
              <a:t>32   printf("Parent processing input\n");</a:t>
            </a:r>
            <a:endParaRPr/>
          </a:p>
          <a:p>
            <a:pPr>
              <a:spcBef>
                <a:spcPct val="1"/>
              </a:spcBef>
              <a:buFontTx/>
              <a:buNone/>
            </a:pPr>
            <a:r>
              <a:rPr lang="en-US" sz="1800">
                <a:latin typeface="Courier New"/>
                <a:ea typeface="宋体"/>
                <a:cs typeface="Courier New"/>
              </a:rPr>
              <a:t>33   while (1) ;</a:t>
            </a:r>
            <a:endParaRPr/>
          </a:p>
          <a:p>
            <a:pPr>
              <a:spcBef>
                <a:spcPct val="1"/>
              </a:spcBef>
              <a:buFontTx/>
              <a:buNone/>
            </a:pPr>
            <a:r>
              <a:rPr lang="en-US" sz="1800">
                <a:latin typeface="Courier New"/>
                <a:ea typeface="宋体"/>
                <a:cs typeface="Courier New"/>
              </a:rPr>
              <a:t>34</a:t>
            </a:r>
            <a:endParaRPr/>
          </a:p>
          <a:p>
            <a:pPr>
              <a:spcBef>
                <a:spcPct val="1"/>
              </a:spcBef>
              <a:buFontTx/>
              <a:buNone/>
            </a:pPr>
            <a:r>
              <a:rPr lang="en-US" sz="1800">
                <a:latin typeface="Courier New"/>
                <a:ea typeface="宋体"/>
                <a:cs typeface="Courier New"/>
              </a:rPr>
              <a:t>35   exit(0);</a:t>
            </a:r>
            <a:endParaRPr/>
          </a:p>
          <a:p>
            <a:pPr>
              <a:spcBef>
                <a:spcPct val="1"/>
              </a:spcBef>
              <a:buFontTx/>
              <a:buNone/>
            </a:pPr>
            <a:r>
              <a:rPr lang="en-US" sz="1800">
                <a:latin typeface="Courier New"/>
                <a:ea typeface="宋体"/>
                <a:cs typeface="Courier New"/>
              </a:rPr>
              <a:t>36 }</a:t>
            </a:r>
            <a:endParaRPr lang="zh-CN" sz="1800">
              <a:latin typeface="Courier New"/>
              <a:ea typeface="宋体"/>
              <a:cs typeface="Courier New"/>
            </a:endParaRPr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p="http://schemas.openxmlformats.org/presentationml/2006/main">
  <p:cSld>
    <p:spTree>
      <p:nvGrpSpPr>
        <p:cNvPr id="287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8" name="灯片编号占位符 5"/>
          <p:cNvSpPr>
            <a:spLocks noGrp="true"/>
          </p:cNvSpPr>
          <p:nvPr>
            <p:ph type="sldNum" sz="quarter" idx="12"/>
          </p:nvPr>
        </p:nvSpPr>
        <p:spPr>
          <a:noFill/>
          <a:extLst>
            <a:ext uri="{909E8E84-426E-40DD-AFC4-6F175D3DCCD1}"/>
            <a:ext uri="{91240B29-F687-4F45-9708-019B960494DF}"/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Comic Sans MS" panose="030F070203030202020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Comic Sans MS" panose="030F070203030202020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anose="030F070203030202020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Comic Sans MS" panose="030F070203030202020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Comic Sans MS" panose="030F0702030302020204" charset="0"/>
              </a:defRPr>
            </a:lvl5pPr>
            <a:lvl6pPr marL="2514600" indent="-228600" eaLnBrk="false" fontAlgn="base" hangingPunct="false">
              <a:spcBef>
                <a:spcPct val="20000"/>
              </a:spcBef>
              <a:spcAft>
                <a:spcPct val="1"/>
              </a:spcAft>
              <a:buChar char="»"/>
              <a:defRPr sz="2000">
                <a:solidFill>
                  <a:schemeClr val="tx1"/>
                </a:solidFill>
                <a:latin typeface="Comic Sans MS" panose="030F0702030302020204" charset="0"/>
              </a:defRPr>
            </a:lvl6pPr>
            <a:lvl7pPr marL="2971800" indent="-228600" eaLnBrk="false" fontAlgn="base" hangingPunct="false">
              <a:spcBef>
                <a:spcPct val="20000"/>
              </a:spcBef>
              <a:spcAft>
                <a:spcPct val="1"/>
              </a:spcAft>
              <a:buChar char="»"/>
              <a:defRPr sz="2000">
                <a:solidFill>
                  <a:schemeClr val="tx1"/>
                </a:solidFill>
                <a:latin typeface="Comic Sans MS" panose="030F0702030302020204" charset="0"/>
              </a:defRPr>
            </a:lvl7pPr>
            <a:lvl8pPr marL="3429000" indent="-228600" eaLnBrk="false" fontAlgn="base" hangingPunct="false">
              <a:spcBef>
                <a:spcPct val="20000"/>
              </a:spcBef>
              <a:spcAft>
                <a:spcPct val="1"/>
              </a:spcAft>
              <a:buChar char="»"/>
              <a:defRPr sz="2000">
                <a:solidFill>
                  <a:schemeClr val="tx1"/>
                </a:solidFill>
                <a:latin typeface="Comic Sans MS" panose="030F0702030302020204" charset="0"/>
              </a:defRPr>
            </a:lvl8pPr>
            <a:lvl9pPr marL="3886200" indent="-228600" eaLnBrk="false" fontAlgn="base" hangingPunct="false">
              <a:spcBef>
                <a:spcPct val="20000"/>
              </a:spcBef>
              <a:spcAft>
                <a:spcPct val="1"/>
              </a:spcAft>
              <a:buChar char="»"/>
              <a:defRPr sz="2000">
                <a:solidFill>
                  <a:schemeClr val="tx1"/>
                </a:solidFill>
                <a:latin typeface="Comic Sans MS" panose="030F0702030302020204" charset="0"/>
              </a:defRPr>
            </a:lvl9pPr>
          </a:lstStyle>
          <a:p>
            <a:pPr>
              <a:spcBef>
                <a:spcPct val="1"/>
              </a:spcBef>
              <a:buFontTx/>
              <a:buNone/>
            </a:pPr>
            <a:fld id="{00F07777-3440-6740-B0E7-2B638C3DE39C}" type="slidenum">
              <a:rPr lang="zh-CN" altLang="en-US" sz="1400">
                <a:latin typeface="Times New Roman" panose="02020603050405020304" pitchFamily="18" charset="0"/>
                <a:ea typeface="宋体" pitchFamily="2" charset="-122"/>
              </a:rPr>
              <a:t>54</a:t>
            </a:fld>
            <a:endParaRPr lang="en-US" altLang="zh-CN" sz="1400">
              <a:latin typeface="Times New Roman" panose="02020603050405020304" pitchFamily="18" charset="0"/>
              <a:ea typeface="宋体" pitchFamily="2" charset="-122"/>
            </a:endParaRPr>
          </a:p>
        </p:txBody>
      </p:sp>
      <p:sp>
        <p:nvSpPr>
          <p:cNvPr id="289" name="Rectangle 2"/>
          <p:cNvSpPr>
            <a:spLocks noGrp="true" noChangeArrowheads="true"/>
          </p:cNvSpPr>
          <p:nvPr>
            <p:ph type="body" idx="1"/>
          </p:nvPr>
        </p:nvSpPr>
        <p:spPr>
          <a:xfrm>
            <a:off x="304800" y="304800"/>
            <a:ext cx="8458200" cy="4038600"/>
          </a:xfrm>
          <a:solidFill>
            <a:schemeClr val="bg1"/>
          </a:solidFill>
        </p:spPr>
        <p:txBody>
          <a:bodyPr/>
          <a:lstStyle/>
          <a:p>
            <a:pPr>
              <a:spcBef>
                <a:spcPct val="1"/>
              </a:spcBef>
              <a:buFontTx/>
              <a:buNone/>
            </a:pPr>
            <a:r>
              <a:rPr lang="zh-CN" altLang="en-US" sz="1800" b="true">
                <a:latin typeface="Courier New" panose="02070309020205020404" charset="0"/>
                <a:ea typeface="宋体" pitchFamily="2" charset="-122"/>
                <a:cs typeface="Courier New" panose="02070309020205020404" charset="0"/>
              </a:rPr>
              <a:t>1  #</a:t>
            </a:r>
            <a:r>
              <a:rPr lang="en-US" altLang="zh-CN" sz="1800" b="true">
                <a:latin typeface="Courier New" panose="02070309020205020404" charset="0"/>
                <a:ea typeface="宋体" pitchFamily="2" charset="-122"/>
                <a:cs typeface="Courier New" panose="02070309020205020404" charset="0"/>
              </a:rPr>
              <a:t>include "csapp.h"</a:t>
            </a:r>
            <a:endParaRPr/>
          </a:p>
          <a:p>
            <a:pPr>
              <a:spcBef>
                <a:spcPct val="1"/>
              </a:spcBef>
              <a:buFontTx/>
              <a:buNone/>
            </a:pPr>
            <a:r>
              <a:rPr lang="en-US" altLang="zh-CN" sz="1800" b="true">
                <a:latin typeface="Courier New" panose="02070309020205020404" charset="0"/>
                <a:ea typeface="宋体" pitchFamily="2" charset="-122"/>
                <a:cs typeface="Courier New" panose="02070309020205020404" charset="0"/>
              </a:rPr>
              <a:t>2</a:t>
            </a:r>
            <a:endParaRPr/>
          </a:p>
          <a:p>
            <a:pPr>
              <a:spcBef>
                <a:spcPct val="1"/>
              </a:spcBef>
              <a:buFontTx/>
              <a:buNone/>
            </a:pPr>
            <a:r>
              <a:rPr lang="en-US" altLang="zh-CN" sz="1800" b="true">
                <a:latin typeface="Courier New" panose="02070309020205020404" charset="0"/>
                <a:ea typeface="宋体" pitchFamily="2" charset="-122"/>
                <a:cs typeface="Courier New" panose="02070309020205020404" charset="0"/>
              </a:rPr>
              <a:t>3  void handler1(int sig)</a:t>
            </a:r>
            <a:endParaRPr/>
          </a:p>
          <a:p>
            <a:pPr>
              <a:spcBef>
                <a:spcPct val="1"/>
              </a:spcBef>
              <a:buFontTx/>
              <a:buNone/>
            </a:pPr>
            <a:r>
              <a:rPr lang="en-US" altLang="zh-CN" sz="1800" b="true">
                <a:latin typeface="Courier New" panose="02070309020205020404" charset="0"/>
                <a:ea typeface="宋体" pitchFamily="2" charset="-122"/>
                <a:cs typeface="Courier New" panose="02070309020205020404" charset="0"/>
              </a:rPr>
              <a:t>4  {</a:t>
            </a:r>
            <a:endParaRPr/>
          </a:p>
          <a:p>
            <a:pPr>
              <a:spcBef>
                <a:spcPct val="1"/>
              </a:spcBef>
              <a:buFontTx/>
              <a:buNone/>
            </a:pPr>
            <a:r>
              <a:rPr lang="en-US" altLang="zh-CN" sz="1800" b="true">
                <a:latin typeface="Courier New" panose="02070309020205020404" charset="0"/>
                <a:ea typeface="宋体" pitchFamily="2" charset="-122"/>
                <a:cs typeface="Courier New" panose="02070309020205020404" charset="0"/>
              </a:rPr>
              <a:t>5    pid_t pid;</a:t>
            </a:r>
            <a:endParaRPr/>
          </a:p>
          <a:p>
            <a:pPr>
              <a:spcBef>
                <a:spcPct val="1"/>
              </a:spcBef>
              <a:buFontTx/>
              <a:buNone/>
            </a:pPr>
            <a:r>
              <a:rPr lang="en-US" altLang="zh-CN" sz="1800" b="true">
                <a:latin typeface="Courier New" panose="02070309020205020404" charset="0"/>
                <a:ea typeface="宋体" pitchFamily="2" charset="-122"/>
                <a:cs typeface="Courier New" panose="02070309020205020404" charset="0"/>
              </a:rPr>
              <a:t>6</a:t>
            </a:r>
            <a:endParaRPr/>
          </a:p>
          <a:p>
            <a:pPr>
              <a:spcBef>
                <a:spcPct val="1"/>
              </a:spcBef>
              <a:buFontTx/>
              <a:buNone/>
            </a:pPr>
            <a:r>
              <a:rPr lang="en-US" altLang="zh-CN" sz="1800" b="true">
                <a:latin typeface="Courier New" panose="02070309020205020404" charset="0"/>
                <a:ea typeface="宋体" pitchFamily="2" charset="-122"/>
                <a:cs typeface="Courier New" panose="02070309020205020404" charset="0"/>
              </a:rPr>
              <a:t>7    if ((pid = waitpid(-1, NULL, 0)) &lt; 0)</a:t>
            </a:r>
            <a:endParaRPr/>
          </a:p>
          <a:p>
            <a:pPr>
              <a:spcBef>
                <a:spcPct val="1"/>
              </a:spcBef>
              <a:buFontTx/>
              <a:buNone/>
            </a:pPr>
            <a:r>
              <a:rPr lang="en-US" altLang="zh-CN" sz="1800" b="true">
                <a:latin typeface="Courier New" panose="02070309020205020404" charset="0"/>
                <a:ea typeface="宋体" pitchFamily="2" charset="-122"/>
                <a:cs typeface="Courier New" panose="02070309020205020404" charset="0"/>
              </a:rPr>
              <a:t>8      unix_error("waitpid error");</a:t>
            </a:r>
            <a:endParaRPr/>
          </a:p>
          <a:p>
            <a:pPr>
              <a:spcBef>
                <a:spcPct val="1"/>
              </a:spcBef>
              <a:buFontTx/>
              <a:buNone/>
            </a:pPr>
            <a:r>
              <a:rPr lang="en-US" altLang="zh-CN" sz="1800" b="true">
                <a:latin typeface="Courier New" panose="02070309020205020404" charset="0"/>
                <a:ea typeface="宋体" pitchFamily="2" charset="-122"/>
                <a:cs typeface="Courier New" panose="02070309020205020404" charset="0"/>
              </a:rPr>
              <a:t>9    printf("Handler reaped child %d\n", (int)pid);</a:t>
            </a:r>
            <a:endParaRPr/>
          </a:p>
          <a:p>
            <a:pPr>
              <a:spcBef>
                <a:spcPct val="1"/>
              </a:spcBef>
              <a:buFontTx/>
              <a:buNone/>
            </a:pPr>
            <a:r>
              <a:rPr lang="en-US" altLang="zh-CN" sz="1800" b="true">
                <a:latin typeface="Courier New" panose="02070309020205020404" charset="0"/>
                <a:ea typeface="宋体" pitchFamily="2" charset="-122"/>
                <a:cs typeface="Courier New" panose="02070309020205020404" charset="0"/>
              </a:rPr>
              <a:t>10   Sleep(2);</a:t>
            </a:r>
            <a:endParaRPr/>
          </a:p>
          <a:p>
            <a:pPr>
              <a:spcBef>
                <a:spcPct val="1"/>
              </a:spcBef>
              <a:buFontTx/>
              <a:buNone/>
            </a:pPr>
            <a:r>
              <a:rPr lang="en-US" altLang="zh-CN" sz="1800" b="true">
                <a:latin typeface="Courier New" panose="02070309020205020404" charset="0"/>
                <a:ea typeface="宋体" pitchFamily="2" charset="-122"/>
                <a:cs typeface="Courier New" panose="02070309020205020404" charset="0"/>
              </a:rPr>
              <a:t>11   return;</a:t>
            </a:r>
            <a:endParaRPr/>
          </a:p>
          <a:p>
            <a:pPr>
              <a:spcBef>
                <a:spcPct val="1"/>
              </a:spcBef>
              <a:buFontTx/>
              <a:buNone/>
            </a:pPr>
            <a:r>
              <a:rPr lang="en-US" altLang="zh-CN" sz="1800" b="true">
                <a:latin typeface="Courier New" panose="02070309020205020404" charset="0"/>
                <a:ea typeface="宋体" pitchFamily="2" charset="-122"/>
                <a:cs typeface="Courier New" panose="02070309020205020404" charset="0"/>
              </a:rPr>
              <a:t>12 }</a:t>
            </a:r>
            <a:endParaRPr/>
          </a:p>
          <a:p>
            <a:pPr>
              <a:spcBef>
                <a:spcPct val="1"/>
              </a:spcBef>
              <a:buFontTx/>
              <a:buNone/>
            </a:pPr>
            <a:r>
              <a:rPr lang="en-US" altLang="zh-CN" sz="1800" b="true">
                <a:latin typeface="Courier New" panose="02070309020205020404" charset="0"/>
                <a:ea typeface="宋体" pitchFamily="2" charset="-122"/>
                <a:cs typeface="Courier New" panose="02070309020205020404" charset="0"/>
              </a:rPr>
              <a:t>13</a:t>
            </a:r>
            <a:endParaRPr/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p="http://schemas.openxmlformats.org/presentationml/2006/main">
  <p:cSld>
    <p:spTree>
      <p:nvGrpSpPr>
        <p:cNvPr id="290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1" name="灯片编号占位符 5"/>
          <p:cNvSpPr>
            <a:spLocks noGrp="true"/>
          </p:cNvSpPr>
          <p:nvPr>
            <p:ph type="sldNum" sz="quarter" idx="12"/>
          </p:nvPr>
        </p:nvSpPr>
        <p:spPr>
          <a:noFill/>
          <a:extLst>
            <a:ext uri="{909E8E84-426E-40DD-AFC4-6F175D3DCCD1}"/>
            <a:ext uri="{91240B29-F687-4F45-9708-019B960494DF}"/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Comic Sans MS" panose="030F070203030202020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Comic Sans MS" panose="030F070203030202020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anose="030F070203030202020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Comic Sans MS" panose="030F070203030202020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Comic Sans MS" panose="030F0702030302020204" charset="0"/>
              </a:defRPr>
            </a:lvl5pPr>
            <a:lvl6pPr marL="2514600" indent="-228600" eaLnBrk="false" fontAlgn="base" hangingPunct="false">
              <a:spcBef>
                <a:spcPct val="20000"/>
              </a:spcBef>
              <a:spcAft>
                <a:spcPct val="1"/>
              </a:spcAft>
              <a:buChar char="»"/>
              <a:defRPr sz="2000">
                <a:solidFill>
                  <a:schemeClr val="tx1"/>
                </a:solidFill>
                <a:latin typeface="Comic Sans MS" panose="030F0702030302020204" charset="0"/>
              </a:defRPr>
            </a:lvl6pPr>
            <a:lvl7pPr marL="2971800" indent="-228600" eaLnBrk="false" fontAlgn="base" hangingPunct="false">
              <a:spcBef>
                <a:spcPct val="20000"/>
              </a:spcBef>
              <a:spcAft>
                <a:spcPct val="1"/>
              </a:spcAft>
              <a:buChar char="»"/>
              <a:defRPr sz="2000">
                <a:solidFill>
                  <a:schemeClr val="tx1"/>
                </a:solidFill>
                <a:latin typeface="Comic Sans MS" panose="030F0702030302020204" charset="0"/>
              </a:defRPr>
            </a:lvl7pPr>
            <a:lvl8pPr marL="3429000" indent="-228600" eaLnBrk="false" fontAlgn="base" hangingPunct="false">
              <a:spcBef>
                <a:spcPct val="20000"/>
              </a:spcBef>
              <a:spcAft>
                <a:spcPct val="1"/>
              </a:spcAft>
              <a:buChar char="»"/>
              <a:defRPr sz="2000">
                <a:solidFill>
                  <a:schemeClr val="tx1"/>
                </a:solidFill>
                <a:latin typeface="Comic Sans MS" panose="030F0702030302020204" charset="0"/>
              </a:defRPr>
            </a:lvl8pPr>
            <a:lvl9pPr marL="3886200" indent="-228600" eaLnBrk="false" fontAlgn="base" hangingPunct="false">
              <a:spcBef>
                <a:spcPct val="20000"/>
              </a:spcBef>
              <a:spcAft>
                <a:spcPct val="1"/>
              </a:spcAft>
              <a:buChar char="»"/>
              <a:defRPr sz="2000">
                <a:solidFill>
                  <a:schemeClr val="tx1"/>
                </a:solidFill>
                <a:latin typeface="Comic Sans MS" panose="030F0702030302020204" charset="0"/>
              </a:defRPr>
            </a:lvl9pPr>
          </a:lstStyle>
          <a:p>
            <a:pPr>
              <a:spcBef>
                <a:spcPct val="1"/>
              </a:spcBef>
              <a:buFontTx/>
              <a:buNone/>
            </a:pPr>
            <a:fld id="{67F5BE0D-CA9A-4547-94E1-184EB7577135}" type="slidenum">
              <a:rPr lang="zh-CN" altLang="en-US" sz="1400">
                <a:latin typeface="Times New Roman" panose="02020603050405020304" pitchFamily="18" charset="0"/>
                <a:ea typeface="宋体" pitchFamily="2" charset="-122"/>
              </a:rPr>
              <a:t>55</a:t>
            </a:fld>
            <a:endParaRPr lang="en-US" altLang="zh-CN" sz="1400">
              <a:latin typeface="Times New Roman" panose="02020603050405020304" pitchFamily="18" charset="0"/>
              <a:ea typeface="宋体" pitchFamily="2" charset="-122"/>
            </a:endParaRPr>
          </a:p>
        </p:txBody>
      </p:sp>
      <p:sp>
        <p:nvSpPr>
          <p:cNvPr id="292" name="Rectangle 2"/>
          <p:cNvSpPr>
            <a:spLocks noGrp="true" noChangeArrowheads="true"/>
          </p:cNvSpPr>
          <p:nvPr>
            <p:ph type="body" idx="1"/>
          </p:nvPr>
        </p:nvSpPr>
        <p:spPr>
          <a:xfrm>
            <a:off x="457200" y="457200"/>
            <a:ext cx="8229600" cy="5410200"/>
          </a:xfrm>
          <a:solidFill>
            <a:schemeClr val="bg1"/>
          </a:solidFill>
        </p:spPr>
        <p:txBody>
          <a:bodyPr/>
          <a:lstStyle/>
          <a:p>
            <a:pPr>
              <a:lnSpc>
                <a:spcPct val="90000"/>
              </a:lnSpc>
              <a:spcBef>
                <a:spcPct val="1"/>
              </a:spcBef>
              <a:buFontTx/>
              <a:buNone/>
              <a:defRPr/>
            </a:pPr>
            <a:r>
              <a:rPr lang="en-US" altLang="zh-CN" sz="2000" dirty="false" err="true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urier New" panose="02070309020205020404" charset="0"/>
                <a:ea typeface="宋体" pitchFamily="2" charset="-122"/>
                <a:cs typeface="Courier New" panose="02070309020205020404" charset="0"/>
              </a:rPr>
              <a:t>linux</a:t>
            </a:r>
            <a:r>
              <a:rPr lang="en-US" altLang="zh-CN" sz="2000" dirty="false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urier New" panose="02070309020205020404" charset="0"/>
                <a:ea typeface="宋体" pitchFamily="2" charset="-122"/>
                <a:cs typeface="Courier New" panose="02070309020205020404" charset="0"/>
              </a:rPr>
              <a:t>&gt;</a:t>
            </a:r>
            <a:r>
              <a:rPr lang="en-US" altLang="zh-CN" sz="2000" dirty="false">
                <a:latin typeface="Courier New" panose="02070309020205020404" charset="0"/>
                <a:ea typeface="宋体" pitchFamily="2" charset="-122"/>
                <a:cs typeface="Courier New" panose="02070309020205020404" charset="0"/>
              </a:rPr>
              <a:t> </a:t>
            </a:r>
            <a:r>
              <a:rPr lang="en-US" altLang="zh-CN" sz="2000" b="true" dirty="false">
                <a:latin typeface="Courier New" panose="02070309020205020404" charset="0"/>
                <a:ea typeface="宋体" pitchFamily="2" charset="-122"/>
                <a:cs typeface="Courier New" panose="02070309020205020404" charset="0"/>
              </a:rPr>
              <a:t>./signal1</a:t>
            </a:r>
            <a:endParaRPr/>
          </a:p>
          <a:p>
            <a:pPr>
              <a:lnSpc>
                <a:spcPct val="90000"/>
              </a:lnSpc>
              <a:spcBef>
                <a:spcPct val="1"/>
              </a:spcBef>
              <a:buFontTx/>
              <a:buNone/>
              <a:defRPr/>
            </a:pPr>
            <a:r>
              <a:rPr lang="en-US" altLang="zh-CN" sz="2000" dirty="false">
                <a:latin typeface="Courier New" panose="02070309020205020404" charset="0"/>
                <a:ea typeface="宋体" pitchFamily="2" charset="-122"/>
                <a:cs typeface="Courier New" panose="02070309020205020404" charset="0"/>
              </a:rPr>
              <a:t>Hello from child 10320</a:t>
            </a:r>
            <a:endParaRPr/>
          </a:p>
          <a:p>
            <a:pPr>
              <a:lnSpc>
                <a:spcPct val="90000"/>
              </a:lnSpc>
              <a:spcBef>
                <a:spcPct val="1"/>
              </a:spcBef>
              <a:buFontTx/>
              <a:buNone/>
              <a:defRPr/>
            </a:pPr>
            <a:r>
              <a:rPr lang="en-US" altLang="zh-CN" sz="2000" b="true" dirty="false">
                <a:solidFill>
                  <a:srgbClr val="FF0000"/>
                </a:solidFill>
                <a:latin typeface="Courier New" panose="02070309020205020404" charset="0"/>
                <a:ea typeface="宋体" pitchFamily="2" charset="-122"/>
                <a:cs typeface="Courier New" panose="02070309020205020404" charset="0"/>
              </a:rPr>
              <a:t>Hello from child 10321</a:t>
            </a:r>
            <a:endParaRPr/>
          </a:p>
          <a:p>
            <a:pPr>
              <a:lnSpc>
                <a:spcPct val="90000"/>
              </a:lnSpc>
              <a:spcBef>
                <a:spcPct val="1"/>
              </a:spcBef>
              <a:buFontTx/>
              <a:buNone/>
              <a:defRPr/>
            </a:pPr>
            <a:r>
              <a:rPr lang="en-US" altLang="zh-CN" sz="2000" dirty="false">
                <a:latin typeface="Courier New" panose="02070309020205020404" charset="0"/>
                <a:ea typeface="宋体" pitchFamily="2" charset="-122"/>
                <a:cs typeface="Courier New" panose="02070309020205020404" charset="0"/>
              </a:rPr>
              <a:t>Hello from child 10322</a:t>
            </a:r>
            <a:endParaRPr/>
          </a:p>
          <a:p>
            <a:pPr>
              <a:lnSpc>
                <a:spcPct val="90000"/>
              </a:lnSpc>
              <a:spcBef>
                <a:spcPct val="1"/>
              </a:spcBef>
              <a:buFontTx/>
              <a:buNone/>
              <a:defRPr/>
            </a:pPr>
            <a:r>
              <a:rPr lang="en-US" altLang="zh-CN" sz="2000" dirty="false">
                <a:latin typeface="Courier New" panose="02070309020205020404" charset="0"/>
                <a:ea typeface="宋体" pitchFamily="2" charset="-122"/>
                <a:cs typeface="Courier New" panose="02070309020205020404" charset="0"/>
              </a:rPr>
              <a:t>Handler reaped child 10320</a:t>
            </a:r>
            <a:endParaRPr/>
          </a:p>
          <a:p>
            <a:pPr>
              <a:lnSpc>
                <a:spcPct val="90000"/>
              </a:lnSpc>
              <a:spcBef>
                <a:spcPct val="1"/>
              </a:spcBef>
              <a:buFontTx/>
              <a:buNone/>
              <a:defRPr/>
            </a:pPr>
            <a:r>
              <a:rPr lang="en-US" altLang="zh-CN" sz="2000" dirty="false">
                <a:latin typeface="Courier New" panose="02070309020205020404" charset="0"/>
                <a:ea typeface="宋体" pitchFamily="2" charset="-122"/>
                <a:cs typeface="Courier New" panose="02070309020205020404" charset="0"/>
              </a:rPr>
              <a:t>Handler reaped child 10322</a:t>
            </a:r>
            <a:endParaRPr/>
          </a:p>
          <a:p>
            <a:pPr>
              <a:lnSpc>
                <a:spcPct val="90000"/>
              </a:lnSpc>
              <a:spcBef>
                <a:spcPct val="1"/>
              </a:spcBef>
              <a:buFontTx/>
              <a:buNone/>
              <a:defRPr/>
            </a:pPr>
            <a:r>
              <a:rPr lang="en-US" altLang="zh-CN" sz="2000" b="true" dirty="false">
                <a:latin typeface="Courier New" panose="02070309020205020404" charset="0"/>
                <a:ea typeface="宋体" pitchFamily="2" charset="-122"/>
                <a:cs typeface="Courier New" panose="02070309020205020404" charset="0"/>
              </a:rPr>
              <a:t>&lt;</a:t>
            </a:r>
            <a:r>
              <a:rPr lang="en-US" altLang="zh-CN" sz="2000" b="true" dirty="false" err="true">
                <a:latin typeface="Courier New" panose="02070309020205020404" charset="0"/>
                <a:ea typeface="宋体" pitchFamily="2" charset="-122"/>
                <a:cs typeface="Courier New" panose="02070309020205020404" charset="0"/>
              </a:rPr>
              <a:t>cr</a:t>
            </a:r>
            <a:r>
              <a:rPr lang="en-US" altLang="zh-CN" sz="2000" b="true" dirty="false">
                <a:latin typeface="Courier New" panose="02070309020205020404" charset="0"/>
                <a:ea typeface="宋体" pitchFamily="2" charset="-122"/>
                <a:cs typeface="Courier New" panose="02070309020205020404" charset="0"/>
              </a:rPr>
              <a:t>&gt;</a:t>
            </a:r>
            <a:endParaRPr/>
          </a:p>
          <a:p>
            <a:pPr>
              <a:lnSpc>
                <a:spcPct val="90000"/>
              </a:lnSpc>
              <a:spcBef>
                <a:spcPct val="1"/>
              </a:spcBef>
              <a:buFontTx/>
              <a:buNone/>
              <a:defRPr/>
            </a:pPr>
            <a:r>
              <a:rPr lang="en-US" altLang="zh-CN" sz="2000" dirty="false">
                <a:latin typeface="Courier New" panose="02070309020205020404" charset="0"/>
                <a:ea typeface="宋体" pitchFamily="2" charset="-122"/>
                <a:cs typeface="Courier New" panose="02070309020205020404" charset="0"/>
              </a:rPr>
              <a:t>Parent processing input</a:t>
            </a:r>
            <a:endParaRPr/>
          </a:p>
          <a:p>
            <a:pPr>
              <a:lnSpc>
                <a:spcPct val="90000"/>
              </a:lnSpc>
              <a:spcBef>
                <a:spcPct val="1"/>
              </a:spcBef>
              <a:buFontTx/>
              <a:buNone/>
              <a:defRPr/>
            </a:pPr>
            <a:r>
              <a:rPr lang="zh-CN" altLang="en-US" sz="2000" b="true" dirty="false">
                <a:latin typeface="Courier New" panose="02070309020205020404" charset="0"/>
                <a:ea typeface="宋体" pitchFamily="2" charset="-122"/>
                <a:cs typeface="Courier New" panose="02070309020205020404" charset="0"/>
              </a:rPr>
              <a:t>&lt;</a:t>
            </a:r>
            <a:r>
              <a:rPr lang="en-US" altLang="zh-CN" sz="2000" b="true" dirty="false">
                <a:latin typeface="Courier New" panose="02070309020205020404" charset="0"/>
                <a:ea typeface="宋体" pitchFamily="2" charset="-122"/>
                <a:cs typeface="Courier New" panose="02070309020205020404" charset="0"/>
              </a:rPr>
              <a:t>ctrl-z&gt;</a:t>
            </a:r>
            <a:endParaRPr/>
          </a:p>
          <a:p>
            <a:pPr>
              <a:lnSpc>
                <a:spcPct val="90000"/>
              </a:lnSpc>
              <a:spcBef>
                <a:spcPct val="1"/>
              </a:spcBef>
              <a:buFontTx/>
              <a:buNone/>
              <a:defRPr/>
            </a:pPr>
            <a:r>
              <a:rPr lang="en-US" altLang="zh-CN" sz="2000" dirty="false">
                <a:latin typeface="Courier New" panose="02070309020205020404" charset="0"/>
                <a:ea typeface="宋体" pitchFamily="2" charset="-122"/>
                <a:cs typeface="Courier New" panose="02070309020205020404" charset="0"/>
              </a:rPr>
              <a:t>Suspended</a:t>
            </a:r>
            <a:endParaRPr/>
          </a:p>
          <a:p>
            <a:pPr>
              <a:lnSpc>
                <a:spcPct val="90000"/>
              </a:lnSpc>
              <a:spcBef>
                <a:spcPct val="1"/>
              </a:spcBef>
              <a:buFontTx/>
              <a:buNone/>
              <a:defRPr/>
            </a:pPr>
            <a:endParaRPr lang="en-US" altLang="zh-CN" sz="2000" dirty="false">
              <a:latin typeface="Courier New" panose="02070309020205020404" charset="0"/>
              <a:ea typeface="宋体" pitchFamily="2" charset="-122"/>
              <a:cs typeface="Courier New" panose="02070309020205020404" charset="0"/>
            </a:endParaRPr>
          </a:p>
          <a:p>
            <a:pPr>
              <a:lnSpc>
                <a:spcPct val="90000"/>
              </a:lnSpc>
              <a:spcBef>
                <a:spcPct val="1"/>
              </a:spcBef>
              <a:buFontTx/>
              <a:buNone/>
              <a:defRPr/>
            </a:pPr>
            <a:r>
              <a:rPr lang="en-US" altLang="zh-CN" sz="2000" dirty="false" err="true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urier New" panose="02070309020205020404" charset="0"/>
                <a:ea typeface="宋体" pitchFamily="2" charset="-122"/>
                <a:cs typeface="Courier New" panose="02070309020205020404" charset="0"/>
              </a:rPr>
              <a:t>linux</a:t>
            </a:r>
            <a:r>
              <a:rPr lang="en-US" altLang="zh-CN" sz="2000" dirty="false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urier New" panose="02070309020205020404" charset="0"/>
                <a:ea typeface="宋体" pitchFamily="2" charset="-122"/>
                <a:cs typeface="Courier New" panose="02070309020205020404" charset="0"/>
              </a:rPr>
              <a:t>&gt; </a:t>
            </a:r>
            <a:r>
              <a:rPr lang="en-US" altLang="zh-CN" sz="2000" b="true" dirty="false" err="true">
                <a:latin typeface="Courier New" panose="02070309020205020404" charset="0"/>
                <a:ea typeface="宋体" pitchFamily="2" charset="-122"/>
                <a:cs typeface="Courier New" panose="02070309020205020404" charset="0"/>
              </a:rPr>
              <a:t>ps</a:t>
            </a:r>
            <a:endParaRPr lang="en-US" altLang="zh-CN" sz="2000" b="true" dirty="false">
              <a:latin typeface="Courier New" panose="02070309020205020404" charset="0"/>
              <a:ea typeface="宋体" pitchFamily="2" charset="-122"/>
              <a:cs typeface="Courier New" panose="02070309020205020404" charset="0"/>
            </a:endParaRPr>
          </a:p>
          <a:p>
            <a:pPr>
              <a:lnSpc>
                <a:spcPct val="90000"/>
              </a:lnSpc>
              <a:spcBef>
                <a:spcPct val="1"/>
              </a:spcBef>
              <a:buFontTx/>
              <a:buNone/>
              <a:defRPr/>
            </a:pPr>
            <a:r>
              <a:rPr lang="en-US" altLang="zh-CN" sz="2000" dirty="false">
                <a:latin typeface="Courier New" panose="02070309020205020404" charset="0"/>
                <a:ea typeface="宋体" pitchFamily="2" charset="-122"/>
                <a:cs typeface="Courier New" panose="02070309020205020404" charset="0"/>
              </a:rPr>
              <a:t>PID TTY STAT TIME COMMAND</a:t>
            </a:r>
            <a:endParaRPr/>
          </a:p>
          <a:p>
            <a:pPr>
              <a:lnSpc>
                <a:spcPct val="90000"/>
              </a:lnSpc>
              <a:spcBef>
                <a:spcPct val="1"/>
              </a:spcBef>
              <a:buFontTx/>
              <a:buNone/>
              <a:defRPr/>
            </a:pPr>
            <a:r>
              <a:rPr lang="en-US" altLang="zh-CN" sz="2000" dirty="false">
                <a:latin typeface="Courier New" panose="02070309020205020404" charset="0"/>
                <a:ea typeface="宋体" pitchFamily="2" charset="-122"/>
                <a:cs typeface="Courier New" panose="02070309020205020404" charset="0"/>
              </a:rPr>
              <a:t>...</a:t>
            </a:r>
            <a:endParaRPr/>
          </a:p>
          <a:p>
            <a:pPr>
              <a:lnSpc>
                <a:spcPct val="90000"/>
              </a:lnSpc>
              <a:spcBef>
                <a:spcPct val="1"/>
              </a:spcBef>
              <a:buFontTx/>
              <a:buNone/>
              <a:defRPr/>
            </a:pPr>
            <a:r>
              <a:rPr lang="en-US" altLang="zh-CN" sz="2000" dirty="false">
                <a:latin typeface="Courier New" panose="02070309020205020404" charset="0"/>
                <a:ea typeface="宋体" pitchFamily="2" charset="-122"/>
                <a:cs typeface="Courier New" panose="02070309020205020404" charset="0"/>
              </a:rPr>
              <a:t>10319 p5 T 0:03 signal1</a:t>
            </a:r>
            <a:endParaRPr/>
          </a:p>
          <a:p>
            <a:pPr>
              <a:lnSpc>
                <a:spcPct val="90000"/>
              </a:lnSpc>
              <a:spcBef>
                <a:spcPct val="1"/>
              </a:spcBef>
              <a:buFontTx/>
              <a:buNone/>
              <a:defRPr/>
            </a:pPr>
            <a:r>
              <a:rPr lang="en-US" altLang="zh-CN" sz="2000" b="true" dirty="false">
                <a:solidFill>
                  <a:srgbClr val="FF0000"/>
                </a:solidFill>
                <a:latin typeface="Courier New" panose="02070309020205020404" charset="0"/>
                <a:ea typeface="宋体" pitchFamily="2" charset="-122"/>
                <a:cs typeface="Courier New" panose="02070309020205020404" charset="0"/>
              </a:rPr>
              <a:t>10321 p5 Z 0:00 signal1 &lt;zombie&gt;</a:t>
            </a:r>
            <a:endParaRPr/>
          </a:p>
          <a:p>
            <a:pPr>
              <a:lnSpc>
                <a:spcPct val="90000"/>
              </a:lnSpc>
              <a:spcBef>
                <a:spcPct val="1"/>
              </a:spcBef>
              <a:buFontTx/>
              <a:buNone/>
              <a:defRPr/>
            </a:pPr>
            <a:r>
              <a:rPr lang="en-US" altLang="zh-CN" sz="2000" dirty="false">
                <a:latin typeface="Courier New" panose="02070309020205020404" charset="0"/>
                <a:ea typeface="宋体" pitchFamily="2" charset="-122"/>
                <a:cs typeface="Courier New" panose="02070309020205020404" charset="0"/>
              </a:rPr>
              <a:t>10323 p5 R 0:00 </a:t>
            </a:r>
            <a:r>
              <a:rPr lang="en-US" altLang="zh-CN" sz="2000" dirty="false" err="true">
                <a:latin typeface="Courier New" panose="02070309020205020404" charset="0"/>
                <a:ea typeface="宋体" pitchFamily="2" charset="-122"/>
                <a:cs typeface="Courier New" panose="02070309020205020404" charset="0"/>
              </a:rPr>
              <a:t>ps</a:t>
            </a:r>
            <a:endParaRPr lang="zh-CN" altLang="en-US" sz="2000" dirty="false">
              <a:latin typeface="Courier New" panose="02070309020205020404" charset="0"/>
              <a:ea typeface="宋体" pitchFamily="2" charset="-122"/>
              <a:cs typeface="Courier New" panose="02070309020205020404" charset="0"/>
            </a:endParaRPr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p="http://schemas.openxmlformats.org/presentationml/2006/main">
  <p:cSld>
    <p:spTree>
      <p:nvGrpSpPr>
        <p:cNvPr id="293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4" name="灯片编号占位符 5"/>
          <p:cNvSpPr>
            <a:spLocks noGrp="true"/>
          </p:cNvSpPr>
          <p:nvPr>
            <p:ph type="sldNum" sz="quarter" idx="12"/>
          </p:nvPr>
        </p:nvSpPr>
        <p:spPr>
          <a:noFill/>
          <a:extLst>
            <a:ext uri="{909E8E84-426E-40DD-AFC4-6F175D3DCCD1}"/>
            <a:ext uri="{91240B29-F687-4F45-9708-019B960494DF}"/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Comic Sans MS" panose="030F070203030202020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Comic Sans MS" panose="030F070203030202020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anose="030F070203030202020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Comic Sans MS" panose="030F070203030202020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Comic Sans MS" panose="030F0702030302020204" charset="0"/>
              </a:defRPr>
            </a:lvl5pPr>
            <a:lvl6pPr marL="2514600" indent="-228600" eaLnBrk="false" fontAlgn="base" hangingPunct="false">
              <a:spcBef>
                <a:spcPct val="20000"/>
              </a:spcBef>
              <a:spcAft>
                <a:spcPct val="1"/>
              </a:spcAft>
              <a:buChar char="»"/>
              <a:defRPr sz="2000">
                <a:solidFill>
                  <a:schemeClr val="tx1"/>
                </a:solidFill>
                <a:latin typeface="Comic Sans MS" panose="030F0702030302020204" charset="0"/>
              </a:defRPr>
            </a:lvl6pPr>
            <a:lvl7pPr marL="2971800" indent="-228600" eaLnBrk="false" fontAlgn="base" hangingPunct="false">
              <a:spcBef>
                <a:spcPct val="20000"/>
              </a:spcBef>
              <a:spcAft>
                <a:spcPct val="1"/>
              </a:spcAft>
              <a:buChar char="»"/>
              <a:defRPr sz="2000">
                <a:solidFill>
                  <a:schemeClr val="tx1"/>
                </a:solidFill>
                <a:latin typeface="Comic Sans MS" panose="030F0702030302020204" charset="0"/>
              </a:defRPr>
            </a:lvl7pPr>
            <a:lvl8pPr marL="3429000" indent="-228600" eaLnBrk="false" fontAlgn="base" hangingPunct="false">
              <a:spcBef>
                <a:spcPct val="20000"/>
              </a:spcBef>
              <a:spcAft>
                <a:spcPct val="1"/>
              </a:spcAft>
              <a:buChar char="»"/>
              <a:defRPr sz="2000">
                <a:solidFill>
                  <a:schemeClr val="tx1"/>
                </a:solidFill>
                <a:latin typeface="Comic Sans MS" panose="030F0702030302020204" charset="0"/>
              </a:defRPr>
            </a:lvl8pPr>
            <a:lvl9pPr marL="3886200" indent="-228600" eaLnBrk="false" fontAlgn="base" hangingPunct="false">
              <a:spcBef>
                <a:spcPct val="20000"/>
              </a:spcBef>
              <a:spcAft>
                <a:spcPct val="1"/>
              </a:spcAft>
              <a:buChar char="»"/>
              <a:defRPr sz="2000">
                <a:solidFill>
                  <a:schemeClr val="tx1"/>
                </a:solidFill>
                <a:latin typeface="Comic Sans MS" panose="030F0702030302020204" charset="0"/>
              </a:defRPr>
            </a:lvl9pPr>
          </a:lstStyle>
          <a:p>
            <a:pPr>
              <a:spcBef>
                <a:spcPct val="1"/>
              </a:spcBef>
              <a:buFontTx/>
              <a:buNone/>
            </a:pPr>
            <a:fld id="{832F71C2-B0D9-0D41-992F-A5601313D3FC}" type="slidenum">
              <a:rPr lang="zh-CN" altLang="en-US" sz="1400">
                <a:latin typeface="Times New Roman" panose="02020603050405020304" pitchFamily="18" charset="0"/>
                <a:ea typeface="宋体" pitchFamily="2" charset="-122"/>
              </a:rPr>
              <a:t>56</a:t>
            </a:fld>
            <a:endParaRPr lang="en-US" altLang="zh-CN" sz="1400">
              <a:latin typeface="Times New Roman" panose="02020603050405020304" pitchFamily="18" charset="0"/>
              <a:ea typeface="宋体" pitchFamily="2" charset="-122"/>
            </a:endParaRPr>
          </a:p>
        </p:txBody>
      </p:sp>
      <p:sp>
        <p:nvSpPr>
          <p:cNvPr id="295" name="Rectangle 2"/>
          <p:cNvSpPr>
            <a:spLocks noGrp="true" noChangeArrowheads="true"/>
          </p:cNvSpPr>
          <p:nvPr>
            <p:ph type="body" idx="1"/>
          </p:nvPr>
        </p:nvSpPr>
        <p:spPr>
          <a:xfrm>
            <a:off x="304800" y="304800"/>
            <a:ext cx="8458200" cy="5410200"/>
          </a:xfrm>
          <a:solidFill>
            <a:schemeClr val="bg1"/>
          </a:solidFill>
        </p:spPr>
        <p:txBody>
          <a:bodyPr/>
          <a:lstStyle/>
          <a:p>
            <a:pPr>
              <a:spcBef>
                <a:spcPct val="1"/>
              </a:spcBef>
              <a:buFontTx/>
              <a:buNone/>
            </a:pPr>
            <a:r>
              <a:rPr lang="zh-CN" sz="1800" b="true">
                <a:latin typeface="Courier New"/>
                <a:ea typeface="宋体"/>
                <a:cs typeface="Courier New"/>
              </a:rPr>
              <a:t>1  #</a:t>
            </a:r>
            <a:r>
              <a:rPr lang="en-US" sz="1800" b="true">
                <a:latin typeface="Courier New"/>
                <a:ea typeface="宋体"/>
                <a:cs typeface="Courier New"/>
              </a:rPr>
              <a:t>include "</a:t>
            </a:r>
            <a:r>
              <a:rPr lang="en-US" sz="1800" b="true">
                <a:latin typeface="Courier New"/>
                <a:ea typeface="宋体"/>
                <a:cs typeface="Courier New"/>
              </a:rPr>
              <a:t>csapp.h</a:t>
            </a:r>
            <a:r>
              <a:rPr lang="en-US" sz="1800" b="true">
                <a:latin typeface="Courier New"/>
                <a:ea typeface="宋体"/>
                <a:cs typeface="Courier New"/>
              </a:rPr>
              <a:t>"</a:t>
            </a:r>
            <a:endParaRPr/>
          </a:p>
          <a:p>
            <a:pPr>
              <a:spcBef>
                <a:spcPct val="1"/>
              </a:spcBef>
              <a:buFontTx/>
              <a:buNone/>
            </a:pPr>
            <a:r>
              <a:rPr lang="en-US" sz="1800" b="true">
                <a:latin typeface="Courier New"/>
                <a:ea typeface="宋体"/>
                <a:cs typeface="Courier New"/>
              </a:rPr>
              <a:t>2</a:t>
            </a:r>
            <a:endParaRPr/>
          </a:p>
          <a:p>
            <a:pPr>
              <a:spcBef>
                <a:spcPct val="1"/>
              </a:spcBef>
              <a:buFontTx/>
              <a:buNone/>
            </a:pPr>
            <a:r>
              <a:rPr lang="en-US" sz="1800" b="true">
                <a:latin typeface="Courier New"/>
                <a:ea typeface="宋体"/>
                <a:cs typeface="Courier New"/>
              </a:rPr>
              <a:t>3  void handler2(</a:t>
            </a:r>
            <a:r>
              <a:rPr lang="en-US" sz="1800" b="true">
                <a:latin typeface="Courier New"/>
                <a:ea typeface="宋体"/>
                <a:cs typeface="Courier New"/>
              </a:rPr>
              <a:t>int</a:t>
            </a:r>
            <a:r>
              <a:rPr lang="en-US" sz="1800" b="true">
                <a:latin typeface="Courier New"/>
                <a:ea typeface="宋体"/>
                <a:cs typeface="Courier New"/>
              </a:rPr>
              <a:t> sig)</a:t>
            </a:r>
            <a:endParaRPr/>
          </a:p>
          <a:p>
            <a:pPr>
              <a:spcBef>
                <a:spcPct val="1"/>
              </a:spcBef>
              <a:buFontTx/>
              <a:buNone/>
            </a:pPr>
            <a:r>
              <a:rPr lang="en-US" sz="1800" b="true">
                <a:latin typeface="Courier New"/>
                <a:ea typeface="宋体"/>
                <a:cs typeface="Courier New"/>
              </a:rPr>
              <a:t>4  {</a:t>
            </a:r>
            <a:endParaRPr/>
          </a:p>
          <a:p>
            <a:pPr>
              <a:spcBef>
                <a:spcPct val="1"/>
              </a:spcBef>
              <a:buFontTx/>
              <a:buNone/>
            </a:pPr>
            <a:r>
              <a:rPr lang="en-US" sz="1800" b="true">
                <a:latin typeface="Courier New"/>
                <a:ea typeface="宋体"/>
                <a:cs typeface="Courier New"/>
              </a:rPr>
              <a:t>5    </a:t>
            </a:r>
            <a:r>
              <a:rPr lang="en-US" sz="1800" b="true">
                <a:latin typeface="Courier New"/>
                <a:ea typeface="宋体"/>
                <a:cs typeface="Courier New"/>
              </a:rPr>
              <a:t>pid_t</a:t>
            </a:r>
            <a:r>
              <a:rPr lang="en-US" sz="1800" b="true">
                <a:latin typeface="Courier New"/>
                <a:ea typeface="宋体"/>
                <a:cs typeface="Courier New"/>
              </a:rPr>
              <a:t> </a:t>
            </a:r>
            <a:r>
              <a:rPr lang="en-US" sz="1800" b="true">
                <a:latin typeface="Courier New"/>
                <a:ea typeface="宋体"/>
                <a:cs typeface="Courier New"/>
              </a:rPr>
              <a:t>pid</a:t>
            </a:r>
            <a:r>
              <a:rPr lang="en-US" sz="1800" b="true">
                <a:latin typeface="Courier New"/>
                <a:ea typeface="宋体"/>
                <a:cs typeface="Courier New"/>
              </a:rPr>
              <a:t>;</a:t>
            </a:r>
            <a:endParaRPr/>
          </a:p>
          <a:p>
            <a:pPr>
              <a:spcBef>
                <a:spcPct val="1"/>
              </a:spcBef>
              <a:buFontTx/>
              <a:buNone/>
            </a:pPr>
            <a:r>
              <a:rPr lang="en-US" sz="1800" b="true">
                <a:latin typeface="Courier New"/>
                <a:ea typeface="宋体"/>
                <a:cs typeface="Courier New"/>
              </a:rPr>
              <a:t>6</a:t>
            </a:r>
            <a:endParaRPr/>
          </a:p>
          <a:p>
            <a:pPr>
              <a:spcBef>
                <a:spcPct val="1"/>
              </a:spcBef>
              <a:buFontTx/>
              <a:buNone/>
            </a:pPr>
            <a:r>
              <a:rPr lang="en-US" sz="1800" b="true">
                <a:latin typeface="Courier New"/>
                <a:ea typeface="宋体"/>
                <a:cs typeface="Courier New"/>
              </a:rPr>
              <a:t>7    </a:t>
            </a:r>
            <a:r>
              <a:rPr lang="en-US" sz="1800" b="true">
                <a:solidFill>
                  <a:srgbClr val="FF0000">
                    <a:alpha val="100000"/>
                  </a:srgbClr>
                </a:solidFill>
                <a:latin typeface="Courier New"/>
                <a:ea typeface="宋体"/>
                <a:cs typeface="Courier New"/>
              </a:rPr>
              <a:t>while ((</a:t>
            </a:r>
            <a:r>
              <a:rPr lang="en-US" sz="1800" b="true">
                <a:solidFill>
                  <a:srgbClr val="FF0000">
                    <a:alpha val="100000"/>
                  </a:srgbClr>
                </a:solidFill>
                <a:latin typeface="Courier New"/>
                <a:ea typeface="宋体"/>
                <a:cs typeface="Courier New"/>
              </a:rPr>
              <a:t>pid</a:t>
            </a:r>
            <a:r>
              <a:rPr lang="en-US" sz="1800" b="true">
                <a:solidFill>
                  <a:srgbClr val="FF0000">
                    <a:alpha val="100000"/>
                  </a:srgbClr>
                </a:solidFill>
                <a:latin typeface="Courier New"/>
                <a:ea typeface="宋体"/>
                <a:cs typeface="Courier New"/>
              </a:rPr>
              <a:t> = </a:t>
            </a:r>
            <a:r>
              <a:rPr lang="en-US" sz="1800" b="true">
                <a:solidFill>
                  <a:srgbClr val="FF0000">
                    <a:alpha val="100000"/>
                  </a:srgbClr>
                </a:solidFill>
                <a:latin typeface="Courier New"/>
                <a:ea typeface="宋体"/>
                <a:cs typeface="Courier New"/>
              </a:rPr>
              <a:t>waitpid</a:t>
            </a:r>
            <a:r>
              <a:rPr lang="en-US" sz="1800" b="true">
                <a:solidFill>
                  <a:srgbClr val="FF0000">
                    <a:alpha val="100000"/>
                  </a:srgbClr>
                </a:solidFill>
                <a:latin typeface="Courier New"/>
                <a:ea typeface="宋体"/>
                <a:cs typeface="Courier New"/>
              </a:rPr>
              <a:t>(-1, NULL, </a:t>
            </a:r>
            <a:r>
              <a:rPr lang="en-US" sz="1800" b="true">
                <a:solidFill>
                  <a:srgbClr val="FFC000">
                    <a:alpha val="100000"/>
                  </a:srgbClr>
                </a:solidFill>
                <a:latin typeface="Courier New"/>
                <a:ea typeface="宋体"/>
                <a:cs typeface="Courier New"/>
              </a:rPr>
              <a:t>0</a:t>
            </a:r>
            <a:r>
              <a:rPr lang="en-US" sz="1800" b="true">
                <a:solidFill>
                  <a:srgbClr val="FF0000">
                    <a:alpha val="100000"/>
                  </a:srgbClr>
                </a:solidFill>
                <a:latin typeface="Courier New"/>
                <a:ea typeface="宋体"/>
                <a:cs typeface="Courier New"/>
              </a:rPr>
              <a:t>)) &gt; 0)</a:t>
            </a:r>
            <a:endParaRPr/>
          </a:p>
          <a:p>
            <a:pPr>
              <a:spcBef>
                <a:spcPct val="1"/>
              </a:spcBef>
              <a:buFontTx/>
              <a:buNone/>
            </a:pPr>
            <a:r>
              <a:rPr lang="en-US" sz="1800" b="true">
                <a:latin typeface="Courier New"/>
                <a:ea typeface="宋体"/>
                <a:cs typeface="Courier New"/>
              </a:rPr>
              <a:t>8      </a:t>
            </a:r>
            <a:r>
              <a:rPr lang="en-US" sz="1800" b="true">
                <a:latin typeface="Courier New"/>
                <a:ea typeface="宋体"/>
                <a:cs typeface="Courier New"/>
              </a:rPr>
              <a:t>printf</a:t>
            </a:r>
            <a:r>
              <a:rPr lang="en-US" sz="1800" b="true">
                <a:latin typeface="Courier New"/>
                <a:ea typeface="宋体"/>
                <a:cs typeface="Courier New"/>
              </a:rPr>
              <a:t>("Handler reaped child %d\n", (</a:t>
            </a:r>
            <a:r>
              <a:rPr lang="en-US" sz="1800" b="true">
                <a:latin typeface="Courier New"/>
                <a:ea typeface="宋体"/>
                <a:cs typeface="Courier New"/>
              </a:rPr>
              <a:t>int</a:t>
            </a:r>
            <a:r>
              <a:rPr lang="en-US" sz="1800" b="true">
                <a:latin typeface="Courier New"/>
                <a:ea typeface="宋体"/>
                <a:cs typeface="Courier New"/>
              </a:rPr>
              <a:t>)</a:t>
            </a:r>
            <a:r>
              <a:rPr lang="en-US" sz="1800" b="true">
                <a:latin typeface="Courier New"/>
                <a:ea typeface="宋体"/>
                <a:cs typeface="Courier New"/>
              </a:rPr>
              <a:t>pid</a:t>
            </a:r>
            <a:r>
              <a:rPr lang="en-US" sz="1800" b="true">
                <a:latin typeface="Courier New"/>
                <a:ea typeface="宋体"/>
                <a:cs typeface="Courier New"/>
              </a:rPr>
              <a:t>);</a:t>
            </a:r>
            <a:endParaRPr/>
          </a:p>
          <a:p>
            <a:pPr>
              <a:spcBef>
                <a:spcPct val="1"/>
              </a:spcBef>
              <a:buFontTx/>
              <a:buNone/>
            </a:pPr>
            <a:r>
              <a:rPr lang="en-US" sz="1800" b="true">
                <a:latin typeface="Courier New"/>
                <a:ea typeface="宋体"/>
                <a:cs typeface="Courier New"/>
              </a:rPr>
              <a:t>9    if (</a:t>
            </a:r>
            <a:r>
              <a:rPr lang="en-US" sz="1800" b="true">
                <a:latin typeface="Courier New"/>
                <a:ea typeface="宋体"/>
                <a:cs typeface="Courier New"/>
              </a:rPr>
              <a:t>errno</a:t>
            </a:r>
            <a:r>
              <a:rPr lang="en-US" sz="1800" b="true">
                <a:latin typeface="Courier New"/>
                <a:ea typeface="宋体"/>
                <a:cs typeface="Courier New"/>
              </a:rPr>
              <a:t> != ECHILD)</a:t>
            </a:r>
            <a:endParaRPr/>
          </a:p>
          <a:p>
            <a:pPr>
              <a:spcBef>
                <a:spcPct val="1"/>
              </a:spcBef>
              <a:buFontTx/>
              <a:buNone/>
            </a:pPr>
            <a:r>
              <a:rPr lang="en-US" sz="1800" b="true">
                <a:latin typeface="Courier New"/>
                <a:ea typeface="宋体"/>
                <a:cs typeface="Courier New"/>
              </a:rPr>
              <a:t>10     </a:t>
            </a:r>
            <a:r>
              <a:rPr lang="en-US" sz="1800" b="true">
                <a:latin typeface="Courier New"/>
                <a:ea typeface="宋体"/>
                <a:cs typeface="Courier New"/>
              </a:rPr>
              <a:t>unix_error</a:t>
            </a:r>
            <a:r>
              <a:rPr lang="en-US" sz="1800" b="true">
                <a:latin typeface="Courier New"/>
                <a:ea typeface="宋体"/>
                <a:cs typeface="Courier New"/>
              </a:rPr>
              <a:t>("</a:t>
            </a:r>
            <a:r>
              <a:rPr lang="en-US" sz="1800" b="true">
                <a:latin typeface="Courier New"/>
                <a:ea typeface="宋体"/>
                <a:cs typeface="Courier New"/>
              </a:rPr>
              <a:t>waitpid</a:t>
            </a:r>
            <a:r>
              <a:rPr lang="en-US" sz="1800" b="true">
                <a:latin typeface="Courier New"/>
                <a:ea typeface="宋体"/>
                <a:cs typeface="Courier New"/>
              </a:rPr>
              <a:t> error");</a:t>
            </a:r>
            <a:endParaRPr/>
          </a:p>
          <a:p>
            <a:pPr>
              <a:spcBef>
                <a:spcPct val="1"/>
              </a:spcBef>
              <a:buFontTx/>
              <a:buNone/>
            </a:pPr>
            <a:r>
              <a:rPr lang="en-US" sz="1800" b="true">
                <a:latin typeface="Courier New"/>
                <a:ea typeface="宋体"/>
                <a:cs typeface="Courier New"/>
              </a:rPr>
              <a:t>11   sleep(2);</a:t>
            </a:r>
            <a:endParaRPr/>
          </a:p>
          <a:p>
            <a:pPr>
              <a:spcBef>
                <a:spcPct val="1"/>
              </a:spcBef>
              <a:buFontTx/>
              <a:buNone/>
            </a:pPr>
            <a:r>
              <a:rPr lang="en-US" sz="1800" b="true">
                <a:latin typeface="Courier New"/>
                <a:ea typeface="宋体"/>
                <a:cs typeface="Courier New"/>
              </a:rPr>
              <a:t>12   return;</a:t>
            </a:r>
            <a:endParaRPr/>
          </a:p>
          <a:p>
            <a:pPr>
              <a:spcBef>
                <a:spcPct val="1"/>
              </a:spcBef>
              <a:buFontTx/>
              <a:buNone/>
            </a:pPr>
            <a:r>
              <a:rPr lang="en-US" sz="1800" b="true">
                <a:latin typeface="Courier New"/>
                <a:ea typeface="宋体"/>
                <a:cs typeface="Courier New"/>
              </a:rPr>
              <a:t>13 }</a:t>
            </a:r>
            <a:endParaRPr lang="zh-CN" sz="1800" b="true">
              <a:latin typeface="Courier New"/>
              <a:ea typeface="宋体"/>
              <a:cs typeface="Courier New"/>
            </a:endParaRPr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p="http://schemas.openxmlformats.org/presentationml/2006/main">
  <p:cSld>
    <p:spTree>
      <p:nvGrpSpPr>
        <p:cNvPr id="296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7" name="灯片编号占位符 5"/>
          <p:cNvSpPr>
            <a:spLocks noGrp="true"/>
          </p:cNvSpPr>
          <p:nvPr>
            <p:ph type="sldNum" sz="quarter" idx="12"/>
          </p:nvPr>
        </p:nvSpPr>
        <p:spPr>
          <a:noFill/>
          <a:extLst>
            <a:ext uri="{909E8E84-426E-40DD-AFC4-6F175D3DCCD1}"/>
            <a:ext uri="{91240B29-F687-4F45-9708-019B960494DF}"/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Comic Sans MS" panose="030F070203030202020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Comic Sans MS" panose="030F070203030202020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anose="030F070203030202020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Comic Sans MS" panose="030F070203030202020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Comic Sans MS" panose="030F0702030302020204" charset="0"/>
              </a:defRPr>
            </a:lvl5pPr>
            <a:lvl6pPr marL="2514600" indent="-228600" eaLnBrk="false" fontAlgn="base" hangingPunct="false">
              <a:spcBef>
                <a:spcPct val="20000"/>
              </a:spcBef>
              <a:spcAft>
                <a:spcPct val="1"/>
              </a:spcAft>
              <a:buChar char="»"/>
              <a:defRPr sz="2000">
                <a:solidFill>
                  <a:schemeClr val="tx1"/>
                </a:solidFill>
                <a:latin typeface="Comic Sans MS" panose="030F0702030302020204" charset="0"/>
              </a:defRPr>
            </a:lvl6pPr>
            <a:lvl7pPr marL="2971800" indent="-228600" eaLnBrk="false" fontAlgn="base" hangingPunct="false">
              <a:spcBef>
                <a:spcPct val="20000"/>
              </a:spcBef>
              <a:spcAft>
                <a:spcPct val="1"/>
              </a:spcAft>
              <a:buChar char="»"/>
              <a:defRPr sz="2000">
                <a:solidFill>
                  <a:schemeClr val="tx1"/>
                </a:solidFill>
                <a:latin typeface="Comic Sans MS" panose="030F0702030302020204" charset="0"/>
              </a:defRPr>
            </a:lvl7pPr>
            <a:lvl8pPr marL="3429000" indent="-228600" eaLnBrk="false" fontAlgn="base" hangingPunct="false">
              <a:spcBef>
                <a:spcPct val="20000"/>
              </a:spcBef>
              <a:spcAft>
                <a:spcPct val="1"/>
              </a:spcAft>
              <a:buChar char="»"/>
              <a:defRPr sz="2000">
                <a:solidFill>
                  <a:schemeClr val="tx1"/>
                </a:solidFill>
                <a:latin typeface="Comic Sans MS" panose="030F0702030302020204" charset="0"/>
              </a:defRPr>
            </a:lvl8pPr>
            <a:lvl9pPr marL="3886200" indent="-228600" eaLnBrk="false" fontAlgn="base" hangingPunct="false">
              <a:spcBef>
                <a:spcPct val="20000"/>
              </a:spcBef>
              <a:spcAft>
                <a:spcPct val="1"/>
              </a:spcAft>
              <a:buChar char="»"/>
              <a:defRPr sz="2000">
                <a:solidFill>
                  <a:schemeClr val="tx1"/>
                </a:solidFill>
                <a:latin typeface="Comic Sans MS" panose="030F0702030302020204" charset="0"/>
              </a:defRPr>
            </a:lvl9pPr>
          </a:lstStyle>
          <a:p>
            <a:pPr>
              <a:spcBef>
                <a:spcPct val="1"/>
              </a:spcBef>
              <a:buFontTx/>
              <a:buNone/>
            </a:pPr>
            <a:fld id="{9A741C06-7228-B54B-B7E5-D21CD7F0A21B}" type="slidenum">
              <a:rPr lang="zh-CN" altLang="en-US" sz="1400">
                <a:latin typeface="Times New Roman" panose="02020603050405020304" pitchFamily="18" charset="0"/>
                <a:ea typeface="宋体" pitchFamily="2" charset="-122"/>
              </a:rPr>
              <a:t>57</a:t>
            </a:fld>
            <a:endParaRPr lang="en-US" altLang="zh-CN" sz="1400">
              <a:latin typeface="Times New Roman" panose="02020603050405020304" pitchFamily="18" charset="0"/>
              <a:ea typeface="宋体" pitchFamily="2" charset="-122"/>
            </a:endParaRPr>
          </a:p>
        </p:txBody>
      </p:sp>
      <p:sp>
        <p:nvSpPr>
          <p:cNvPr id="298" name="Rectangle 2"/>
          <p:cNvSpPr>
            <a:spLocks noGrp="true" noChangeArrowheads="true"/>
          </p:cNvSpPr>
          <p:nvPr>
            <p:ph type="body" idx="1"/>
          </p:nvPr>
        </p:nvSpPr>
        <p:spPr>
          <a:xfrm>
            <a:off x="381000" y="533400"/>
            <a:ext cx="8458200" cy="5791200"/>
          </a:xfrm>
          <a:solidFill>
            <a:schemeClr val="bg1"/>
          </a:solidFill>
        </p:spPr>
        <p:txBody>
          <a:bodyPr/>
          <a:lstStyle/>
          <a:p>
            <a:pPr>
              <a:lnSpc>
                <a:spcPct val="90000"/>
              </a:lnSpc>
              <a:spcBef>
                <a:spcPct val="1"/>
              </a:spcBef>
              <a:buFontTx/>
              <a:buNone/>
              <a:defRPr/>
            </a:pPr>
            <a:r>
              <a:rPr lang="en-US" altLang="zh-CN" sz="2000" dirty="false" err="true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urier New" panose="02070309020205020404" charset="0"/>
                <a:ea typeface="宋体" pitchFamily="2" charset="-122"/>
                <a:cs typeface="Courier New" panose="02070309020205020404" charset="0"/>
              </a:rPr>
              <a:t>linux</a:t>
            </a:r>
            <a:r>
              <a:rPr lang="en-US" altLang="zh-CN" sz="2000" dirty="false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urier New" panose="02070309020205020404" charset="0"/>
                <a:ea typeface="宋体" pitchFamily="2" charset="-122"/>
                <a:cs typeface="Courier New" panose="02070309020205020404" charset="0"/>
              </a:rPr>
              <a:t>&gt; </a:t>
            </a:r>
            <a:r>
              <a:rPr lang="en-US" altLang="zh-CN" sz="2000" b="true" dirty="false">
                <a:latin typeface="Courier New" panose="02070309020205020404" charset="0"/>
                <a:ea typeface="宋体" pitchFamily="2" charset="-122"/>
                <a:cs typeface="Courier New" panose="02070309020205020404" charset="0"/>
              </a:rPr>
              <a:t>./signal2</a:t>
            </a:r>
            <a:endParaRPr/>
          </a:p>
          <a:p>
            <a:pPr>
              <a:lnSpc>
                <a:spcPct val="90000"/>
              </a:lnSpc>
              <a:spcBef>
                <a:spcPct val="1"/>
              </a:spcBef>
              <a:buFontTx/>
              <a:buNone/>
              <a:defRPr/>
            </a:pPr>
            <a:r>
              <a:rPr lang="en-US" altLang="zh-CN" sz="2000" dirty="false">
                <a:latin typeface="Courier New" panose="02070309020205020404" charset="0"/>
                <a:ea typeface="宋体" pitchFamily="2" charset="-122"/>
                <a:cs typeface="Courier New" panose="02070309020205020404" charset="0"/>
              </a:rPr>
              <a:t>Hello from child 10378</a:t>
            </a:r>
            <a:endParaRPr/>
          </a:p>
          <a:p>
            <a:pPr>
              <a:lnSpc>
                <a:spcPct val="90000"/>
              </a:lnSpc>
              <a:spcBef>
                <a:spcPct val="1"/>
              </a:spcBef>
              <a:buFontTx/>
              <a:buNone/>
              <a:defRPr/>
            </a:pPr>
            <a:r>
              <a:rPr lang="en-US" altLang="zh-CN" sz="2000" dirty="false">
                <a:latin typeface="Courier New" panose="02070309020205020404" charset="0"/>
                <a:ea typeface="宋体" pitchFamily="2" charset="-122"/>
                <a:cs typeface="Courier New" panose="02070309020205020404" charset="0"/>
              </a:rPr>
              <a:t>Hello from child 10379</a:t>
            </a:r>
            <a:endParaRPr/>
          </a:p>
          <a:p>
            <a:pPr>
              <a:lnSpc>
                <a:spcPct val="90000"/>
              </a:lnSpc>
              <a:spcBef>
                <a:spcPct val="1"/>
              </a:spcBef>
              <a:buFontTx/>
              <a:buNone/>
              <a:defRPr/>
            </a:pPr>
            <a:r>
              <a:rPr lang="en-US" altLang="zh-CN" sz="2000" dirty="false">
                <a:latin typeface="Courier New" panose="02070309020205020404" charset="0"/>
                <a:ea typeface="宋体" pitchFamily="2" charset="-122"/>
                <a:cs typeface="Courier New" panose="02070309020205020404" charset="0"/>
              </a:rPr>
              <a:t>Hello from child 10380</a:t>
            </a:r>
            <a:endParaRPr/>
          </a:p>
          <a:p>
            <a:pPr>
              <a:lnSpc>
                <a:spcPct val="90000"/>
              </a:lnSpc>
              <a:spcBef>
                <a:spcPct val="1"/>
              </a:spcBef>
              <a:buFontTx/>
              <a:buNone/>
              <a:defRPr/>
            </a:pPr>
            <a:r>
              <a:rPr lang="en-US" altLang="zh-CN" sz="2000" dirty="false">
                <a:latin typeface="Courier New" panose="02070309020205020404" charset="0"/>
                <a:ea typeface="宋体" pitchFamily="2" charset="-122"/>
                <a:cs typeface="Courier New" panose="02070309020205020404" charset="0"/>
              </a:rPr>
              <a:t>Handler reaped child 10379</a:t>
            </a:r>
            <a:endParaRPr/>
          </a:p>
          <a:p>
            <a:pPr>
              <a:lnSpc>
                <a:spcPct val="90000"/>
              </a:lnSpc>
              <a:spcBef>
                <a:spcPct val="1"/>
              </a:spcBef>
              <a:buFontTx/>
              <a:buNone/>
              <a:defRPr/>
            </a:pPr>
            <a:r>
              <a:rPr lang="en-US" altLang="zh-CN" sz="2000" dirty="false">
                <a:latin typeface="Courier New" panose="02070309020205020404" charset="0"/>
                <a:ea typeface="宋体" pitchFamily="2" charset="-122"/>
                <a:cs typeface="Courier New" panose="02070309020205020404" charset="0"/>
              </a:rPr>
              <a:t>Handler reaped child 10378</a:t>
            </a:r>
            <a:endParaRPr/>
          </a:p>
          <a:p>
            <a:pPr>
              <a:lnSpc>
                <a:spcPct val="90000"/>
              </a:lnSpc>
              <a:spcBef>
                <a:spcPct val="1"/>
              </a:spcBef>
              <a:buFontTx/>
              <a:buNone/>
              <a:defRPr/>
            </a:pPr>
            <a:r>
              <a:rPr lang="en-US" altLang="zh-CN" sz="2000" dirty="false">
                <a:latin typeface="Courier New" panose="02070309020205020404" charset="0"/>
                <a:ea typeface="宋体" pitchFamily="2" charset="-122"/>
                <a:cs typeface="Courier New" panose="02070309020205020404" charset="0"/>
              </a:rPr>
              <a:t>Handler reaped child 10380</a:t>
            </a:r>
            <a:endParaRPr/>
          </a:p>
          <a:p>
            <a:pPr>
              <a:lnSpc>
                <a:spcPct val="90000"/>
              </a:lnSpc>
              <a:spcBef>
                <a:spcPct val="1"/>
              </a:spcBef>
              <a:buFontTx/>
              <a:buNone/>
              <a:defRPr/>
            </a:pPr>
            <a:r>
              <a:rPr lang="en-US" altLang="zh-CN" sz="2000" dirty="false">
                <a:latin typeface="Courier New" panose="02070309020205020404" charset="0"/>
                <a:ea typeface="宋体" pitchFamily="2" charset="-122"/>
                <a:cs typeface="Courier New" panose="02070309020205020404" charset="0"/>
              </a:rPr>
              <a:t>&lt;</a:t>
            </a:r>
            <a:r>
              <a:rPr lang="en-US" altLang="zh-CN" sz="2000" dirty="false" err="true">
                <a:latin typeface="Courier New" panose="02070309020205020404" charset="0"/>
                <a:ea typeface="宋体" pitchFamily="2" charset="-122"/>
                <a:cs typeface="Courier New" panose="02070309020205020404" charset="0"/>
              </a:rPr>
              <a:t>cr</a:t>
            </a:r>
            <a:r>
              <a:rPr lang="en-US" altLang="zh-CN" sz="2000" dirty="false">
                <a:latin typeface="Courier New" panose="02070309020205020404" charset="0"/>
                <a:ea typeface="宋体" pitchFamily="2" charset="-122"/>
                <a:cs typeface="Courier New" panose="02070309020205020404" charset="0"/>
              </a:rPr>
              <a:t>&gt;</a:t>
            </a:r>
            <a:endParaRPr/>
          </a:p>
          <a:p>
            <a:pPr>
              <a:lnSpc>
                <a:spcPct val="90000"/>
              </a:lnSpc>
              <a:spcBef>
                <a:spcPct val="1"/>
              </a:spcBef>
              <a:buFontTx/>
              <a:buNone/>
              <a:defRPr/>
            </a:pPr>
            <a:r>
              <a:rPr lang="en-US" altLang="zh-CN" sz="2000" dirty="false">
                <a:latin typeface="Courier New" panose="02070309020205020404" charset="0"/>
                <a:ea typeface="宋体" pitchFamily="2" charset="-122"/>
                <a:cs typeface="Courier New" panose="02070309020205020404" charset="0"/>
              </a:rPr>
              <a:t>Parent processing input</a:t>
            </a:r>
            <a:endParaRPr/>
          </a:p>
        </p:txBody>
      </p:sp>
    </p:spTree>
  </p:cSld>
  <p:clrMapOvr>
    <a:masterClrMapping/>
  </p:clrMapOvr>
</p:sld>
</file>

<file path=ppt/slides/slide57.xml><?xml version="1.0" encoding="utf-8"?>
<p:sld xmlns:a="http://schemas.openxmlformats.org/drawingml/2006/main" xmlns:p="http://schemas.openxmlformats.org/presentationml/2006/main">
  <p:cSld>
    <p:spTree>
      <p:nvGrpSpPr>
        <p:cNvPr id="299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0" name="灯片编号占位符 5"/>
          <p:cNvSpPr>
            <a:spLocks noGrp="true"/>
          </p:cNvSpPr>
          <p:nvPr>
            <p:ph type="sldNum" sz="quarter" idx="12"/>
          </p:nvPr>
        </p:nvSpPr>
        <p:spPr>
          <a:noFill/>
          <a:extLst>
            <a:ext uri="{909E8E84-426E-40DD-AFC4-6F175D3DCCD1}"/>
            <a:ext uri="{91240B29-F687-4F45-9708-019B960494DF}"/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Comic Sans MS" panose="030F070203030202020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Comic Sans MS" panose="030F070203030202020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anose="030F070203030202020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Comic Sans MS" panose="030F070203030202020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Comic Sans MS" panose="030F0702030302020204" charset="0"/>
              </a:defRPr>
            </a:lvl5pPr>
            <a:lvl6pPr marL="2514600" indent="-228600" eaLnBrk="false" fontAlgn="base" hangingPunct="false">
              <a:spcBef>
                <a:spcPct val="20000"/>
              </a:spcBef>
              <a:spcAft>
                <a:spcPct val="1"/>
              </a:spcAft>
              <a:buChar char="»"/>
              <a:defRPr sz="2000">
                <a:solidFill>
                  <a:schemeClr val="tx1"/>
                </a:solidFill>
                <a:latin typeface="Comic Sans MS" panose="030F0702030302020204" charset="0"/>
              </a:defRPr>
            </a:lvl6pPr>
            <a:lvl7pPr marL="2971800" indent="-228600" eaLnBrk="false" fontAlgn="base" hangingPunct="false">
              <a:spcBef>
                <a:spcPct val="20000"/>
              </a:spcBef>
              <a:spcAft>
                <a:spcPct val="1"/>
              </a:spcAft>
              <a:buChar char="»"/>
              <a:defRPr sz="2000">
                <a:solidFill>
                  <a:schemeClr val="tx1"/>
                </a:solidFill>
                <a:latin typeface="Comic Sans MS" panose="030F0702030302020204" charset="0"/>
              </a:defRPr>
            </a:lvl7pPr>
            <a:lvl8pPr marL="3429000" indent="-228600" eaLnBrk="false" fontAlgn="base" hangingPunct="false">
              <a:spcBef>
                <a:spcPct val="20000"/>
              </a:spcBef>
              <a:spcAft>
                <a:spcPct val="1"/>
              </a:spcAft>
              <a:buChar char="»"/>
              <a:defRPr sz="2000">
                <a:solidFill>
                  <a:schemeClr val="tx1"/>
                </a:solidFill>
                <a:latin typeface="Comic Sans MS" panose="030F0702030302020204" charset="0"/>
              </a:defRPr>
            </a:lvl8pPr>
            <a:lvl9pPr marL="3886200" indent="-228600" eaLnBrk="false" fontAlgn="base" hangingPunct="false">
              <a:spcBef>
                <a:spcPct val="20000"/>
              </a:spcBef>
              <a:spcAft>
                <a:spcPct val="1"/>
              </a:spcAft>
              <a:buChar char="»"/>
              <a:defRPr sz="2000">
                <a:solidFill>
                  <a:schemeClr val="tx1"/>
                </a:solidFill>
                <a:latin typeface="Comic Sans MS" panose="030F0702030302020204" charset="0"/>
              </a:defRPr>
            </a:lvl9pPr>
          </a:lstStyle>
          <a:p>
            <a:pPr>
              <a:spcBef>
                <a:spcPct val="1"/>
              </a:spcBef>
              <a:buFontTx/>
              <a:buNone/>
            </a:pPr>
            <a:fld id="{E90EB7F5-53B7-0C4E-8272-16AF4761ECC5}" type="slidenum">
              <a:rPr lang="zh-CN" altLang="en-US" sz="1400">
                <a:latin typeface="Times New Roman" panose="02020603050405020304" pitchFamily="18" charset="0"/>
                <a:ea typeface="宋体" pitchFamily="2" charset="-122"/>
              </a:rPr>
              <a:t>52</a:t>
            </a:fld>
            <a:endParaRPr lang="en-US" altLang="zh-CN" sz="1400">
              <a:latin typeface="Times New Roman" panose="02020603050405020304" pitchFamily="18" charset="0"/>
              <a:ea typeface="宋体" pitchFamily="2" charset="-122"/>
            </a:endParaRPr>
          </a:p>
        </p:txBody>
      </p:sp>
      <p:sp>
        <p:nvSpPr>
          <p:cNvPr id="301" name="Rectangle 2"/>
          <p:cNvSpPr>
            <a:spLocks noGrp="true" noChangeArrowheads="true"/>
          </p:cNvSpPr>
          <p:nvPr>
            <p:ph type="title"/>
          </p:nvPr>
        </p:nvSpPr>
        <p:spPr/>
        <p:txBody>
          <a:bodyPr/>
          <a:lstStyle/>
          <a:p>
            <a:pPr/>
            <a:r>
              <a:rPr lang="en-US">
                <a:latin typeface="Comic Sans MS"/>
                <a:ea typeface="宋体"/>
                <a:cs typeface="+mj-cs"/>
              </a:rPr>
              <a:t>Signal Handling Issues</a:t>
            </a:r>
            <a:endParaRPr/>
          </a:p>
        </p:txBody>
      </p:sp>
      <p:sp>
        <p:nvSpPr>
          <p:cNvPr id="302" name="Rectangle 3"/>
          <p:cNvSpPr>
            <a:spLocks noGrp="true" noChangeArrowheads="true"/>
          </p:cNvSpPr>
          <p:nvPr>
            <p:ph type="body" idx="1"/>
          </p:nvPr>
        </p:nvSpPr>
        <p:spPr>
          <a:xfrm rot="0" flipH="false" flipV="false">
            <a:off x="457200" y="1600200"/>
            <a:ext cx="8193568" cy="4419600"/>
          </a:xfrm>
        </p:spPr>
        <p:txBody>
          <a:bodyPr/>
          <a:lstStyle/>
          <a:p>
            <a:pPr>
              <a:lnSpc>
                <a:spcPct val="120000"/>
              </a:lnSpc>
              <a:buChar char="•"/>
              <a:defRPr sz="2800">
                <a:solidFill>
                  <a:schemeClr val="tx1">
                    <a:alpha val="100000"/>
                  </a:schemeClr>
                </a:solidFill>
                <a:latin typeface="Comic Sans MS"/>
                <a:ea typeface="Comic Sans MS"/>
                <a:cs typeface="+mn-cs"/>
              </a:defRPr>
            </a:pPr>
            <a:r>
              <a:rPr lang="zh-CN" sz="2400">
                <a:latin typeface="Comic Sans MS"/>
                <a:ea typeface="宋体"/>
                <a:cs typeface="+mn-cs"/>
              </a:rPr>
              <a:t>编写简短、逻辑简单的</a:t>
            </a:r>
            <a:r>
              <a:rPr lang="en-US" sz="2400">
                <a:latin typeface="Comic Sans MS"/>
                <a:ea typeface="宋体"/>
                <a:cs typeface="+mn-cs"/>
              </a:rPr>
              <a:t>signal handler</a:t>
            </a:r>
            <a:endParaRPr lang="en-US">
              <a:latin typeface="Comic Sans MS"/>
              <a:ea typeface="宋体"/>
              <a:cs typeface="+mn-cs"/>
            </a:endParaRPr>
          </a:p>
          <a:p>
            <a:pPr>
              <a:lnSpc>
                <a:spcPct val="120000"/>
              </a:lnSpc>
              <a:buChar char="•"/>
              <a:defRPr sz="2800">
                <a:solidFill>
                  <a:schemeClr val="tx1">
                    <a:alpha val="100000"/>
                  </a:schemeClr>
                </a:solidFill>
                <a:latin typeface="Comic Sans MS"/>
                <a:ea typeface="Comic Sans MS"/>
                <a:cs typeface="+mn-cs"/>
              </a:defRPr>
            </a:pPr>
            <a:r>
              <a:rPr lang="zh-CN" sz="2400">
                <a:latin typeface="Comic Sans MS"/>
                <a:ea typeface="宋体"/>
                <a:cs typeface="+mn-cs"/>
              </a:rPr>
              <a:t>在</a:t>
            </a:r>
            <a:r>
              <a:rPr lang="en-US" sz="2400">
                <a:latin typeface="Comic Sans MS"/>
                <a:ea typeface="宋体"/>
                <a:cs typeface="+mn-cs"/>
              </a:rPr>
              <a:t>signal handler</a:t>
            </a:r>
            <a:r>
              <a:rPr lang="zh-CN" sz="2400">
                <a:latin typeface="Comic Sans MS"/>
                <a:ea typeface="宋体"/>
                <a:cs typeface="+mn-cs"/>
              </a:rPr>
              <a:t>中只调用</a:t>
            </a:r>
            <a:r>
              <a:rPr lang="en-US" sz="2400">
                <a:latin typeface="Comic Sans MS"/>
                <a:ea typeface="宋体"/>
                <a:cs typeface="+mn-cs"/>
              </a:rPr>
              <a:t>async-signal-safe functions</a:t>
            </a:r>
            <a:endParaRPr/>
          </a:p>
          <a:p>
            <a:pPr lvl="1">
              <a:lnSpc>
                <a:spcPct val="120000"/>
              </a:lnSpc>
              <a:buChar char="•"/>
              <a:defRPr sz="2800">
                <a:solidFill>
                  <a:schemeClr val="tx1">
                    <a:alpha val="100000"/>
                  </a:schemeClr>
                </a:solidFill>
                <a:latin typeface="Comic Sans MS"/>
                <a:ea typeface="Comic Sans MS"/>
                <a:cs typeface="+mn-cs"/>
              </a:defRPr>
            </a:pPr>
            <a:r>
              <a:rPr lang="zh-CN" sz="2000">
                <a:latin typeface="Comic Sans MS"/>
                <a:ea typeface="宋体"/>
                <a:cs typeface="+mn-cs"/>
              </a:rPr>
              <a:t>可重入</a:t>
            </a:r>
            <a:r>
              <a:rPr lang="en-US" sz="2000">
                <a:latin typeface="Comic Sans MS"/>
                <a:ea typeface="宋体"/>
                <a:cs typeface="+mn-cs"/>
              </a:rPr>
              <a:t>(reentrant)</a:t>
            </a:r>
            <a:r>
              <a:rPr lang="zh-CN" sz="2000">
                <a:latin typeface="Comic Sans MS"/>
                <a:ea typeface="宋体"/>
                <a:cs typeface="+mn-cs"/>
              </a:rPr>
              <a:t>或者不能被</a:t>
            </a:r>
            <a:r>
              <a:rPr lang="en-US" sz="2000">
                <a:latin typeface="Comic Sans MS"/>
                <a:ea typeface="宋体"/>
                <a:cs typeface="+mn-cs"/>
              </a:rPr>
              <a:t>signal</a:t>
            </a:r>
            <a:r>
              <a:rPr lang="zh-CN" sz="2000">
                <a:latin typeface="Comic Sans MS"/>
                <a:ea typeface="宋体"/>
                <a:cs typeface="+mn-cs"/>
              </a:rPr>
              <a:t>中断的函数</a:t>
            </a:r>
            <a:endParaRPr/>
          </a:p>
          <a:p>
            <a:pPr>
              <a:lnSpc>
                <a:spcPct val="120000"/>
              </a:lnSpc>
              <a:buChar char="•"/>
              <a:defRPr sz="2800">
                <a:solidFill>
                  <a:schemeClr val="tx1">
                    <a:alpha val="100000"/>
                  </a:schemeClr>
                </a:solidFill>
                <a:latin typeface="Comic Sans MS"/>
                <a:ea typeface="Comic Sans MS"/>
                <a:cs typeface="+mn-cs"/>
              </a:defRPr>
            </a:pPr>
            <a:r>
              <a:rPr lang="zh-CN" sz="2400">
                <a:latin typeface="Comic Sans MS"/>
                <a:ea typeface="宋体"/>
                <a:cs typeface="+mn-cs"/>
              </a:rPr>
              <a:t>在</a:t>
            </a:r>
            <a:r>
              <a:rPr lang="en-US" sz="2400">
                <a:latin typeface="Comic Sans MS"/>
                <a:ea typeface="宋体"/>
                <a:cs typeface="+mn-cs"/>
              </a:rPr>
              <a:t>handler</a:t>
            </a:r>
            <a:r>
              <a:rPr lang="zh-CN" sz="2400">
                <a:latin typeface="Comic Sans MS"/>
                <a:ea typeface="宋体"/>
                <a:cs typeface="+mn-cs"/>
              </a:rPr>
              <a:t>中保存</a:t>
            </a:r>
            <a:r>
              <a:rPr lang="en-US" sz="2400">
                <a:latin typeface="Comic Sans MS"/>
                <a:ea typeface="宋体"/>
                <a:cs typeface="+mn-cs"/>
              </a:rPr>
              <a:t>errno</a:t>
            </a:r>
            <a:r>
              <a:rPr lang="zh-CN" sz="2400">
                <a:latin typeface="Comic Sans MS"/>
                <a:ea typeface="宋体"/>
                <a:cs typeface="+mn-cs"/>
              </a:rPr>
              <a:t>，并在返回</a:t>
            </a:r>
            <a:r>
              <a:rPr lang="zh-CN" sz="2400">
                <a:latin typeface="Comic Sans MS"/>
                <a:ea typeface="宋体"/>
                <a:cs typeface="+mn-cs"/>
              </a:rPr>
              <a:t>前恢复</a:t>
            </a:r>
            <a:r>
              <a:rPr lang="en-US" sz="2400">
                <a:latin typeface="Comic Sans MS"/>
                <a:ea typeface="宋体"/>
                <a:cs typeface="+mn-cs"/>
              </a:rPr>
              <a:t>errno</a:t>
            </a:r>
            <a:endParaRPr/>
          </a:p>
          <a:p>
            <a:pPr lvl="1">
              <a:lnSpc>
                <a:spcPct val="120000"/>
              </a:lnSpc>
              <a:buChar char="•"/>
              <a:defRPr sz="2800">
                <a:solidFill>
                  <a:schemeClr val="tx1">
                    <a:alpha val="100000"/>
                  </a:schemeClr>
                </a:solidFill>
                <a:latin typeface="Comic Sans MS"/>
                <a:ea typeface="Comic Sans MS"/>
                <a:cs typeface="+mn-cs"/>
              </a:defRPr>
            </a:pPr>
            <a:r>
              <a:rPr lang="zh-CN" sz="2000">
                <a:latin typeface="Comic Sans MS"/>
                <a:ea typeface="宋体"/>
                <a:cs typeface="+mn-cs"/>
              </a:rPr>
              <a:t>避免</a:t>
            </a:r>
            <a:r>
              <a:rPr lang="en-US" sz="2000">
                <a:latin typeface="Comic Sans MS"/>
                <a:ea typeface="宋体"/>
                <a:cs typeface="+mn-cs"/>
              </a:rPr>
              <a:t>handler</a:t>
            </a:r>
            <a:r>
              <a:rPr lang="zh-CN" sz="2000">
                <a:latin typeface="Comic Sans MS"/>
                <a:ea typeface="宋体"/>
                <a:cs typeface="+mn-cs"/>
              </a:rPr>
              <a:t>中对</a:t>
            </a:r>
            <a:r>
              <a:rPr lang="en-US" sz="2000">
                <a:latin typeface="Comic Sans MS"/>
                <a:ea typeface="宋体"/>
                <a:cs typeface="+mn-cs"/>
              </a:rPr>
              <a:t>errno</a:t>
            </a:r>
            <a:r>
              <a:rPr lang="zh-CN" sz="2000">
                <a:latin typeface="Comic Sans MS"/>
                <a:ea typeface="宋体"/>
                <a:cs typeface="+mn-cs"/>
              </a:rPr>
              <a:t>的修改影响其他程序</a:t>
            </a:r>
            <a:endParaRPr/>
          </a:p>
          <a:p>
            <a:pPr>
              <a:lnSpc>
                <a:spcPct val="120000"/>
              </a:lnSpc>
              <a:buChar char="•"/>
              <a:defRPr sz="2800">
                <a:solidFill>
                  <a:schemeClr val="tx1">
                    <a:alpha val="100000"/>
                  </a:schemeClr>
                </a:solidFill>
                <a:latin typeface="Comic Sans MS"/>
                <a:ea typeface="Comic Sans MS"/>
                <a:cs typeface="+mn-cs"/>
              </a:defRPr>
            </a:pPr>
            <a:r>
              <a:rPr lang="zh-CN" sz="2400">
                <a:latin typeface="Comic Sans MS"/>
                <a:ea typeface="宋体"/>
                <a:cs typeface="+mn-cs"/>
              </a:rPr>
              <a:t>如要访问全局数据结构，应</a:t>
            </a:r>
            <a:r>
              <a:rPr lang="en-US" sz="2400">
                <a:latin typeface="Comic Sans MS"/>
                <a:ea typeface="宋体"/>
                <a:cs typeface="+mn-cs"/>
              </a:rPr>
              <a:t>block</a:t>
            </a:r>
            <a:r>
              <a:rPr lang="zh-CN" sz="2400">
                <a:latin typeface="Comic Sans MS"/>
                <a:ea typeface="宋体"/>
                <a:cs typeface="+mn-cs"/>
              </a:rPr>
              <a:t>其他</a:t>
            </a:r>
            <a:r>
              <a:rPr lang="en-US" sz="2400">
                <a:latin typeface="Comic Sans MS"/>
                <a:ea typeface="宋体"/>
                <a:cs typeface="+mn-cs"/>
              </a:rPr>
              <a:t>signal</a:t>
            </a:r>
            <a:endParaRPr/>
          </a:p>
          <a:p>
            <a:pPr>
              <a:lnSpc>
                <a:spcPct val="120000"/>
              </a:lnSpc>
              <a:buChar char="•"/>
              <a:defRPr sz="2800">
                <a:solidFill>
                  <a:schemeClr val="tx1">
                    <a:alpha val="100000"/>
                  </a:schemeClr>
                </a:solidFill>
                <a:latin typeface="Comic Sans MS"/>
                <a:ea typeface="Comic Sans MS"/>
                <a:cs typeface="+mn-cs"/>
              </a:defRPr>
            </a:pPr>
            <a:r>
              <a:rPr lang="zh-CN" sz="2400">
                <a:latin typeface="Comic Sans MS"/>
                <a:ea typeface="宋体"/>
                <a:cs typeface="+mn-cs"/>
              </a:rPr>
              <a:t>将全局变量声明为</a:t>
            </a:r>
            <a:r>
              <a:rPr lang="en-US" sz="2400">
                <a:latin typeface="Comic Sans MS"/>
                <a:ea typeface="宋体"/>
                <a:cs typeface="+mn-cs"/>
              </a:rPr>
              <a:t>volatile</a:t>
            </a:r>
            <a:r>
              <a:rPr lang="zh-CN" sz="2400">
                <a:latin typeface="Comic Sans MS"/>
                <a:ea typeface="宋体"/>
                <a:cs typeface="+mn-cs"/>
              </a:rPr>
              <a:t>和原子变量</a:t>
            </a:r>
            <a:endParaRPr/>
          </a:p>
          <a:p>
            <a:pPr>
              <a:lnSpc>
                <a:spcPct val="120000"/>
              </a:lnSpc>
              <a:buChar char="•"/>
              <a:defRPr sz="2800">
                <a:solidFill>
                  <a:schemeClr val="tx1">
                    <a:alpha val="100000"/>
                  </a:schemeClr>
                </a:solidFill>
                <a:latin typeface="Comic Sans MS"/>
                <a:ea typeface="Comic Sans MS"/>
                <a:cs typeface="+mn-cs"/>
              </a:defRPr>
            </a:pPr>
            <a:endParaRPr lang="en-US">
              <a:latin typeface="Comic Sans MS"/>
              <a:ea typeface="宋体"/>
              <a:cs typeface="+mn-cs"/>
            </a:endParaRPr>
          </a:p>
        </p:txBody>
      </p:sp>
    </p:spTree>
  </p:cSld>
  <p:clrMapOvr>
    <a:masterClrMapping/>
  </p:clrMapOvr>
</p:sld>
</file>

<file path=ppt/slides/slide5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303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4" name="灯片编号占位符 5"/>
          <p:cNvSpPr>
            <a:spLocks noGrp="true"/>
          </p:cNvSpPr>
          <p:nvPr>
            <p:ph type="sldNum" sz="quarter" idx="12"/>
          </p:nvPr>
        </p:nvSpPr>
        <p:spPr>
          <a:noFill/>
          <a:extLst>
            <a:ext uri="{909E8E84-426E-40DD-AFC4-6F175D3DCCD1}"/>
            <a:ext uri="{91240B29-F687-4F45-9708-019B960494DF}"/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Comic Sans MS" panose="030F070203030202020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Comic Sans MS" panose="030F070203030202020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anose="030F070203030202020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Comic Sans MS" panose="030F070203030202020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Comic Sans MS" panose="030F0702030302020204" charset="0"/>
              </a:defRPr>
            </a:lvl5pPr>
            <a:lvl6pPr marL="2514600" indent="-228600" eaLnBrk="false" fontAlgn="base" hangingPunct="false">
              <a:spcBef>
                <a:spcPct val="20000"/>
              </a:spcBef>
              <a:spcAft>
                <a:spcPct val="1"/>
              </a:spcAft>
              <a:buChar char="»"/>
              <a:defRPr sz="2000">
                <a:solidFill>
                  <a:schemeClr val="tx1"/>
                </a:solidFill>
                <a:latin typeface="Comic Sans MS" panose="030F0702030302020204" charset="0"/>
              </a:defRPr>
            </a:lvl6pPr>
            <a:lvl7pPr marL="2971800" indent="-228600" eaLnBrk="false" fontAlgn="base" hangingPunct="false">
              <a:spcBef>
                <a:spcPct val="20000"/>
              </a:spcBef>
              <a:spcAft>
                <a:spcPct val="1"/>
              </a:spcAft>
              <a:buChar char="»"/>
              <a:defRPr sz="2000">
                <a:solidFill>
                  <a:schemeClr val="tx1"/>
                </a:solidFill>
                <a:latin typeface="Comic Sans MS" panose="030F0702030302020204" charset="0"/>
              </a:defRPr>
            </a:lvl7pPr>
            <a:lvl8pPr marL="3429000" indent="-228600" eaLnBrk="false" fontAlgn="base" hangingPunct="false">
              <a:spcBef>
                <a:spcPct val="20000"/>
              </a:spcBef>
              <a:spcAft>
                <a:spcPct val="1"/>
              </a:spcAft>
              <a:buChar char="»"/>
              <a:defRPr sz="2000">
                <a:solidFill>
                  <a:schemeClr val="tx1"/>
                </a:solidFill>
                <a:latin typeface="Comic Sans MS" panose="030F0702030302020204" charset="0"/>
              </a:defRPr>
            </a:lvl8pPr>
            <a:lvl9pPr marL="3886200" indent="-228600" eaLnBrk="false" fontAlgn="base" hangingPunct="false">
              <a:spcBef>
                <a:spcPct val="20000"/>
              </a:spcBef>
              <a:spcAft>
                <a:spcPct val="1"/>
              </a:spcAft>
              <a:buChar char="»"/>
              <a:defRPr sz="2000">
                <a:solidFill>
                  <a:schemeClr val="tx1"/>
                </a:solidFill>
                <a:latin typeface="Comic Sans MS" panose="030F0702030302020204" charset="0"/>
              </a:defRPr>
            </a:lvl9pPr>
          </a:lstStyle>
          <a:p>
            <a:pPr>
              <a:spcBef>
                <a:spcPct val="1"/>
              </a:spcBef>
              <a:buFontTx/>
              <a:buNone/>
            </a:pPr>
            <a:fld id="{E90EB7F5-53B7-0C4E-8272-16AF4761ECC5}" type="slidenum">
              <a:rPr lang="zh-CN" altLang="en-US" sz="1400">
                <a:latin typeface="Times New Roman" panose="02020603050405020304" pitchFamily="18" charset="0"/>
                <a:ea typeface="宋体" pitchFamily="2" charset="-122"/>
              </a:rPr>
              <a:t>52</a:t>
            </a:fld>
            <a:endParaRPr lang="en-US" altLang="zh-CN" sz="1400">
              <a:latin typeface="Times New Roman" panose="02020603050405020304" pitchFamily="18" charset="0"/>
              <a:ea typeface="宋体" pitchFamily="2" charset="-122"/>
            </a:endParaRPr>
          </a:p>
        </p:txBody>
      </p:sp>
      <p:sp>
        <p:nvSpPr>
          <p:cNvPr id="305" name="Rectangle 2"/>
          <p:cNvSpPr>
            <a:spLocks noGrp="true" noChangeArrowheads="true"/>
          </p:cNvSpPr>
          <p:nvPr>
            <p:ph type="title"/>
          </p:nvPr>
        </p:nvSpPr>
        <p:spPr/>
        <p:txBody>
          <a:bodyPr/>
          <a:lstStyle/>
          <a:p>
            <a:pPr/>
            <a:r>
              <a:rPr lang="en-US">
                <a:latin typeface="Comic Sans MS"/>
                <a:ea typeface="宋体"/>
                <a:cs typeface="+mj-cs"/>
              </a:rPr>
              <a:t>ASF functions</a:t>
            </a:r>
            <a:endParaRPr/>
          </a:p>
        </p:txBody>
      </p:sp>
      <p:sp>
        <p:nvSpPr>
          <p:cNvPr id="306" name=""/>
          <p:cNvSpPr/>
          <p:nvPr>
            <p:ph type="body" idx="1"/>
          </p:nvPr>
        </p:nvSpPr>
        <p:spPr>
          <a:xfrm rot="0" flipH="false" flipV="false">
            <a:off x="457200" y="1600200"/>
            <a:ext cx="2706890" cy="4419600"/>
          </a:xfrm>
          <a:prstGeom prst="rect">
            <a:avLst/>
          </a:prstGeom>
        </p:spPr>
        <p:txBody>
          <a:bodyPr/>
          <a:p>
            <a:pPr marL="0" indent="0">
              <a:buNone/>
            </a:pPr>
            <a:r>
              <a:rPr lang="zh-CN" sz="2000"/>
              <a:t>很多常用的系统函数，如</a:t>
            </a:r>
            <a:r>
              <a:rPr lang="en-US" sz="2000"/>
              <a:t>printf</a:t>
            </a:r>
            <a:r>
              <a:rPr lang="zh-CN" sz="2000"/>
              <a:t>、</a:t>
            </a:r>
            <a:r>
              <a:rPr lang="en-US" sz="2000"/>
              <a:t>sprintf</a:t>
            </a:r>
            <a:r>
              <a:rPr lang="zh-CN" sz="2000"/>
              <a:t>、</a:t>
            </a:r>
            <a:r>
              <a:rPr lang="en-US" sz="2000"/>
              <a:t>malloc</a:t>
            </a:r>
            <a:r>
              <a:rPr lang="zh-CN" sz="2000"/>
              <a:t>、</a:t>
            </a:r>
            <a:r>
              <a:rPr lang="en-US" sz="2000"/>
              <a:t>exit</a:t>
            </a:r>
            <a:r>
              <a:rPr lang="zh-CN" sz="2000"/>
              <a:t>等，都不</a:t>
            </a:r>
            <a:r>
              <a:rPr lang="en-US" sz="2000"/>
              <a:t>async-signal-safe</a:t>
            </a:r>
            <a:r>
              <a:rPr lang="zh-CN" sz="2000"/>
              <a:t>的</a:t>
            </a:r>
            <a:endParaRPr/>
          </a:p>
          <a:p>
            <a:pPr marL="0" indent="0">
              <a:buNone/>
            </a:pPr>
            <a:endParaRPr lang="en-US" sz="2000"/>
          </a:p>
          <a:p>
            <a:pPr marL="0" indent="0">
              <a:buNone/>
            </a:pPr>
            <a:r>
              <a:rPr lang="zh-CN" sz="2000"/>
              <a:t>可以用</a:t>
            </a:r>
            <a:r>
              <a:rPr lang="en-US" sz="2000"/>
              <a:t>write</a:t>
            </a:r>
            <a:r>
              <a:rPr lang="zh-CN" sz="2000"/>
              <a:t>或者</a:t>
            </a:r>
            <a:r>
              <a:rPr lang="en-US" sz="2000"/>
              <a:t>sio package</a:t>
            </a:r>
            <a:r>
              <a:rPr lang="zh-CN" sz="2000"/>
              <a:t>中的函数输出，如</a:t>
            </a:r>
            <a:r>
              <a:rPr lang="en-US" sz="2000"/>
              <a:t>sio_puts</a:t>
            </a:r>
            <a:endParaRPr/>
          </a:p>
        </p:txBody>
      </p:sp>
      <p:pic>
        <p:nvPicPr>
          <p:cNvPr id="307" name="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 rot="0" flipH="false" flipV="false">
            <a:off x="3164091" y="0"/>
            <a:ext cx="5820276" cy="6858000"/>
          </a:xfrm>
          <a:prstGeom prst="rect"/>
        </p:spPr>
      </p:pic>
    </p:spTree>
  </p:cSld>
  <p:clrMapOvr>
    <a:masterClrMapping/>
  </p:clrMapOvr>
</p:sld>
</file>

<file path=ppt/slides/slide59.xml><?xml version="1.0" encoding="utf-8"?>
<p:sld xmlns:a="http://schemas.openxmlformats.org/drawingml/2006/main" xmlns:p="http://schemas.openxmlformats.org/presentationml/2006/main">
  <p:cSld>
    <p:spTree>
      <p:nvGrpSpPr>
        <p:cNvPr id="308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9" name="标题 1"/>
          <p:cNvSpPr>
            <a:spLocks noGrp="true"/>
          </p:cNvSpPr>
          <p:nvPr>
            <p:ph type="title"/>
          </p:nvPr>
        </p:nvSpPr>
        <p:spPr/>
        <p:txBody>
          <a:bodyPr/>
          <a:lstStyle/>
          <a:p>
            <a:pPr/>
            <a:r>
              <a:rPr lang="en-US" altLang="zh-CN" dirty="false"/>
              <a:t>Safely Generating Formatted Output</a:t>
            </a:r>
            <a:endParaRPr kumimoji="true" lang="zh-CN" altLang="en-US" dirty="false"/>
          </a:p>
        </p:txBody>
      </p:sp>
      <p:sp>
        <p:nvSpPr>
          <p:cNvPr id="310" name="内容占位符 2"/>
          <p:cNvSpPr>
            <a:spLocks noGrp="true"/>
          </p:cNvSpPr>
          <p:nvPr>
            <p:ph idx="1"/>
          </p:nvPr>
        </p:nvSpPr>
        <p:spPr/>
        <p:txBody>
          <a:bodyPr/>
          <a:lstStyle/>
          <a:p>
            <a:pPr/>
            <a:r>
              <a:rPr lang="en-US" altLang="zh-CN" sz="2400" dirty="false"/>
              <a:t>Use the reentrant SIO (Safe I/O library) from </a:t>
            </a:r>
            <a:r>
              <a:rPr lang="en-US" altLang="zh-CN" sz="2400" dirty="false" err="true">
                <a:latin typeface="Courier New" panose="02070309020205020404"/>
                <a:cs typeface="Courier New" panose="02070309020205020404"/>
              </a:rPr>
              <a:t>csapp.c</a:t>
            </a:r>
            <a:r>
              <a:rPr lang="en-US" altLang="zh-CN" sz="2400" dirty="false"/>
              <a:t> in your handlers.</a:t>
            </a:r>
            <a:endParaRPr/>
          </a:p>
          <a:p>
            <a:pPr lvl="1"/>
            <a:r>
              <a:rPr lang="en-US" altLang="zh-CN" sz="2000" dirty="false" err="true">
                <a:latin typeface="Courier New" panose="02070309020205020404"/>
                <a:cs typeface="Courier New" panose="02070309020205020404"/>
              </a:rPr>
              <a:t>ssize_t</a:t>
            </a:r>
            <a:r>
              <a:rPr lang="en-US" altLang="zh-CN" sz="2000" dirty="false">
                <a:latin typeface="Courier New" panose="02070309020205020404"/>
                <a:cs typeface="Courier New" panose="02070309020205020404"/>
              </a:rPr>
              <a:t> </a:t>
            </a:r>
            <a:r>
              <a:rPr lang="en-US" altLang="zh-CN" sz="2000" dirty="false" err="true">
                <a:latin typeface="Courier New" panose="02070309020205020404"/>
                <a:cs typeface="Courier New" panose="02070309020205020404"/>
              </a:rPr>
              <a:t>sio_puts</a:t>
            </a:r>
            <a:r>
              <a:rPr lang="en-US" altLang="zh-CN" sz="2000" dirty="false">
                <a:latin typeface="Courier New" panose="02070309020205020404"/>
                <a:cs typeface="Courier New" panose="02070309020205020404"/>
              </a:rPr>
              <a:t>(char s[]) /* Put string */</a:t>
            </a:r>
            <a:endParaRPr/>
          </a:p>
          <a:p>
            <a:pPr lvl="1"/>
            <a:r>
              <a:rPr lang="en-US" altLang="zh-CN" sz="2000" dirty="false" err="true">
                <a:latin typeface="Courier New" panose="02070309020205020404"/>
                <a:cs typeface="Courier New" panose="02070309020205020404"/>
              </a:rPr>
              <a:t>ssize_t</a:t>
            </a:r>
            <a:r>
              <a:rPr lang="en-US" altLang="zh-CN" sz="2000" dirty="false">
                <a:latin typeface="Courier New" panose="02070309020205020404"/>
                <a:cs typeface="Courier New" panose="02070309020205020404"/>
              </a:rPr>
              <a:t> </a:t>
            </a:r>
            <a:r>
              <a:rPr lang="en-US" altLang="zh-CN" sz="2000" dirty="false" err="true">
                <a:latin typeface="Courier New" panose="02070309020205020404"/>
                <a:cs typeface="Courier New" panose="02070309020205020404"/>
              </a:rPr>
              <a:t>sio_putl</a:t>
            </a:r>
            <a:r>
              <a:rPr lang="en-US" altLang="zh-CN" sz="2000" dirty="false">
                <a:latin typeface="Courier New" panose="02070309020205020404"/>
                <a:cs typeface="Courier New" panose="02070309020205020404"/>
              </a:rPr>
              <a:t>(long v)   /* Put long */</a:t>
            </a:r>
            <a:endParaRPr/>
          </a:p>
          <a:p>
            <a:pPr lvl="1"/>
            <a:r>
              <a:rPr lang="en-US" altLang="zh-CN" sz="2000" dirty="false">
                <a:latin typeface="Courier New" panose="02070309020205020404"/>
                <a:cs typeface="Courier New" panose="02070309020205020404"/>
              </a:rPr>
              <a:t>void </a:t>
            </a:r>
            <a:r>
              <a:rPr lang="en-US" altLang="zh-CN" sz="2000" dirty="false" err="true">
                <a:latin typeface="Courier New" panose="02070309020205020404"/>
                <a:cs typeface="Courier New" panose="02070309020205020404"/>
              </a:rPr>
              <a:t>sio_error</a:t>
            </a:r>
            <a:r>
              <a:rPr lang="en-US" altLang="zh-CN" sz="2000" dirty="false">
                <a:latin typeface="Courier New" panose="02070309020205020404"/>
                <a:cs typeface="Courier New" panose="02070309020205020404"/>
              </a:rPr>
              <a:t>(char s[])   /* Put </a:t>
            </a:r>
            <a:r>
              <a:rPr lang="en-US" altLang="zh-CN" sz="2000" dirty="false" err="true">
                <a:latin typeface="Courier New" panose="02070309020205020404"/>
                <a:cs typeface="Courier New" panose="02070309020205020404"/>
              </a:rPr>
              <a:t>msg</a:t>
            </a:r>
            <a:r>
              <a:rPr lang="en-US" altLang="zh-CN" sz="2000" dirty="false">
                <a:latin typeface="Courier New" panose="02070309020205020404"/>
                <a:cs typeface="Courier New" panose="02070309020205020404"/>
              </a:rPr>
              <a:t> &amp; exit */</a:t>
            </a:r>
            <a:endParaRPr/>
          </a:p>
          <a:p>
            <a:pPr/>
            <a:endParaRPr kumimoji="true" lang="zh-CN" altLang="en-US" sz="2400" dirty="false"/>
          </a:p>
        </p:txBody>
      </p:sp>
      <p:sp>
        <p:nvSpPr>
          <p:cNvPr id="311" name="幻灯片编号占位符 3"/>
          <p:cNvSpPr>
            <a:spLocks noGrp="true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2760C1E7-882C-B144-B98E-7DCF290C58DE}" type="slidenum">
              <a:rPr lang="zh-CN" altLang="en-US" smtClean="false"/>
              <a:t>71</a:t>
            </a:fld>
            <a:endParaRPr lang="en-US" altLang="zh-CN"/>
          </a:p>
        </p:txBody>
      </p:sp>
      <p:sp>
        <p:nvSpPr>
          <p:cNvPr id="312" name="Text Box 4"/>
          <p:cNvSpPr txBox="true">
            <a:spLocks noChangeArrowheads="true"/>
          </p:cNvSpPr>
          <p:nvPr/>
        </p:nvSpPr>
        <p:spPr bwMode="auto">
          <a:xfrm>
            <a:off x="376719" y="3581400"/>
            <a:ext cx="8466761" cy="2819400"/>
          </a:xfrm>
          <a:prstGeom prst="rect">
            <a:avLst/>
          </a:prstGeom>
          <a:solidFill>
            <a:srgbClr val="F6F5BD"/>
          </a:solidFill>
          <a:ln w="3175">
            <a:solidFill>
              <a:schemeClr val="tx1"/>
            </a:solidFill>
            <a:miter lim="800000"/>
          </a:ln>
          <a:effectLst/>
        </p:spPr>
        <p:txBody>
          <a:bodyPr wrap="square">
            <a:noAutofit/>
          </a:bodyPr>
          <a:lstStyle/>
          <a:p>
            <a:pPr/>
            <a:r>
              <a:rPr lang="en-US" sz="1800" dirty="false">
                <a:solidFill>
                  <a:srgbClr val="2D961E"/>
                </a:solidFill>
                <a:latin typeface="Menlo-Regular" panose="020B0609030804020204"/>
              </a:rPr>
              <a:t>void</a:t>
            </a:r>
            <a:r>
              <a:rPr lang="en-US" sz="1800" dirty="false">
                <a:solidFill>
                  <a:srgbClr val="000000"/>
                </a:solidFill>
                <a:latin typeface="Menlo-Regular" panose="020B0609030804020204"/>
              </a:rPr>
              <a:t> </a:t>
            </a:r>
            <a:r>
              <a:rPr lang="en-US" sz="1800" dirty="false" err="true">
                <a:solidFill>
                  <a:srgbClr val="4A00FF"/>
                </a:solidFill>
                <a:latin typeface="Menlo-Regular" panose="020B0609030804020204"/>
              </a:rPr>
              <a:t>sigint_handler</a:t>
            </a:r>
            <a:r>
              <a:rPr lang="en-US" sz="1800" dirty="false">
                <a:solidFill>
                  <a:srgbClr val="000000"/>
                </a:solidFill>
                <a:latin typeface="Menlo-Regular" panose="020B0609030804020204"/>
              </a:rPr>
              <a:t>(</a:t>
            </a:r>
            <a:r>
              <a:rPr lang="en-US" sz="1800" dirty="false" err="true">
                <a:solidFill>
                  <a:srgbClr val="2D961E"/>
                </a:solidFill>
                <a:latin typeface="Menlo-Regular" panose="020B0609030804020204"/>
              </a:rPr>
              <a:t>int</a:t>
            </a:r>
            <a:r>
              <a:rPr lang="en-US" sz="1800" dirty="false">
                <a:solidFill>
                  <a:srgbClr val="000000"/>
                </a:solidFill>
                <a:latin typeface="Menlo-Regular" panose="020B0609030804020204"/>
              </a:rPr>
              <a:t> </a:t>
            </a:r>
            <a:r>
              <a:rPr lang="en-US" sz="1800" dirty="false">
                <a:solidFill>
                  <a:srgbClr val="C1651C"/>
                </a:solidFill>
                <a:latin typeface="Menlo-Regular" panose="020B0609030804020204"/>
              </a:rPr>
              <a:t>sig</a:t>
            </a:r>
            <a:r>
              <a:rPr lang="en-US" sz="1800" dirty="false">
                <a:solidFill>
                  <a:srgbClr val="000000"/>
                </a:solidFill>
                <a:latin typeface="Menlo-Regular" panose="020B0609030804020204"/>
              </a:rPr>
              <a:t>) </a:t>
            </a:r>
            <a:r>
              <a:rPr lang="en-US" sz="1800" dirty="false">
                <a:solidFill>
                  <a:srgbClr val="CB2418"/>
                </a:solidFill>
                <a:latin typeface="Menlo-Regular" panose="020B0609030804020204"/>
              </a:rPr>
              <a:t>/* Safe SIGINT handler */</a:t>
            </a:r>
            <a:endParaRPr lang="en-US" sz="1800" dirty="false">
              <a:solidFill>
                <a:srgbClr val="000000"/>
              </a:solidFill>
              <a:latin typeface="Menlo-Regular" panose="020B0609030804020204"/>
            </a:endParaRPr>
          </a:p>
          <a:p>
            <a:pPr/>
            <a:r>
              <a:rPr lang="en-US" sz="1800" dirty="false">
                <a:solidFill>
                  <a:srgbClr val="000000"/>
                </a:solidFill>
                <a:latin typeface="Menlo-Regular" panose="020B0609030804020204"/>
              </a:rPr>
              <a:t>{</a:t>
            </a:r>
            <a:endParaRPr/>
          </a:p>
          <a:p>
            <a:pPr/>
            <a:r>
              <a:rPr lang="en-US" sz="1800" dirty="false">
                <a:solidFill>
                  <a:srgbClr val="000000"/>
                </a:solidFill>
                <a:latin typeface="Menlo-Regular" panose="020B0609030804020204"/>
              </a:rPr>
              <a:t>    </a:t>
            </a:r>
            <a:r>
              <a:rPr lang="en-US" sz="1800" dirty="false" err="true">
                <a:solidFill>
                  <a:srgbClr val="000000"/>
                </a:solidFill>
                <a:latin typeface="Menlo-Regular" panose="020B0609030804020204"/>
              </a:rPr>
              <a:t>Sio_puts</a:t>
            </a:r>
            <a:r>
              <a:rPr lang="en-US" sz="1800" dirty="false">
                <a:solidFill>
                  <a:srgbClr val="000000"/>
                </a:solidFill>
                <a:latin typeface="Menlo-Regular" panose="020B0609030804020204"/>
              </a:rPr>
              <a:t>(</a:t>
            </a:r>
            <a:r>
              <a:rPr lang="en-US" sz="1800" dirty="false">
                <a:solidFill>
                  <a:srgbClr val="9D206F"/>
                </a:solidFill>
                <a:latin typeface="Menlo-Regular" panose="020B0609030804020204"/>
              </a:rPr>
              <a:t>"So you think you can stop the bomb with ctrl-c, do you?\n"</a:t>
            </a:r>
            <a:r>
              <a:rPr lang="en-US" sz="1800" dirty="false">
                <a:solidFill>
                  <a:srgbClr val="000000"/>
                </a:solidFill>
                <a:latin typeface="Menlo-Regular" panose="020B0609030804020204"/>
              </a:rPr>
              <a:t>);</a:t>
            </a:r>
            <a:endParaRPr/>
          </a:p>
          <a:p>
            <a:pPr/>
            <a:r>
              <a:rPr lang="nl-NL" sz="1800" dirty="false">
                <a:solidFill>
                  <a:srgbClr val="000000"/>
                </a:solidFill>
                <a:latin typeface="Menlo-Regular" panose="020B0609030804020204"/>
              </a:rPr>
              <a:t>    sleep(2);</a:t>
            </a:r>
            <a:endParaRPr/>
          </a:p>
          <a:p>
            <a:pPr/>
            <a:r>
              <a:rPr lang="de-DE" sz="1800" dirty="false">
                <a:solidFill>
                  <a:srgbClr val="000000"/>
                </a:solidFill>
                <a:latin typeface="Menlo-Regular" panose="020B0609030804020204"/>
              </a:rPr>
              <a:t>    </a:t>
            </a:r>
            <a:r>
              <a:rPr lang="de-DE" sz="1800" dirty="false" err="true">
                <a:solidFill>
                  <a:srgbClr val="000000"/>
                </a:solidFill>
                <a:latin typeface="Menlo-Regular" panose="020B0609030804020204"/>
              </a:rPr>
              <a:t>Sio_puts</a:t>
            </a:r>
            <a:r>
              <a:rPr lang="de-DE" sz="1800" dirty="false">
                <a:solidFill>
                  <a:srgbClr val="000000"/>
                </a:solidFill>
                <a:latin typeface="Menlo-Regular" panose="020B0609030804020204"/>
              </a:rPr>
              <a:t>(</a:t>
            </a:r>
            <a:r>
              <a:rPr lang="de-DE" sz="1800" dirty="false">
                <a:solidFill>
                  <a:srgbClr val="9D206F"/>
                </a:solidFill>
                <a:latin typeface="Menlo-Regular" panose="020B0609030804020204"/>
              </a:rPr>
              <a:t>"</a:t>
            </a:r>
            <a:r>
              <a:rPr lang="de-DE" sz="1800" dirty="false" err="true">
                <a:solidFill>
                  <a:srgbClr val="9D206F"/>
                </a:solidFill>
                <a:latin typeface="Menlo-Regular" panose="020B0609030804020204"/>
              </a:rPr>
              <a:t>Well</a:t>
            </a:r>
            <a:r>
              <a:rPr lang="de-DE" sz="1800" dirty="false">
                <a:solidFill>
                  <a:srgbClr val="9D206F"/>
                </a:solidFill>
                <a:latin typeface="Menlo-Regular" panose="020B0609030804020204"/>
              </a:rPr>
              <a:t>..."</a:t>
            </a:r>
            <a:r>
              <a:rPr lang="de-DE" sz="1800" dirty="false">
                <a:solidFill>
                  <a:srgbClr val="000000"/>
                </a:solidFill>
                <a:latin typeface="Menlo-Regular" panose="020B0609030804020204"/>
              </a:rPr>
              <a:t>);</a:t>
            </a:r>
            <a:endParaRPr/>
          </a:p>
          <a:p>
            <a:pPr/>
            <a:r>
              <a:rPr lang="nl-NL" sz="1800" dirty="false">
                <a:solidFill>
                  <a:srgbClr val="000000"/>
                </a:solidFill>
                <a:latin typeface="Menlo-Regular" panose="020B0609030804020204"/>
              </a:rPr>
              <a:t>    sleep(1);</a:t>
            </a:r>
            <a:endParaRPr/>
          </a:p>
          <a:p>
            <a:pPr/>
            <a:r>
              <a:rPr lang="nl-NL" sz="1800" dirty="false">
                <a:solidFill>
                  <a:srgbClr val="000000"/>
                </a:solidFill>
                <a:latin typeface="Menlo-Regular" panose="020B0609030804020204"/>
              </a:rPr>
              <a:t>    </a:t>
            </a:r>
            <a:r>
              <a:rPr lang="nl-NL" sz="1800" dirty="false" err="true">
                <a:solidFill>
                  <a:srgbClr val="000000"/>
                </a:solidFill>
                <a:latin typeface="Menlo-Regular" panose="020B0609030804020204"/>
              </a:rPr>
              <a:t>Sio_puts</a:t>
            </a:r>
            <a:r>
              <a:rPr lang="nl-NL" sz="1800" dirty="false">
                <a:solidFill>
                  <a:srgbClr val="000000"/>
                </a:solidFill>
                <a:latin typeface="Menlo-Regular" panose="020B0609030804020204"/>
              </a:rPr>
              <a:t>(</a:t>
            </a:r>
            <a:r>
              <a:rPr lang="nl-NL" sz="1800" dirty="false">
                <a:solidFill>
                  <a:srgbClr val="9D206F"/>
                </a:solidFill>
                <a:latin typeface="Menlo-Regular" panose="020B0609030804020204"/>
              </a:rPr>
              <a:t>"OK. :-)\n"</a:t>
            </a:r>
            <a:r>
              <a:rPr lang="nl-NL" sz="1800" dirty="false">
                <a:solidFill>
                  <a:srgbClr val="000000"/>
                </a:solidFill>
                <a:latin typeface="Menlo-Regular" panose="020B0609030804020204"/>
              </a:rPr>
              <a:t>);</a:t>
            </a:r>
            <a:endParaRPr/>
          </a:p>
          <a:p>
            <a:pPr/>
            <a:r>
              <a:rPr lang="nl-NL" sz="1800" dirty="false">
                <a:solidFill>
                  <a:srgbClr val="000000"/>
                </a:solidFill>
                <a:latin typeface="Menlo-Regular" panose="020B0609030804020204"/>
              </a:rPr>
              <a:t>    _exit(0);</a:t>
            </a:r>
            <a:endParaRPr/>
          </a:p>
          <a:p>
            <a:pPr/>
            <a:r>
              <a:rPr lang="nl-NL" sz="1800" dirty="false">
                <a:solidFill>
                  <a:srgbClr val="000000"/>
                </a:solidFill>
                <a:latin typeface="Menlo-Regular" panose="020B0609030804020204"/>
              </a:rPr>
              <a:t>}</a:t>
            </a:r>
            <a:endParaRPr/>
          </a:p>
          <a:p>
            <a:pPr/>
            <a:endParaRPr lang="en-US" sz="1800" dirty="false">
              <a:solidFill>
                <a:srgbClr val="000000"/>
              </a:solidFill>
              <a:latin typeface="Courier New" panose="02070309020205020404"/>
              <a:cs typeface="Courier New" panose="02070309020205020404"/>
            </a:endParaRPr>
          </a:p>
        </p:txBody>
      </p:sp>
    </p:spTree>
  </p:cSld>
  <p:clrMapOvr>
    <a:masterClrMapping/>
  </p:clrMapOvr>
  <p:timing>
    <p:tnLst>
      <p:par>
        <p:cTn dur="indefinite" restart="never" nodeType="tmRoot">
          <p:childTnLst>
            <p:seq concurrent="true" nextAc="seek">
              <p:cTn dur="indefinite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/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0.xml><?xml version="1.0" encoding="utf-8"?>
<p:sld xmlns:a="http://schemas.openxmlformats.org/drawingml/2006/main" xmlns:p="http://schemas.openxmlformats.org/presentationml/2006/main">
  <p:cSld>
    <p:spTree>
      <p:nvGrpSpPr>
        <p:cNvPr id="317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8" name="灯片编号占位符 5"/>
          <p:cNvSpPr>
            <a:spLocks noGrp="true"/>
          </p:cNvSpPr>
          <p:nvPr>
            <p:ph type="sldNum" sz="quarter" idx="12"/>
          </p:nvPr>
        </p:nvSpPr>
        <p:spPr>
          <a:noFill/>
          <a:extLst>
            <a:ext uri="{909E8E84-426E-40DD-AFC4-6F175D3DCCD1}"/>
            <a:ext uri="{91240B29-F687-4F45-9708-019B960494DF}"/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Comic Sans MS" panose="030F070203030202020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Comic Sans MS" panose="030F070203030202020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anose="030F070203030202020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Comic Sans MS" panose="030F070203030202020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Comic Sans MS" panose="030F0702030302020204" charset="0"/>
              </a:defRPr>
            </a:lvl5pPr>
            <a:lvl6pPr marL="2514600" indent="-228600" eaLnBrk="false" fontAlgn="base" hangingPunct="false">
              <a:spcBef>
                <a:spcPct val="20000"/>
              </a:spcBef>
              <a:spcAft>
                <a:spcPct val="1"/>
              </a:spcAft>
              <a:buChar char="»"/>
              <a:defRPr sz="2000">
                <a:solidFill>
                  <a:schemeClr val="tx1"/>
                </a:solidFill>
                <a:latin typeface="Comic Sans MS" panose="030F0702030302020204" charset="0"/>
              </a:defRPr>
            </a:lvl6pPr>
            <a:lvl7pPr marL="2971800" indent="-228600" eaLnBrk="false" fontAlgn="base" hangingPunct="false">
              <a:spcBef>
                <a:spcPct val="20000"/>
              </a:spcBef>
              <a:spcAft>
                <a:spcPct val="1"/>
              </a:spcAft>
              <a:buChar char="»"/>
              <a:defRPr sz="2000">
                <a:solidFill>
                  <a:schemeClr val="tx1"/>
                </a:solidFill>
                <a:latin typeface="Comic Sans MS" panose="030F0702030302020204" charset="0"/>
              </a:defRPr>
            </a:lvl7pPr>
            <a:lvl8pPr marL="3429000" indent="-228600" eaLnBrk="false" fontAlgn="base" hangingPunct="false">
              <a:spcBef>
                <a:spcPct val="20000"/>
              </a:spcBef>
              <a:spcAft>
                <a:spcPct val="1"/>
              </a:spcAft>
              <a:buChar char="»"/>
              <a:defRPr sz="2000">
                <a:solidFill>
                  <a:schemeClr val="tx1"/>
                </a:solidFill>
                <a:latin typeface="Comic Sans MS" panose="030F0702030302020204" charset="0"/>
              </a:defRPr>
            </a:lvl8pPr>
            <a:lvl9pPr marL="3886200" indent="-228600" eaLnBrk="false" fontAlgn="base" hangingPunct="false">
              <a:spcBef>
                <a:spcPct val="20000"/>
              </a:spcBef>
              <a:spcAft>
                <a:spcPct val="1"/>
              </a:spcAft>
              <a:buChar char="»"/>
              <a:defRPr sz="2000">
                <a:solidFill>
                  <a:schemeClr val="tx1"/>
                </a:solidFill>
                <a:latin typeface="Comic Sans MS" panose="030F0702030302020204" charset="0"/>
              </a:defRPr>
            </a:lvl9pPr>
          </a:lstStyle>
          <a:p>
            <a:pPr>
              <a:spcBef>
                <a:spcPct val="1"/>
              </a:spcBef>
              <a:buFontTx/>
              <a:buNone/>
            </a:pPr>
            <a:fld id="{00F07777-3440-6740-B0E7-2B638C3DE39C}" type="slidenum">
              <a:rPr lang="zh-CN" altLang="en-US" sz="1400">
                <a:latin typeface="Times New Roman" panose="02020603050405020304" pitchFamily="18" charset="0"/>
                <a:ea typeface="宋体" pitchFamily="2" charset="-122"/>
              </a:rPr>
              <a:t>54</a:t>
            </a:fld>
            <a:endParaRPr lang="en-US" altLang="zh-CN" sz="1400">
              <a:latin typeface="Times New Roman" panose="02020603050405020304" pitchFamily="18" charset="0"/>
              <a:ea typeface="宋体" pitchFamily="2" charset="-122"/>
            </a:endParaRPr>
          </a:p>
        </p:txBody>
      </p:sp>
      <p:sp>
        <p:nvSpPr>
          <p:cNvPr id="319" name="Rectangle 2"/>
          <p:cNvSpPr txBox="true">
            <a:spLocks noGrp="true" noChangeArrowheads="true"/>
          </p:cNvSpPr>
          <p:nvPr/>
        </p:nvSpPr>
        <p:spPr>
          <a:xfrm>
            <a:off x="457200" y="457200"/>
            <a:ext cx="8077200" cy="914400"/>
          </a:xfrm>
          <a:prstGeom prst="rect">
            <a:avLst/>
          </a:prstGeom>
          <a:noFill/>
          <a:ln>
            <a:noFill/>
            <a:extLst/>
          </a:ln>
        </p:spPr>
        <p:txBody>
          <a:bodyPr vert="horz" wrap="square" lIns="91440" tIns="45720" rIns="91440" bIns="45720" anchor="ctr" anchorCtr="false"/>
          <a:lstStyle>
            <a:lvl1pPr algn="l" rtl="false" eaLnBrk="false" fontAlgn="base" hangingPunct="false">
              <a:spcBef>
                <a:spcPct val="1"/>
              </a:spcBef>
              <a:spcAft>
                <a:spcPct val="1"/>
              </a:spcAft>
              <a:defRPr sz="2800" b="true">
                <a:solidFill>
                  <a:srgbClr val="000000"/>
                </a:solidFill>
                <a:latin typeface="Comic Sans MS"/>
                <a:ea typeface="Comic Sans MS"/>
                <a:cs typeface="+mj-cs"/>
              </a:defRPr>
            </a:lvl1pPr>
            <a:lvl2pPr algn="l" rtl="false" eaLnBrk="false" fontAlgn="base" hangingPunct="false">
              <a:spcBef>
                <a:spcPct val="1"/>
              </a:spcBef>
              <a:spcAft>
                <a:spcPct val="1"/>
              </a:spcAft>
              <a:defRPr sz="2800" b="true">
                <a:solidFill>
                  <a:srgbClr val="000000"/>
                </a:solidFill>
                <a:latin typeface="Comic Sans MS" panose="030F0702030302020204" charset="0"/>
              </a:defRPr>
            </a:lvl2pPr>
            <a:lvl3pPr algn="l" rtl="false" eaLnBrk="false" fontAlgn="base" hangingPunct="false">
              <a:spcBef>
                <a:spcPct val="1"/>
              </a:spcBef>
              <a:spcAft>
                <a:spcPct val="1"/>
              </a:spcAft>
              <a:defRPr sz="2800" b="true">
                <a:solidFill>
                  <a:srgbClr val="000000"/>
                </a:solidFill>
                <a:latin typeface="Comic Sans MS" panose="030F0702030302020204" charset="0"/>
              </a:defRPr>
            </a:lvl3pPr>
            <a:lvl4pPr algn="l" rtl="false" eaLnBrk="false" fontAlgn="base" hangingPunct="false">
              <a:spcBef>
                <a:spcPct val="1"/>
              </a:spcBef>
              <a:spcAft>
                <a:spcPct val="1"/>
              </a:spcAft>
              <a:defRPr sz="2800" b="true">
                <a:solidFill>
                  <a:srgbClr val="000000"/>
                </a:solidFill>
                <a:latin typeface="Comic Sans MS" panose="030F0702030302020204" charset="0"/>
              </a:defRPr>
            </a:lvl4pPr>
            <a:lvl5pPr algn="l" rtl="false" eaLnBrk="false" fontAlgn="base" hangingPunct="false">
              <a:spcBef>
                <a:spcPct val="1"/>
              </a:spcBef>
              <a:spcAft>
                <a:spcPct val="1"/>
              </a:spcAft>
              <a:defRPr sz="2800" b="true">
                <a:solidFill>
                  <a:srgbClr val="000000"/>
                </a:solidFill>
                <a:latin typeface="Comic Sans MS" panose="030F0702030302020204" charset="0"/>
              </a:defRPr>
            </a:lvl5pPr>
            <a:lvl6pPr marL="457200" algn="l" rtl="false" eaLnBrk="false" fontAlgn="base" hangingPunct="false">
              <a:spcBef>
                <a:spcPct val="1"/>
              </a:spcBef>
              <a:spcAft>
                <a:spcPct val="1"/>
              </a:spcAft>
              <a:defRPr sz="2800" b="true">
                <a:solidFill>
                  <a:srgbClr val="000000"/>
                </a:solidFill>
                <a:latin typeface="Comic Sans MS" panose="030F0702030302020204" charset="0"/>
              </a:defRPr>
            </a:lvl6pPr>
            <a:lvl7pPr marL="914400" algn="l" rtl="false" eaLnBrk="false" fontAlgn="base" hangingPunct="false">
              <a:spcBef>
                <a:spcPct val="1"/>
              </a:spcBef>
              <a:spcAft>
                <a:spcPct val="1"/>
              </a:spcAft>
              <a:defRPr sz="2800" b="true">
                <a:solidFill>
                  <a:srgbClr val="000000"/>
                </a:solidFill>
                <a:latin typeface="Comic Sans MS" panose="030F0702030302020204" charset="0"/>
              </a:defRPr>
            </a:lvl7pPr>
            <a:lvl8pPr marL="1371600" algn="l" rtl="false" eaLnBrk="false" fontAlgn="base" hangingPunct="false">
              <a:spcBef>
                <a:spcPct val="1"/>
              </a:spcBef>
              <a:spcAft>
                <a:spcPct val="1"/>
              </a:spcAft>
              <a:defRPr sz="2800" b="true">
                <a:solidFill>
                  <a:srgbClr val="000000"/>
                </a:solidFill>
                <a:latin typeface="Comic Sans MS" panose="030F0702030302020204" charset="0"/>
              </a:defRPr>
            </a:lvl8pPr>
            <a:lvl9pPr marL="1828800" algn="l" rtl="false" eaLnBrk="false" fontAlgn="base" hangingPunct="false">
              <a:spcBef>
                <a:spcPct val="1"/>
              </a:spcBef>
              <a:spcAft>
                <a:spcPct val="1"/>
              </a:spcAft>
              <a:defRPr sz="2800" b="true">
                <a:solidFill>
                  <a:srgbClr val="000000"/>
                </a:solidFill>
                <a:latin typeface="Comic Sans MS" panose="030F0702030302020204" charset="0"/>
              </a:defRPr>
            </a:lvl9pPr>
          </a:lstStyle>
          <a:p>
            <a:pPr algn="l">
              <a:spcBef>
                <a:spcPct val="1"/>
              </a:spcBef>
              <a:spcAft>
                <a:spcPct val="1"/>
              </a:spcAft>
              <a:defRPr sz="2800" b="true">
                <a:solidFill>
                  <a:srgbClr val="000000">
                    <a:alpha val="100000"/>
                  </a:srgbClr>
                </a:solidFill>
                <a:latin typeface="Comic Sans MS"/>
                <a:ea typeface="Comic Sans MS"/>
                <a:cs typeface="+mj-cs"/>
              </a:defRPr>
            </a:pPr>
            <a:r>
              <a:rPr lang="zh-CN" sz="2800" b="true">
                <a:solidFill>
                  <a:srgbClr val="000000">
                    <a:alpha val="100000"/>
                  </a:srgbClr>
                </a:solidFill>
                <a:latin typeface="Comic Sans MS"/>
                <a:ea typeface="宋体"/>
                <a:cs typeface="+mj-cs"/>
              </a:rPr>
              <a:t>课堂练习</a:t>
            </a:r>
            <a:endParaRPr/>
          </a:p>
        </p:txBody>
      </p:sp>
      <p:sp>
        <p:nvSpPr>
          <p:cNvPr id="320" name=""/>
          <p:cNvSpPr/>
          <p:nvPr>
            <p:ph type="body" idx="1"/>
          </p:nvPr>
        </p:nvSpPr>
        <p:spPr>
          <a:prstGeom prst="rect">
            <a:avLst/>
          </a:prstGeom>
        </p:spPr>
        <p:txBody>
          <a:bodyPr/>
          <a:p>
            <a:pPr>
              <a:buChar char="•"/>
            </a:pPr>
            <a:r>
              <a:rPr lang="zh-CN" sz="2400"/>
              <a:t>之前例程的</a:t>
            </a:r>
            <a:r>
              <a:rPr lang="en-US" sz="2400"/>
              <a:t>signal handler</a:t>
            </a:r>
            <a:r>
              <a:rPr lang="zh-CN" sz="2400"/>
              <a:t>中，有哪些地方不符合以上的</a:t>
            </a:r>
            <a:r>
              <a:rPr lang="en-US" sz="2400"/>
              <a:t>guideline?</a:t>
            </a:r>
            <a:endParaRPr/>
          </a:p>
        </p:txBody>
      </p:sp>
      <p:sp>
        <p:nvSpPr>
          <p:cNvPr id="321" name="Rectangle 2"/>
          <p:cNvSpPr txBox="true">
            <a:spLocks noGrp="true" noChangeArrowheads="true"/>
          </p:cNvSpPr>
          <p:nvPr/>
        </p:nvSpPr>
        <p:spPr>
          <a:xfrm rot="0" flipH="false" flipV="false">
            <a:off x="533400" y="2582456"/>
            <a:ext cx="8077200" cy="3589744"/>
          </a:xfrm>
          <a:prstGeom prst="rect">
            <a:avLst/>
          </a:prstGeom>
          <a:solidFill>
            <a:srgbClr val="FFFFFF"/>
          </a:solidFill>
          <a:ln>
            <a:noFill/>
            <a:extLst/>
          </a:ln>
        </p:spPr>
        <p:txBody>
          <a:bodyPr vert="horz" wrap="square" lIns="91440" tIns="45720" rIns="91440" bIns="45720" anchor="t" anchorCtr="false"/>
          <a:lstStyle>
            <a:lvl1pPr marL="342900" indent="-342900" algn="l" rtl="false" eaLnBrk="false" fontAlgn="base" hangingPunct="false">
              <a:spcBef>
                <a:spcPct val="20000"/>
              </a:spcBef>
              <a:spcAft>
                <a:spcPct val="1"/>
              </a:spcAft>
              <a:buChar char="•"/>
              <a:defRPr sz="2800">
                <a:solidFill>
                  <a:srgbClr val="000000"/>
                </a:solidFill>
                <a:latin typeface="Comic Sans MS"/>
                <a:ea typeface="Comic Sans MS"/>
                <a:cs typeface="+mn-cs"/>
              </a:defRPr>
            </a:lvl1pPr>
            <a:lvl2pPr marL="742950" indent="-285750" algn="l" rtl="false" eaLnBrk="false" fontAlgn="base" hangingPunct="false">
              <a:spcBef>
                <a:spcPct val="20000"/>
              </a:spcBef>
              <a:spcAft>
                <a:spcPct val="1"/>
              </a:spcAft>
              <a:buChar char="–"/>
              <a:defRPr sz="2400">
                <a:solidFill>
                  <a:srgbClr val="000000"/>
                </a:solidFill>
                <a:latin typeface="Comic Sans MS"/>
              </a:defRPr>
            </a:lvl2pPr>
            <a:lvl3pPr marL="1143000" indent="-228600" algn="l" rtl="false" eaLnBrk="false" fontAlgn="base" hangingPunct="false">
              <a:spcBef>
                <a:spcPct val="20000"/>
              </a:spcBef>
              <a:spcAft>
                <a:spcPct val="1"/>
              </a:spcAft>
              <a:buChar char="•"/>
              <a:defRPr sz="2000">
                <a:solidFill>
                  <a:srgbClr val="000000"/>
                </a:solidFill>
                <a:latin typeface="Comic Sans MS"/>
              </a:defRPr>
            </a:lvl3pPr>
            <a:lvl4pPr marL="1600200" indent="-228600" algn="l" rtl="false" eaLnBrk="false" fontAlgn="base" hangingPunct="false">
              <a:spcBef>
                <a:spcPct val="20000"/>
              </a:spcBef>
              <a:spcAft>
                <a:spcPct val="1"/>
              </a:spcAft>
              <a:buChar char="–"/>
              <a:defRPr sz="2000">
                <a:solidFill>
                  <a:srgbClr val="000000"/>
                </a:solidFill>
                <a:latin typeface="Comic Sans MS"/>
              </a:defRPr>
            </a:lvl4pPr>
            <a:lvl5pPr marL="2057400" indent="-228600" algn="l" rtl="false" eaLnBrk="false" fontAlgn="base" hangingPunct="false">
              <a:spcBef>
                <a:spcPct val="20000"/>
              </a:spcBef>
              <a:spcAft>
                <a:spcPct val="1"/>
              </a:spcAft>
              <a:buChar char="»"/>
              <a:defRPr sz="2000">
                <a:solidFill>
                  <a:srgbClr val="000000"/>
                </a:solidFill>
                <a:latin typeface="Comic Sans MS"/>
              </a:defRPr>
            </a:lvl5pPr>
            <a:lvl6pPr marL="2514600" indent="-228600" algn="l" rtl="false" eaLnBrk="false" fontAlgn="base" hangingPunct="false">
              <a:spcBef>
                <a:spcPct val="20000"/>
              </a:spcBef>
              <a:spcAft>
                <a:spcPct val="1"/>
              </a:spcAft>
              <a:buChar char="»"/>
              <a:defRPr sz="2000">
                <a:solidFill>
                  <a:srgbClr val="000000"/>
                </a:solidFill>
                <a:latin typeface="Comic Sans MS"/>
              </a:defRPr>
            </a:lvl6pPr>
            <a:lvl7pPr marL="2971800" indent="-228600" algn="l" rtl="false" eaLnBrk="false" fontAlgn="base" hangingPunct="false">
              <a:spcBef>
                <a:spcPct val="20000"/>
              </a:spcBef>
              <a:spcAft>
                <a:spcPct val="1"/>
              </a:spcAft>
              <a:buChar char="»"/>
              <a:defRPr sz="2000">
                <a:solidFill>
                  <a:srgbClr val="000000"/>
                </a:solidFill>
                <a:latin typeface="Comic Sans MS"/>
              </a:defRPr>
            </a:lvl7pPr>
            <a:lvl8pPr marL="3429000" indent="-228600" algn="l" rtl="false" eaLnBrk="false" fontAlgn="base" hangingPunct="false">
              <a:spcBef>
                <a:spcPct val="20000"/>
              </a:spcBef>
              <a:spcAft>
                <a:spcPct val="1"/>
              </a:spcAft>
              <a:buChar char="»"/>
              <a:defRPr sz="2000">
                <a:solidFill>
                  <a:srgbClr val="000000"/>
                </a:solidFill>
                <a:latin typeface="Comic Sans MS"/>
              </a:defRPr>
            </a:lvl8pPr>
            <a:lvl9pPr marL="3886200" indent="-228600" algn="l" rtl="false" eaLnBrk="false" fontAlgn="base" hangingPunct="false">
              <a:spcBef>
                <a:spcPct val="20000"/>
              </a:spcBef>
              <a:spcAft>
                <a:spcPct val="1"/>
              </a:spcAft>
              <a:buChar char="»"/>
              <a:defRPr sz="2000">
                <a:solidFill>
                  <a:srgbClr val="000000"/>
                </a:solidFill>
                <a:latin typeface="Comic Sans MS"/>
              </a:defRPr>
            </a:lvl9pPr>
          </a:lstStyle>
          <a:p>
            <a:pPr marL="342900" indent="-342900" algn="l">
              <a:spcBef>
                <a:spcPct val="1"/>
              </a:spcBef>
              <a:spcAft>
                <a:spcPct val="1"/>
              </a:spcAft>
              <a:buFontTx/>
              <a:buNone/>
              <a:defRPr sz="2800" b="true">
                <a:solidFill>
                  <a:srgbClr val="000000">
                    <a:alpha val="100000"/>
                  </a:srgbClr>
                </a:solidFill>
                <a:latin typeface="Comic Sans MS"/>
                <a:ea typeface="Comic Sans MS"/>
                <a:cs typeface="+mn-cs"/>
              </a:defRPr>
            </a:pPr>
            <a:r>
              <a:rPr lang="zh-CN" sz="1800" b="true">
                <a:solidFill>
                  <a:srgbClr val="000000">
                    <a:alpha val="100000"/>
                  </a:srgbClr>
                </a:solidFill>
                <a:latin typeface="Courier New"/>
                <a:ea typeface="宋体"/>
                <a:cs typeface="Courier New"/>
              </a:rPr>
              <a:t>1  #</a:t>
            </a:r>
            <a:r>
              <a:rPr lang="en-US" sz="1800" b="true">
                <a:solidFill>
                  <a:srgbClr val="000000">
                    <a:alpha val="100000"/>
                  </a:srgbClr>
                </a:solidFill>
                <a:latin typeface="Courier New"/>
                <a:ea typeface="宋体"/>
                <a:cs typeface="Courier New"/>
              </a:rPr>
              <a:t>include "</a:t>
            </a:r>
            <a:r>
              <a:rPr lang="en-US" sz="1800" b="true">
                <a:solidFill>
                  <a:srgbClr val="000000">
                    <a:alpha val="100000"/>
                  </a:srgbClr>
                </a:solidFill>
                <a:latin typeface="Courier New"/>
                <a:ea typeface="宋体"/>
                <a:cs typeface="Courier New"/>
              </a:rPr>
              <a:t>csapp.h</a:t>
            </a:r>
            <a:r>
              <a:rPr lang="en-US" sz="1800" b="true">
                <a:solidFill>
                  <a:srgbClr val="000000">
                    <a:alpha val="100000"/>
                  </a:srgbClr>
                </a:solidFill>
                <a:latin typeface="Courier New"/>
                <a:ea typeface="宋体"/>
                <a:cs typeface="Courier New"/>
              </a:rPr>
              <a:t>"</a:t>
            </a:r>
            <a:endParaRPr sz="2800">
              <a:solidFill>
                <a:srgbClr val="000000">
                  <a:alpha val="100000"/>
                </a:srgbClr>
              </a:solidFill>
              <a:latin typeface="Comic Sans MS"/>
              <a:ea typeface="Comic Sans MS"/>
              <a:cs typeface="+mn-cs"/>
            </a:endParaRPr>
          </a:p>
          <a:p>
            <a:pPr marL="342900" indent="-342900" algn="l">
              <a:spcBef>
                <a:spcPct val="1"/>
              </a:spcBef>
              <a:spcAft>
                <a:spcPct val="1"/>
              </a:spcAft>
              <a:buFontTx/>
              <a:buNone/>
              <a:defRPr sz="2800" b="true">
                <a:solidFill>
                  <a:srgbClr val="000000">
                    <a:alpha val="100000"/>
                  </a:srgbClr>
                </a:solidFill>
                <a:latin typeface="Comic Sans MS"/>
                <a:ea typeface="Comic Sans MS"/>
                <a:cs typeface="+mn-cs"/>
              </a:defRPr>
            </a:pPr>
            <a:r>
              <a:rPr lang="en-US" sz="1800" b="true">
                <a:solidFill>
                  <a:srgbClr val="000000">
                    <a:alpha val="100000"/>
                  </a:srgbClr>
                </a:solidFill>
                <a:latin typeface="Courier New"/>
                <a:ea typeface="宋体"/>
                <a:cs typeface="Courier New"/>
              </a:rPr>
              <a:t>2</a:t>
            </a:r>
            <a:endParaRPr sz="2800">
              <a:solidFill>
                <a:srgbClr val="000000">
                  <a:alpha val="100000"/>
                </a:srgbClr>
              </a:solidFill>
              <a:latin typeface="Comic Sans MS"/>
              <a:ea typeface="Comic Sans MS"/>
              <a:cs typeface="+mn-cs"/>
            </a:endParaRPr>
          </a:p>
          <a:p>
            <a:pPr marL="342900" indent="-342900" algn="l">
              <a:spcBef>
                <a:spcPct val="1"/>
              </a:spcBef>
              <a:spcAft>
                <a:spcPct val="1"/>
              </a:spcAft>
              <a:buFontTx/>
              <a:buNone/>
              <a:defRPr sz="2800" b="true">
                <a:solidFill>
                  <a:srgbClr val="000000">
                    <a:alpha val="100000"/>
                  </a:srgbClr>
                </a:solidFill>
                <a:latin typeface="Comic Sans MS"/>
                <a:ea typeface="Comic Sans MS"/>
                <a:cs typeface="+mn-cs"/>
              </a:defRPr>
            </a:pPr>
            <a:r>
              <a:rPr lang="en-US" sz="1800" b="true">
                <a:solidFill>
                  <a:srgbClr val="000000">
                    <a:alpha val="100000"/>
                  </a:srgbClr>
                </a:solidFill>
                <a:latin typeface="Courier New"/>
                <a:ea typeface="宋体"/>
                <a:cs typeface="Courier New"/>
              </a:rPr>
              <a:t>3  void handler2(</a:t>
            </a:r>
            <a:r>
              <a:rPr lang="en-US" sz="1800" b="true">
                <a:solidFill>
                  <a:srgbClr val="000000">
                    <a:alpha val="100000"/>
                  </a:srgbClr>
                </a:solidFill>
                <a:latin typeface="Courier New"/>
                <a:ea typeface="宋体"/>
                <a:cs typeface="Courier New"/>
              </a:rPr>
              <a:t>int</a:t>
            </a:r>
            <a:r>
              <a:rPr lang="en-US" sz="1800" b="true">
                <a:solidFill>
                  <a:srgbClr val="000000">
                    <a:alpha val="100000"/>
                  </a:srgbClr>
                </a:solidFill>
                <a:latin typeface="Courier New"/>
                <a:ea typeface="宋体"/>
                <a:cs typeface="Courier New"/>
              </a:rPr>
              <a:t> sig)</a:t>
            </a:r>
            <a:endParaRPr sz="2800">
              <a:solidFill>
                <a:srgbClr val="000000">
                  <a:alpha val="100000"/>
                </a:srgbClr>
              </a:solidFill>
              <a:latin typeface="Comic Sans MS"/>
              <a:ea typeface="Comic Sans MS"/>
              <a:cs typeface="+mn-cs"/>
            </a:endParaRPr>
          </a:p>
          <a:p>
            <a:pPr marL="342900" indent="-342900" algn="l">
              <a:spcBef>
                <a:spcPct val="1"/>
              </a:spcBef>
              <a:spcAft>
                <a:spcPct val="1"/>
              </a:spcAft>
              <a:buFontTx/>
              <a:buNone/>
              <a:defRPr sz="2800" b="true">
                <a:solidFill>
                  <a:srgbClr val="000000">
                    <a:alpha val="100000"/>
                  </a:srgbClr>
                </a:solidFill>
                <a:latin typeface="Comic Sans MS"/>
                <a:ea typeface="Comic Sans MS"/>
                <a:cs typeface="+mn-cs"/>
              </a:defRPr>
            </a:pPr>
            <a:r>
              <a:rPr lang="en-US" sz="1800" b="true">
                <a:solidFill>
                  <a:srgbClr val="000000">
                    <a:alpha val="100000"/>
                  </a:srgbClr>
                </a:solidFill>
                <a:latin typeface="Courier New"/>
                <a:ea typeface="宋体"/>
                <a:cs typeface="Courier New"/>
              </a:rPr>
              <a:t>4  {</a:t>
            </a:r>
            <a:endParaRPr sz="2800">
              <a:solidFill>
                <a:srgbClr val="000000">
                  <a:alpha val="100000"/>
                </a:srgbClr>
              </a:solidFill>
              <a:latin typeface="Comic Sans MS"/>
              <a:ea typeface="Comic Sans MS"/>
              <a:cs typeface="+mn-cs"/>
            </a:endParaRPr>
          </a:p>
          <a:p>
            <a:pPr marL="342900" indent="-342900" algn="l">
              <a:spcBef>
                <a:spcPct val="1"/>
              </a:spcBef>
              <a:spcAft>
                <a:spcPct val="1"/>
              </a:spcAft>
              <a:buFontTx/>
              <a:buNone/>
              <a:defRPr sz="2800" b="true">
                <a:solidFill>
                  <a:srgbClr val="000000">
                    <a:alpha val="100000"/>
                  </a:srgbClr>
                </a:solidFill>
                <a:latin typeface="Comic Sans MS"/>
                <a:ea typeface="Comic Sans MS"/>
                <a:cs typeface="+mn-cs"/>
              </a:defRPr>
            </a:pPr>
            <a:r>
              <a:rPr lang="en-US" sz="1800" b="true">
                <a:solidFill>
                  <a:srgbClr val="000000">
                    <a:alpha val="100000"/>
                  </a:srgbClr>
                </a:solidFill>
                <a:latin typeface="Courier New"/>
                <a:ea typeface="宋体"/>
                <a:cs typeface="Courier New"/>
              </a:rPr>
              <a:t>5    </a:t>
            </a:r>
            <a:r>
              <a:rPr lang="en-US" sz="1800" b="true">
                <a:solidFill>
                  <a:srgbClr val="000000">
                    <a:alpha val="100000"/>
                  </a:srgbClr>
                </a:solidFill>
                <a:latin typeface="Courier New"/>
                <a:ea typeface="宋体"/>
                <a:cs typeface="Courier New"/>
              </a:rPr>
              <a:t>pid_t</a:t>
            </a:r>
            <a:r>
              <a:rPr lang="en-US" sz="1800" b="true">
                <a:solidFill>
                  <a:srgbClr val="000000">
                    <a:alpha val="100000"/>
                  </a:srgbClr>
                </a:solidFill>
                <a:latin typeface="Courier New"/>
                <a:ea typeface="宋体"/>
                <a:cs typeface="Courier New"/>
              </a:rPr>
              <a:t> </a:t>
            </a:r>
            <a:r>
              <a:rPr lang="en-US" sz="1800" b="true">
                <a:solidFill>
                  <a:srgbClr val="000000">
                    <a:alpha val="100000"/>
                  </a:srgbClr>
                </a:solidFill>
                <a:latin typeface="Courier New"/>
                <a:ea typeface="宋体"/>
                <a:cs typeface="Courier New"/>
              </a:rPr>
              <a:t>pid</a:t>
            </a:r>
            <a:r>
              <a:rPr lang="en-US" sz="1800" b="true">
                <a:solidFill>
                  <a:srgbClr val="000000">
                    <a:alpha val="100000"/>
                  </a:srgbClr>
                </a:solidFill>
                <a:latin typeface="Courier New"/>
                <a:ea typeface="宋体"/>
                <a:cs typeface="Courier New"/>
              </a:rPr>
              <a:t>;</a:t>
            </a:r>
            <a:endParaRPr sz="2800">
              <a:solidFill>
                <a:srgbClr val="000000">
                  <a:alpha val="100000"/>
                </a:srgbClr>
              </a:solidFill>
              <a:latin typeface="Comic Sans MS"/>
              <a:ea typeface="Comic Sans MS"/>
              <a:cs typeface="+mn-cs"/>
            </a:endParaRPr>
          </a:p>
          <a:p>
            <a:pPr marL="342900" indent="-342900" algn="l">
              <a:spcBef>
                <a:spcPct val="1"/>
              </a:spcBef>
              <a:spcAft>
                <a:spcPct val="1"/>
              </a:spcAft>
              <a:buFontTx/>
              <a:buNone/>
              <a:defRPr sz="2800" b="true">
                <a:solidFill>
                  <a:srgbClr val="000000">
                    <a:alpha val="100000"/>
                  </a:srgbClr>
                </a:solidFill>
                <a:latin typeface="Comic Sans MS"/>
                <a:ea typeface="Comic Sans MS"/>
                <a:cs typeface="+mn-cs"/>
              </a:defRPr>
            </a:pPr>
            <a:r>
              <a:rPr lang="en-US" sz="1800" b="true">
                <a:solidFill>
                  <a:srgbClr val="000000">
                    <a:alpha val="100000"/>
                  </a:srgbClr>
                </a:solidFill>
                <a:latin typeface="Courier New"/>
                <a:ea typeface="宋体"/>
                <a:cs typeface="Courier New"/>
              </a:rPr>
              <a:t>6</a:t>
            </a:r>
            <a:endParaRPr sz="2800">
              <a:solidFill>
                <a:srgbClr val="000000">
                  <a:alpha val="100000"/>
                </a:srgbClr>
              </a:solidFill>
              <a:latin typeface="Comic Sans MS"/>
              <a:ea typeface="Comic Sans MS"/>
              <a:cs typeface="+mn-cs"/>
            </a:endParaRPr>
          </a:p>
          <a:p>
            <a:pPr marL="342900" indent="-342900" algn="l">
              <a:spcBef>
                <a:spcPct val="1"/>
              </a:spcBef>
              <a:spcAft>
                <a:spcPct val="1"/>
              </a:spcAft>
              <a:buFontTx/>
              <a:buNone/>
              <a:defRPr sz="2800" b="true">
                <a:solidFill>
                  <a:srgbClr val="000000">
                    <a:alpha val="100000"/>
                  </a:srgbClr>
                </a:solidFill>
                <a:latin typeface="Comic Sans MS"/>
                <a:ea typeface="Comic Sans MS"/>
                <a:cs typeface="+mn-cs"/>
              </a:defRPr>
            </a:pPr>
            <a:r>
              <a:rPr lang="en-US" sz="1800" b="true">
                <a:solidFill>
                  <a:srgbClr val="000000">
                    <a:alpha val="100000"/>
                  </a:srgbClr>
                </a:solidFill>
                <a:latin typeface="Courier New"/>
                <a:ea typeface="宋体"/>
                <a:cs typeface="Courier New"/>
              </a:rPr>
              <a:t>7    </a:t>
            </a:r>
            <a:r>
              <a:rPr lang="en-US" sz="1800" b="true">
                <a:solidFill>
                  <a:schemeClr val="tx1">
                    <a:alpha val="100000"/>
                  </a:schemeClr>
                </a:solidFill>
                <a:latin typeface="Courier New"/>
                <a:ea typeface="宋体"/>
                <a:cs typeface="Courier New"/>
              </a:rPr>
              <a:t>while ((pid = waitpid(-1, NULL, 0)) &gt; 0)</a:t>
            </a:r>
            <a:endParaRPr/>
          </a:p>
          <a:p>
            <a:pPr marL="342900" indent="-342900" algn="l">
              <a:spcBef>
                <a:spcPct val="1"/>
              </a:spcBef>
              <a:spcAft>
                <a:spcPct val="1"/>
              </a:spcAft>
              <a:buFontTx/>
              <a:buNone/>
              <a:defRPr sz="2800" b="true">
                <a:solidFill>
                  <a:srgbClr val="000000">
                    <a:alpha val="100000"/>
                  </a:srgbClr>
                </a:solidFill>
                <a:latin typeface="Comic Sans MS"/>
                <a:ea typeface="Comic Sans MS"/>
                <a:cs typeface="+mn-cs"/>
              </a:defRPr>
            </a:pPr>
            <a:r>
              <a:rPr lang="en-US" sz="1800" b="true">
                <a:solidFill>
                  <a:srgbClr val="000000">
                    <a:alpha val="100000"/>
                  </a:srgbClr>
                </a:solidFill>
                <a:latin typeface="Courier New"/>
                <a:ea typeface="宋体"/>
                <a:cs typeface="Courier New"/>
              </a:rPr>
              <a:t>8      </a:t>
            </a:r>
            <a:r>
              <a:rPr lang="en-US" sz="1800" b="true">
                <a:solidFill>
                  <a:srgbClr val="000000">
                    <a:alpha val="100000"/>
                  </a:srgbClr>
                </a:solidFill>
                <a:latin typeface="Courier New"/>
                <a:ea typeface="宋体"/>
                <a:cs typeface="Courier New"/>
              </a:rPr>
              <a:t>printf</a:t>
            </a:r>
            <a:r>
              <a:rPr lang="en-US" sz="1800" b="true">
                <a:solidFill>
                  <a:srgbClr val="000000">
                    <a:alpha val="100000"/>
                  </a:srgbClr>
                </a:solidFill>
                <a:latin typeface="Courier New"/>
                <a:ea typeface="宋体"/>
                <a:cs typeface="Courier New"/>
              </a:rPr>
              <a:t>("Handler reaped child %d\n", (</a:t>
            </a:r>
            <a:r>
              <a:rPr lang="en-US" sz="1800" b="true">
                <a:solidFill>
                  <a:srgbClr val="000000">
                    <a:alpha val="100000"/>
                  </a:srgbClr>
                </a:solidFill>
                <a:latin typeface="Courier New"/>
                <a:ea typeface="宋体"/>
                <a:cs typeface="Courier New"/>
              </a:rPr>
              <a:t>int</a:t>
            </a:r>
            <a:r>
              <a:rPr lang="en-US" sz="1800" b="true">
                <a:solidFill>
                  <a:srgbClr val="000000">
                    <a:alpha val="100000"/>
                  </a:srgbClr>
                </a:solidFill>
                <a:latin typeface="Courier New"/>
                <a:ea typeface="宋体"/>
                <a:cs typeface="Courier New"/>
              </a:rPr>
              <a:t>)</a:t>
            </a:r>
            <a:r>
              <a:rPr lang="en-US" sz="1800" b="true">
                <a:solidFill>
                  <a:srgbClr val="000000">
                    <a:alpha val="100000"/>
                  </a:srgbClr>
                </a:solidFill>
                <a:latin typeface="Courier New"/>
                <a:ea typeface="宋体"/>
                <a:cs typeface="Courier New"/>
              </a:rPr>
              <a:t>pid</a:t>
            </a:r>
            <a:r>
              <a:rPr lang="en-US" sz="1800" b="true">
                <a:solidFill>
                  <a:srgbClr val="000000">
                    <a:alpha val="100000"/>
                  </a:srgbClr>
                </a:solidFill>
                <a:latin typeface="Courier New"/>
                <a:ea typeface="宋体"/>
                <a:cs typeface="Courier New"/>
              </a:rPr>
              <a:t>);</a:t>
            </a:r>
            <a:endParaRPr sz="2800">
              <a:solidFill>
                <a:srgbClr val="000000">
                  <a:alpha val="100000"/>
                </a:srgbClr>
              </a:solidFill>
              <a:latin typeface="Comic Sans MS"/>
              <a:ea typeface="Comic Sans MS"/>
              <a:cs typeface="+mn-cs"/>
            </a:endParaRPr>
          </a:p>
          <a:p>
            <a:pPr marL="342900" indent="-342900" algn="l">
              <a:spcBef>
                <a:spcPct val="1"/>
              </a:spcBef>
              <a:spcAft>
                <a:spcPct val="1"/>
              </a:spcAft>
              <a:buFontTx/>
              <a:buNone/>
              <a:defRPr sz="2800" b="true">
                <a:solidFill>
                  <a:srgbClr val="000000">
                    <a:alpha val="100000"/>
                  </a:srgbClr>
                </a:solidFill>
                <a:latin typeface="Comic Sans MS"/>
                <a:ea typeface="Comic Sans MS"/>
                <a:cs typeface="+mn-cs"/>
              </a:defRPr>
            </a:pPr>
            <a:r>
              <a:rPr lang="en-US" sz="1800" b="true">
                <a:solidFill>
                  <a:srgbClr val="000000">
                    <a:alpha val="100000"/>
                  </a:srgbClr>
                </a:solidFill>
                <a:latin typeface="Courier New"/>
                <a:ea typeface="宋体"/>
                <a:cs typeface="Courier New"/>
              </a:rPr>
              <a:t>9    if (</a:t>
            </a:r>
            <a:r>
              <a:rPr lang="en-US" sz="1800" b="true">
                <a:solidFill>
                  <a:srgbClr val="000000">
                    <a:alpha val="100000"/>
                  </a:srgbClr>
                </a:solidFill>
                <a:latin typeface="Courier New"/>
                <a:ea typeface="宋体"/>
                <a:cs typeface="Courier New"/>
              </a:rPr>
              <a:t>errno</a:t>
            </a:r>
            <a:r>
              <a:rPr lang="en-US" sz="1800" b="true">
                <a:solidFill>
                  <a:srgbClr val="000000">
                    <a:alpha val="100000"/>
                  </a:srgbClr>
                </a:solidFill>
                <a:latin typeface="Courier New"/>
                <a:ea typeface="宋体"/>
                <a:cs typeface="Courier New"/>
              </a:rPr>
              <a:t> != ECHILD)</a:t>
            </a:r>
            <a:endParaRPr sz="2800">
              <a:solidFill>
                <a:srgbClr val="000000">
                  <a:alpha val="100000"/>
                </a:srgbClr>
              </a:solidFill>
              <a:latin typeface="Comic Sans MS"/>
              <a:ea typeface="Comic Sans MS"/>
              <a:cs typeface="+mn-cs"/>
            </a:endParaRPr>
          </a:p>
          <a:p>
            <a:pPr marL="342900" indent="-342900" algn="l">
              <a:spcBef>
                <a:spcPct val="1"/>
              </a:spcBef>
              <a:spcAft>
                <a:spcPct val="1"/>
              </a:spcAft>
              <a:buFontTx/>
              <a:buNone/>
              <a:defRPr sz="2800" b="true">
                <a:solidFill>
                  <a:srgbClr val="000000">
                    <a:alpha val="100000"/>
                  </a:srgbClr>
                </a:solidFill>
                <a:latin typeface="Comic Sans MS"/>
                <a:ea typeface="Comic Sans MS"/>
                <a:cs typeface="+mn-cs"/>
              </a:defRPr>
            </a:pPr>
            <a:r>
              <a:rPr lang="en-US" sz="1800" b="true">
                <a:solidFill>
                  <a:srgbClr val="000000">
                    <a:alpha val="100000"/>
                  </a:srgbClr>
                </a:solidFill>
                <a:latin typeface="Courier New"/>
                <a:ea typeface="宋体"/>
                <a:cs typeface="Courier New"/>
              </a:rPr>
              <a:t>10     </a:t>
            </a:r>
            <a:r>
              <a:rPr lang="en-US" sz="1800" b="true">
                <a:solidFill>
                  <a:srgbClr val="000000">
                    <a:alpha val="100000"/>
                  </a:srgbClr>
                </a:solidFill>
                <a:latin typeface="Courier New"/>
                <a:ea typeface="宋体"/>
                <a:cs typeface="Courier New"/>
              </a:rPr>
              <a:t>unix_error</a:t>
            </a:r>
            <a:r>
              <a:rPr lang="en-US" sz="1800" b="true">
                <a:solidFill>
                  <a:srgbClr val="000000">
                    <a:alpha val="100000"/>
                  </a:srgbClr>
                </a:solidFill>
                <a:latin typeface="Courier New"/>
                <a:ea typeface="宋体"/>
                <a:cs typeface="Courier New"/>
              </a:rPr>
              <a:t>("</a:t>
            </a:r>
            <a:r>
              <a:rPr lang="en-US" sz="1800" b="true">
                <a:solidFill>
                  <a:srgbClr val="000000">
                    <a:alpha val="100000"/>
                  </a:srgbClr>
                </a:solidFill>
                <a:latin typeface="Courier New"/>
                <a:ea typeface="宋体"/>
                <a:cs typeface="Courier New"/>
              </a:rPr>
              <a:t>waitpid</a:t>
            </a:r>
            <a:r>
              <a:rPr lang="en-US" sz="1800" b="true">
                <a:solidFill>
                  <a:srgbClr val="000000">
                    <a:alpha val="100000"/>
                  </a:srgbClr>
                </a:solidFill>
                <a:latin typeface="Courier New"/>
                <a:ea typeface="宋体"/>
                <a:cs typeface="Courier New"/>
              </a:rPr>
              <a:t> error");</a:t>
            </a:r>
            <a:endParaRPr sz="2800">
              <a:solidFill>
                <a:srgbClr val="000000">
                  <a:alpha val="100000"/>
                </a:srgbClr>
              </a:solidFill>
              <a:latin typeface="Comic Sans MS"/>
              <a:ea typeface="Comic Sans MS"/>
              <a:cs typeface="+mn-cs"/>
            </a:endParaRPr>
          </a:p>
          <a:p>
            <a:pPr marL="342900" indent="-342900" algn="l">
              <a:spcBef>
                <a:spcPct val="1"/>
              </a:spcBef>
              <a:spcAft>
                <a:spcPct val="1"/>
              </a:spcAft>
              <a:buFontTx/>
              <a:buNone/>
              <a:defRPr sz="2800" b="true">
                <a:solidFill>
                  <a:srgbClr val="000000">
                    <a:alpha val="100000"/>
                  </a:srgbClr>
                </a:solidFill>
                <a:latin typeface="Comic Sans MS"/>
                <a:ea typeface="Comic Sans MS"/>
                <a:cs typeface="+mn-cs"/>
              </a:defRPr>
            </a:pPr>
            <a:r>
              <a:rPr lang="en-US" sz="1800" b="true">
                <a:solidFill>
                  <a:srgbClr val="000000">
                    <a:alpha val="100000"/>
                  </a:srgbClr>
                </a:solidFill>
                <a:latin typeface="Courier New"/>
                <a:ea typeface="宋体"/>
                <a:cs typeface="Courier New"/>
              </a:rPr>
              <a:t>11   sleep(2);</a:t>
            </a:r>
            <a:endParaRPr sz="2800">
              <a:solidFill>
                <a:srgbClr val="000000">
                  <a:alpha val="100000"/>
                </a:srgbClr>
              </a:solidFill>
              <a:latin typeface="Comic Sans MS"/>
              <a:ea typeface="Comic Sans MS"/>
              <a:cs typeface="+mn-cs"/>
            </a:endParaRPr>
          </a:p>
          <a:p>
            <a:pPr marL="342900" indent="-342900" algn="l">
              <a:spcBef>
                <a:spcPct val="1"/>
              </a:spcBef>
              <a:spcAft>
                <a:spcPct val="1"/>
              </a:spcAft>
              <a:buFontTx/>
              <a:buNone/>
              <a:defRPr sz="2800" b="true">
                <a:solidFill>
                  <a:srgbClr val="000000">
                    <a:alpha val="100000"/>
                  </a:srgbClr>
                </a:solidFill>
                <a:latin typeface="Comic Sans MS"/>
                <a:ea typeface="Comic Sans MS"/>
                <a:cs typeface="+mn-cs"/>
              </a:defRPr>
            </a:pPr>
            <a:r>
              <a:rPr lang="en-US" sz="1800" b="true">
                <a:solidFill>
                  <a:srgbClr val="000000">
                    <a:alpha val="100000"/>
                  </a:srgbClr>
                </a:solidFill>
                <a:latin typeface="Courier New"/>
                <a:ea typeface="宋体"/>
                <a:cs typeface="Courier New"/>
              </a:rPr>
              <a:t>12   return;</a:t>
            </a:r>
            <a:endParaRPr sz="2800">
              <a:solidFill>
                <a:srgbClr val="000000">
                  <a:alpha val="100000"/>
                </a:srgbClr>
              </a:solidFill>
              <a:latin typeface="Comic Sans MS"/>
              <a:ea typeface="Comic Sans MS"/>
              <a:cs typeface="+mn-cs"/>
            </a:endParaRPr>
          </a:p>
          <a:p>
            <a:pPr marL="342900" indent="-342900" algn="l">
              <a:spcBef>
                <a:spcPct val="1"/>
              </a:spcBef>
              <a:spcAft>
                <a:spcPct val="1"/>
              </a:spcAft>
              <a:buFontTx/>
              <a:buNone/>
              <a:defRPr sz="2800" b="true">
                <a:solidFill>
                  <a:srgbClr val="000000">
                    <a:alpha val="100000"/>
                  </a:srgbClr>
                </a:solidFill>
                <a:latin typeface="Comic Sans MS"/>
                <a:ea typeface="Comic Sans MS"/>
                <a:cs typeface="+mn-cs"/>
              </a:defRPr>
            </a:pPr>
            <a:r>
              <a:rPr lang="en-US" sz="1800" b="true">
                <a:solidFill>
                  <a:srgbClr val="000000">
                    <a:alpha val="100000"/>
                  </a:srgbClr>
                </a:solidFill>
                <a:latin typeface="Courier New"/>
                <a:ea typeface="宋体"/>
                <a:cs typeface="Courier New"/>
              </a:rPr>
              <a:t>13 }</a:t>
            </a:r>
            <a:endParaRPr lang="zh-CN" sz="1800" b="true">
              <a:solidFill>
                <a:srgbClr val="000000">
                  <a:alpha val="100000"/>
                </a:srgbClr>
              </a:solidFill>
              <a:latin typeface="Courier New"/>
              <a:ea typeface="宋体"/>
              <a:cs typeface="Courier New"/>
            </a:endParaRPr>
          </a:p>
        </p:txBody>
      </p:sp>
    </p:spTree>
  </p:cSld>
  <p:clrMapOvr>
    <a:masterClrMapping/>
  </p:clrMapOvr>
</p:sld>
</file>

<file path=ppt/slides/slide61.xml><?xml version="1.0" encoding="utf-8"?>
<p:sld xmlns:a="http://schemas.openxmlformats.org/drawingml/2006/main" xmlns:p="http://schemas.openxmlformats.org/presentationml/2006/main">
  <p:cSld>
    <p:spTree>
      <p:nvGrpSpPr>
        <p:cNvPr id="32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3" name="灯片编号占位符 5"/>
          <p:cNvSpPr>
            <a:spLocks noGrp="true"/>
          </p:cNvSpPr>
          <p:nvPr>
            <p:ph type="sldNum" sz="quarter" idx="12"/>
          </p:nvPr>
        </p:nvSpPr>
        <p:spPr>
          <a:noFill/>
          <a:extLst>
            <a:ext uri="{909E8E84-426E-40DD-AFC4-6F175D3DCCD1}"/>
            <a:ext uri="{91240B29-F687-4F45-9708-019B960494DF}"/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Comic Sans MS" panose="030F070203030202020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Comic Sans MS" panose="030F070203030202020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anose="030F070203030202020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Comic Sans MS" panose="030F070203030202020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Comic Sans MS" panose="030F0702030302020204" charset="0"/>
              </a:defRPr>
            </a:lvl5pPr>
            <a:lvl6pPr marL="2514600" indent="-228600" eaLnBrk="false" fontAlgn="base" hangingPunct="false">
              <a:spcBef>
                <a:spcPct val="20000"/>
              </a:spcBef>
              <a:spcAft>
                <a:spcPct val="1"/>
              </a:spcAft>
              <a:buChar char="»"/>
              <a:defRPr sz="2000">
                <a:solidFill>
                  <a:schemeClr val="tx1"/>
                </a:solidFill>
                <a:latin typeface="Comic Sans MS" panose="030F0702030302020204" charset="0"/>
              </a:defRPr>
            </a:lvl6pPr>
            <a:lvl7pPr marL="2971800" indent="-228600" eaLnBrk="false" fontAlgn="base" hangingPunct="false">
              <a:spcBef>
                <a:spcPct val="20000"/>
              </a:spcBef>
              <a:spcAft>
                <a:spcPct val="1"/>
              </a:spcAft>
              <a:buChar char="»"/>
              <a:defRPr sz="2000">
                <a:solidFill>
                  <a:schemeClr val="tx1"/>
                </a:solidFill>
                <a:latin typeface="Comic Sans MS" panose="030F0702030302020204" charset="0"/>
              </a:defRPr>
            </a:lvl7pPr>
            <a:lvl8pPr marL="3429000" indent="-228600" eaLnBrk="false" fontAlgn="base" hangingPunct="false">
              <a:spcBef>
                <a:spcPct val="20000"/>
              </a:spcBef>
              <a:spcAft>
                <a:spcPct val="1"/>
              </a:spcAft>
              <a:buChar char="»"/>
              <a:defRPr sz="2000">
                <a:solidFill>
                  <a:schemeClr val="tx1"/>
                </a:solidFill>
                <a:latin typeface="Comic Sans MS" panose="030F0702030302020204" charset="0"/>
              </a:defRPr>
            </a:lvl8pPr>
            <a:lvl9pPr marL="3886200" indent="-228600" eaLnBrk="false" fontAlgn="base" hangingPunct="false">
              <a:spcBef>
                <a:spcPct val="20000"/>
              </a:spcBef>
              <a:spcAft>
                <a:spcPct val="1"/>
              </a:spcAft>
              <a:buChar char="»"/>
              <a:defRPr sz="2000">
                <a:solidFill>
                  <a:schemeClr val="tx1"/>
                </a:solidFill>
                <a:latin typeface="Comic Sans MS" panose="030F0702030302020204" charset="0"/>
              </a:defRPr>
            </a:lvl9pPr>
          </a:lstStyle>
          <a:p>
            <a:pPr>
              <a:spcBef>
                <a:spcPct val="1"/>
              </a:spcBef>
              <a:buFontTx/>
              <a:buNone/>
            </a:pPr>
            <a:fld id="{00F07777-3440-6740-B0E7-2B638C3DE39C}" type="slidenum">
              <a:rPr lang="zh-CN" altLang="en-US" sz="1400">
                <a:latin typeface="Times New Roman" panose="02020603050405020304" pitchFamily="18" charset="0"/>
                <a:ea typeface="宋体" pitchFamily="2" charset="-122"/>
              </a:rPr>
              <a:t>54</a:t>
            </a:fld>
            <a:endParaRPr lang="en-US" altLang="zh-CN" sz="1400">
              <a:latin typeface="Times New Roman" panose="02020603050405020304" pitchFamily="18" charset="0"/>
              <a:ea typeface="宋体" pitchFamily="2" charset="-122"/>
            </a:endParaRPr>
          </a:p>
        </p:txBody>
      </p:sp>
      <p:sp>
        <p:nvSpPr>
          <p:cNvPr id="324" name="Rectangle 2"/>
          <p:cNvSpPr txBox="true">
            <a:spLocks noGrp="true" noChangeArrowheads="true"/>
          </p:cNvSpPr>
          <p:nvPr/>
        </p:nvSpPr>
        <p:spPr>
          <a:xfrm>
            <a:off x="457200" y="457200"/>
            <a:ext cx="8077200" cy="914400"/>
          </a:xfrm>
          <a:prstGeom prst="rect">
            <a:avLst/>
          </a:prstGeom>
          <a:noFill/>
          <a:ln>
            <a:noFill/>
            <a:extLst/>
          </a:ln>
        </p:spPr>
        <p:txBody>
          <a:bodyPr vert="horz" wrap="square" lIns="91440" tIns="45720" rIns="91440" bIns="45720" anchor="ctr" anchorCtr="false"/>
          <a:lstStyle>
            <a:lvl1pPr algn="l" rtl="false" eaLnBrk="false" fontAlgn="base" hangingPunct="false">
              <a:spcBef>
                <a:spcPct val="1"/>
              </a:spcBef>
              <a:spcAft>
                <a:spcPct val="1"/>
              </a:spcAft>
              <a:defRPr sz="2800" b="true">
                <a:solidFill>
                  <a:srgbClr val="000000"/>
                </a:solidFill>
                <a:latin typeface="Comic Sans MS"/>
                <a:ea typeface="Comic Sans MS"/>
                <a:cs typeface="+mj-cs"/>
              </a:defRPr>
            </a:lvl1pPr>
            <a:lvl2pPr algn="l" rtl="false" eaLnBrk="false" fontAlgn="base" hangingPunct="false">
              <a:spcBef>
                <a:spcPct val="1"/>
              </a:spcBef>
              <a:spcAft>
                <a:spcPct val="1"/>
              </a:spcAft>
              <a:defRPr sz="2800" b="true">
                <a:solidFill>
                  <a:srgbClr val="000000"/>
                </a:solidFill>
                <a:latin typeface="Comic Sans MS" panose="030F0702030302020204" charset="0"/>
              </a:defRPr>
            </a:lvl2pPr>
            <a:lvl3pPr algn="l" rtl="false" eaLnBrk="false" fontAlgn="base" hangingPunct="false">
              <a:spcBef>
                <a:spcPct val="1"/>
              </a:spcBef>
              <a:spcAft>
                <a:spcPct val="1"/>
              </a:spcAft>
              <a:defRPr sz="2800" b="true">
                <a:solidFill>
                  <a:srgbClr val="000000"/>
                </a:solidFill>
                <a:latin typeface="Comic Sans MS" panose="030F0702030302020204" charset="0"/>
              </a:defRPr>
            </a:lvl3pPr>
            <a:lvl4pPr algn="l" rtl="false" eaLnBrk="false" fontAlgn="base" hangingPunct="false">
              <a:spcBef>
                <a:spcPct val="1"/>
              </a:spcBef>
              <a:spcAft>
                <a:spcPct val="1"/>
              </a:spcAft>
              <a:defRPr sz="2800" b="true">
                <a:solidFill>
                  <a:srgbClr val="000000"/>
                </a:solidFill>
                <a:latin typeface="Comic Sans MS" panose="030F0702030302020204" charset="0"/>
              </a:defRPr>
            </a:lvl4pPr>
            <a:lvl5pPr algn="l" rtl="false" eaLnBrk="false" fontAlgn="base" hangingPunct="false">
              <a:spcBef>
                <a:spcPct val="1"/>
              </a:spcBef>
              <a:spcAft>
                <a:spcPct val="1"/>
              </a:spcAft>
              <a:defRPr sz="2800" b="true">
                <a:solidFill>
                  <a:srgbClr val="000000"/>
                </a:solidFill>
                <a:latin typeface="Comic Sans MS" panose="030F0702030302020204" charset="0"/>
              </a:defRPr>
            </a:lvl5pPr>
            <a:lvl6pPr marL="457200" algn="l" rtl="false" eaLnBrk="false" fontAlgn="base" hangingPunct="false">
              <a:spcBef>
                <a:spcPct val="1"/>
              </a:spcBef>
              <a:spcAft>
                <a:spcPct val="1"/>
              </a:spcAft>
              <a:defRPr sz="2800" b="true">
                <a:solidFill>
                  <a:srgbClr val="000000"/>
                </a:solidFill>
                <a:latin typeface="Comic Sans MS" panose="030F0702030302020204" charset="0"/>
              </a:defRPr>
            </a:lvl6pPr>
            <a:lvl7pPr marL="914400" algn="l" rtl="false" eaLnBrk="false" fontAlgn="base" hangingPunct="false">
              <a:spcBef>
                <a:spcPct val="1"/>
              </a:spcBef>
              <a:spcAft>
                <a:spcPct val="1"/>
              </a:spcAft>
              <a:defRPr sz="2800" b="true">
                <a:solidFill>
                  <a:srgbClr val="000000"/>
                </a:solidFill>
                <a:latin typeface="Comic Sans MS" panose="030F0702030302020204" charset="0"/>
              </a:defRPr>
            </a:lvl7pPr>
            <a:lvl8pPr marL="1371600" algn="l" rtl="false" eaLnBrk="false" fontAlgn="base" hangingPunct="false">
              <a:spcBef>
                <a:spcPct val="1"/>
              </a:spcBef>
              <a:spcAft>
                <a:spcPct val="1"/>
              </a:spcAft>
              <a:defRPr sz="2800" b="true">
                <a:solidFill>
                  <a:srgbClr val="000000"/>
                </a:solidFill>
                <a:latin typeface="Comic Sans MS" panose="030F0702030302020204" charset="0"/>
              </a:defRPr>
            </a:lvl8pPr>
            <a:lvl9pPr marL="1828800" algn="l" rtl="false" eaLnBrk="false" fontAlgn="base" hangingPunct="false">
              <a:spcBef>
                <a:spcPct val="1"/>
              </a:spcBef>
              <a:spcAft>
                <a:spcPct val="1"/>
              </a:spcAft>
              <a:defRPr sz="2800" b="true">
                <a:solidFill>
                  <a:srgbClr val="000000"/>
                </a:solidFill>
                <a:latin typeface="Comic Sans MS" panose="030F0702030302020204" charset="0"/>
              </a:defRPr>
            </a:lvl9pPr>
          </a:lstStyle>
          <a:p>
            <a:pPr algn="l">
              <a:spcBef>
                <a:spcPct val="1"/>
              </a:spcBef>
              <a:spcAft>
                <a:spcPct val="1"/>
              </a:spcAft>
              <a:defRPr sz="2800" b="true">
                <a:solidFill>
                  <a:srgbClr val="000000">
                    <a:alpha val="100000"/>
                  </a:srgbClr>
                </a:solidFill>
                <a:latin typeface="Comic Sans MS"/>
                <a:ea typeface="Comic Sans MS"/>
                <a:cs typeface="+mj-cs"/>
              </a:defRPr>
            </a:pPr>
            <a:r>
              <a:rPr lang="zh-CN" sz="2800" b="true">
                <a:solidFill>
                  <a:srgbClr val="000000">
                    <a:alpha val="100000"/>
                  </a:srgbClr>
                </a:solidFill>
                <a:latin typeface="Comic Sans MS"/>
                <a:ea typeface="宋体"/>
                <a:cs typeface="+mj-cs"/>
              </a:rPr>
              <a:t>课堂练习</a:t>
            </a:r>
            <a:r>
              <a:rPr lang="en-US" sz="2800" b="true">
                <a:solidFill>
                  <a:srgbClr val="000000">
                    <a:alpha val="100000"/>
                  </a:srgbClr>
                </a:solidFill>
                <a:latin typeface="Comic Sans MS"/>
                <a:ea typeface="宋体"/>
                <a:cs typeface="+mj-cs"/>
              </a:rPr>
              <a:t>-</a:t>
            </a:r>
            <a:r>
              <a:rPr lang="zh-CN" sz="2800" b="true">
                <a:solidFill>
                  <a:srgbClr val="000000">
                    <a:alpha val="100000"/>
                  </a:srgbClr>
                </a:solidFill>
                <a:latin typeface="Comic Sans MS"/>
                <a:ea typeface="宋体"/>
                <a:cs typeface="+mj-cs"/>
              </a:rPr>
              <a:t>答案</a:t>
            </a:r>
            <a:endParaRPr/>
          </a:p>
        </p:txBody>
      </p:sp>
      <p:sp>
        <p:nvSpPr>
          <p:cNvPr id="325" name="Rectangle 2"/>
          <p:cNvSpPr txBox="true">
            <a:spLocks noGrp="true" noChangeArrowheads="true"/>
          </p:cNvSpPr>
          <p:nvPr/>
        </p:nvSpPr>
        <p:spPr>
          <a:xfrm rot="0" flipH="false" flipV="false">
            <a:off x="457200" y="1870530"/>
            <a:ext cx="8077200" cy="3589744"/>
          </a:xfrm>
          <a:prstGeom prst="rect">
            <a:avLst/>
          </a:prstGeom>
          <a:solidFill>
            <a:srgbClr val="FFFFFF"/>
          </a:solidFill>
          <a:ln>
            <a:noFill/>
            <a:extLst/>
          </a:ln>
        </p:spPr>
        <p:txBody>
          <a:bodyPr vert="horz" wrap="square" lIns="91440" tIns="45720" rIns="91440" bIns="45720" anchor="t" anchorCtr="false"/>
          <a:lstStyle>
            <a:lvl1pPr marL="342900" indent="-342900" algn="l" rtl="false" eaLnBrk="false" fontAlgn="base" hangingPunct="false">
              <a:spcBef>
                <a:spcPct val="20000"/>
              </a:spcBef>
              <a:spcAft>
                <a:spcPct val="1"/>
              </a:spcAft>
              <a:buChar char="•"/>
              <a:defRPr sz="2800">
                <a:solidFill>
                  <a:srgbClr val="000000"/>
                </a:solidFill>
                <a:latin typeface="Comic Sans MS"/>
                <a:ea typeface="Comic Sans MS"/>
                <a:cs typeface="+mn-cs"/>
              </a:defRPr>
            </a:lvl1pPr>
            <a:lvl2pPr marL="742950" indent="-285750" algn="l" rtl="false" eaLnBrk="false" fontAlgn="base" hangingPunct="false">
              <a:spcBef>
                <a:spcPct val="20000"/>
              </a:spcBef>
              <a:spcAft>
                <a:spcPct val="1"/>
              </a:spcAft>
              <a:buChar char="–"/>
              <a:defRPr sz="2400">
                <a:solidFill>
                  <a:srgbClr val="000000"/>
                </a:solidFill>
                <a:latin typeface="Comic Sans MS"/>
              </a:defRPr>
            </a:lvl2pPr>
            <a:lvl3pPr marL="1143000" indent="-228600" algn="l" rtl="false" eaLnBrk="false" fontAlgn="base" hangingPunct="false">
              <a:spcBef>
                <a:spcPct val="20000"/>
              </a:spcBef>
              <a:spcAft>
                <a:spcPct val="1"/>
              </a:spcAft>
              <a:buChar char="•"/>
              <a:defRPr sz="2000">
                <a:solidFill>
                  <a:srgbClr val="000000"/>
                </a:solidFill>
                <a:latin typeface="Comic Sans MS"/>
              </a:defRPr>
            </a:lvl3pPr>
            <a:lvl4pPr marL="1600200" indent="-228600" algn="l" rtl="false" eaLnBrk="false" fontAlgn="base" hangingPunct="false">
              <a:spcBef>
                <a:spcPct val="20000"/>
              </a:spcBef>
              <a:spcAft>
                <a:spcPct val="1"/>
              </a:spcAft>
              <a:buChar char="–"/>
              <a:defRPr sz="2000">
                <a:solidFill>
                  <a:srgbClr val="000000"/>
                </a:solidFill>
                <a:latin typeface="Comic Sans MS"/>
              </a:defRPr>
            </a:lvl4pPr>
            <a:lvl5pPr marL="2057400" indent="-228600" algn="l" rtl="false" eaLnBrk="false" fontAlgn="base" hangingPunct="false">
              <a:spcBef>
                <a:spcPct val="20000"/>
              </a:spcBef>
              <a:spcAft>
                <a:spcPct val="1"/>
              </a:spcAft>
              <a:buChar char="»"/>
              <a:defRPr sz="2000">
                <a:solidFill>
                  <a:srgbClr val="000000"/>
                </a:solidFill>
                <a:latin typeface="Comic Sans MS"/>
              </a:defRPr>
            </a:lvl5pPr>
            <a:lvl6pPr marL="2514600" indent="-228600" algn="l" rtl="false" eaLnBrk="false" fontAlgn="base" hangingPunct="false">
              <a:spcBef>
                <a:spcPct val="20000"/>
              </a:spcBef>
              <a:spcAft>
                <a:spcPct val="1"/>
              </a:spcAft>
              <a:buChar char="»"/>
              <a:defRPr sz="2000">
                <a:solidFill>
                  <a:srgbClr val="000000"/>
                </a:solidFill>
                <a:latin typeface="Comic Sans MS"/>
              </a:defRPr>
            </a:lvl6pPr>
            <a:lvl7pPr marL="2971800" indent="-228600" algn="l" rtl="false" eaLnBrk="false" fontAlgn="base" hangingPunct="false">
              <a:spcBef>
                <a:spcPct val="20000"/>
              </a:spcBef>
              <a:spcAft>
                <a:spcPct val="1"/>
              </a:spcAft>
              <a:buChar char="»"/>
              <a:defRPr sz="2000">
                <a:solidFill>
                  <a:srgbClr val="000000"/>
                </a:solidFill>
                <a:latin typeface="Comic Sans MS"/>
              </a:defRPr>
            </a:lvl7pPr>
            <a:lvl8pPr marL="3429000" indent="-228600" algn="l" rtl="false" eaLnBrk="false" fontAlgn="base" hangingPunct="false">
              <a:spcBef>
                <a:spcPct val="20000"/>
              </a:spcBef>
              <a:spcAft>
                <a:spcPct val="1"/>
              </a:spcAft>
              <a:buChar char="»"/>
              <a:defRPr sz="2000">
                <a:solidFill>
                  <a:srgbClr val="000000"/>
                </a:solidFill>
                <a:latin typeface="Comic Sans MS"/>
              </a:defRPr>
            </a:lvl8pPr>
            <a:lvl9pPr marL="3886200" indent="-228600" algn="l" rtl="false" eaLnBrk="false" fontAlgn="base" hangingPunct="false">
              <a:spcBef>
                <a:spcPct val="20000"/>
              </a:spcBef>
              <a:spcAft>
                <a:spcPct val="1"/>
              </a:spcAft>
              <a:buChar char="»"/>
              <a:defRPr sz="2000">
                <a:solidFill>
                  <a:srgbClr val="000000"/>
                </a:solidFill>
                <a:latin typeface="Comic Sans MS"/>
              </a:defRPr>
            </a:lvl9pPr>
          </a:lstStyle>
          <a:p>
            <a:pPr marL="342900" indent="-342900" algn="l">
              <a:spcBef>
                <a:spcPct val="1"/>
              </a:spcBef>
              <a:spcAft>
                <a:spcPct val="1"/>
              </a:spcAft>
              <a:buFontTx/>
              <a:buNone/>
              <a:defRPr sz="2800" b="true">
                <a:solidFill>
                  <a:srgbClr val="000000">
                    <a:alpha val="100000"/>
                  </a:srgbClr>
                </a:solidFill>
                <a:latin typeface="Comic Sans MS"/>
                <a:ea typeface="Comic Sans MS"/>
                <a:cs typeface="+mn-cs"/>
              </a:defRPr>
            </a:pPr>
            <a:r>
              <a:rPr lang="zh-CN" sz="1800" b="true">
                <a:solidFill>
                  <a:srgbClr val="000000">
                    <a:alpha val="100000"/>
                  </a:srgbClr>
                </a:solidFill>
                <a:latin typeface="Courier New"/>
                <a:ea typeface="宋体"/>
                <a:cs typeface="Courier New"/>
              </a:rPr>
              <a:t>1  #</a:t>
            </a:r>
            <a:r>
              <a:rPr lang="en-US" sz="1800" b="true">
                <a:solidFill>
                  <a:srgbClr val="000000">
                    <a:alpha val="100000"/>
                  </a:srgbClr>
                </a:solidFill>
                <a:latin typeface="Courier New"/>
                <a:ea typeface="宋体"/>
                <a:cs typeface="Courier New"/>
              </a:rPr>
              <a:t>include "</a:t>
            </a:r>
            <a:r>
              <a:rPr lang="en-US" sz="1800" b="true">
                <a:solidFill>
                  <a:srgbClr val="000000">
                    <a:alpha val="100000"/>
                  </a:srgbClr>
                </a:solidFill>
                <a:latin typeface="Courier New"/>
                <a:ea typeface="宋体"/>
                <a:cs typeface="Courier New"/>
              </a:rPr>
              <a:t>csapp.h</a:t>
            </a:r>
            <a:r>
              <a:rPr lang="en-US" sz="1800" b="true">
                <a:solidFill>
                  <a:srgbClr val="000000">
                    <a:alpha val="100000"/>
                  </a:srgbClr>
                </a:solidFill>
                <a:latin typeface="Courier New"/>
                <a:ea typeface="宋体"/>
                <a:cs typeface="Courier New"/>
              </a:rPr>
              <a:t>"</a:t>
            </a:r>
            <a:endParaRPr sz="2800">
              <a:solidFill>
                <a:srgbClr val="000000">
                  <a:alpha val="100000"/>
                </a:srgbClr>
              </a:solidFill>
              <a:latin typeface="Comic Sans MS"/>
              <a:ea typeface="Comic Sans MS"/>
              <a:cs typeface="+mn-cs"/>
            </a:endParaRPr>
          </a:p>
          <a:p>
            <a:pPr marL="342900" indent="-342900" algn="l">
              <a:spcBef>
                <a:spcPct val="1"/>
              </a:spcBef>
              <a:spcAft>
                <a:spcPct val="1"/>
              </a:spcAft>
              <a:buFontTx/>
              <a:buNone/>
              <a:defRPr sz="2800" b="true">
                <a:solidFill>
                  <a:srgbClr val="000000">
                    <a:alpha val="100000"/>
                  </a:srgbClr>
                </a:solidFill>
                <a:latin typeface="Comic Sans MS"/>
                <a:ea typeface="Comic Sans MS"/>
                <a:cs typeface="+mn-cs"/>
              </a:defRPr>
            </a:pPr>
            <a:r>
              <a:rPr lang="en-US" sz="1800" b="true">
                <a:solidFill>
                  <a:srgbClr val="000000">
                    <a:alpha val="100000"/>
                  </a:srgbClr>
                </a:solidFill>
                <a:latin typeface="Courier New"/>
                <a:ea typeface="宋体"/>
                <a:cs typeface="Courier New"/>
              </a:rPr>
              <a:t>2</a:t>
            </a:r>
            <a:endParaRPr sz="2800">
              <a:solidFill>
                <a:srgbClr val="000000">
                  <a:alpha val="100000"/>
                </a:srgbClr>
              </a:solidFill>
              <a:latin typeface="Comic Sans MS"/>
              <a:ea typeface="Comic Sans MS"/>
              <a:cs typeface="+mn-cs"/>
            </a:endParaRPr>
          </a:p>
          <a:p>
            <a:pPr marL="342900" indent="-342900" algn="l">
              <a:spcBef>
                <a:spcPct val="1"/>
              </a:spcBef>
              <a:spcAft>
                <a:spcPct val="1"/>
              </a:spcAft>
              <a:buFontTx/>
              <a:buNone/>
              <a:defRPr sz="2800" b="true">
                <a:solidFill>
                  <a:srgbClr val="000000">
                    <a:alpha val="100000"/>
                  </a:srgbClr>
                </a:solidFill>
                <a:latin typeface="Comic Sans MS"/>
                <a:ea typeface="Comic Sans MS"/>
                <a:cs typeface="+mn-cs"/>
              </a:defRPr>
            </a:pPr>
            <a:r>
              <a:rPr lang="en-US" sz="1800" b="true">
                <a:solidFill>
                  <a:srgbClr val="000000">
                    <a:alpha val="100000"/>
                  </a:srgbClr>
                </a:solidFill>
                <a:latin typeface="Courier New"/>
                <a:ea typeface="宋体"/>
                <a:cs typeface="Courier New"/>
              </a:rPr>
              <a:t>3  void handler2(</a:t>
            </a:r>
            <a:r>
              <a:rPr lang="en-US" sz="1800" b="true">
                <a:solidFill>
                  <a:srgbClr val="000000">
                    <a:alpha val="100000"/>
                  </a:srgbClr>
                </a:solidFill>
                <a:latin typeface="Courier New"/>
                <a:ea typeface="宋体"/>
                <a:cs typeface="Courier New"/>
              </a:rPr>
              <a:t>int</a:t>
            </a:r>
            <a:r>
              <a:rPr lang="en-US" sz="1800" b="true">
                <a:solidFill>
                  <a:srgbClr val="000000">
                    <a:alpha val="100000"/>
                  </a:srgbClr>
                </a:solidFill>
                <a:latin typeface="Courier New"/>
                <a:ea typeface="宋体"/>
                <a:cs typeface="Courier New"/>
              </a:rPr>
              <a:t> sig)</a:t>
            </a:r>
            <a:endParaRPr sz="2800">
              <a:solidFill>
                <a:srgbClr val="000000">
                  <a:alpha val="100000"/>
                </a:srgbClr>
              </a:solidFill>
              <a:latin typeface="Comic Sans MS"/>
              <a:ea typeface="Comic Sans MS"/>
              <a:cs typeface="+mn-cs"/>
            </a:endParaRPr>
          </a:p>
          <a:p>
            <a:pPr marL="342900" indent="-342900" algn="l">
              <a:spcBef>
                <a:spcPct val="1"/>
              </a:spcBef>
              <a:spcAft>
                <a:spcPct val="1"/>
              </a:spcAft>
              <a:buFontTx/>
              <a:buNone/>
              <a:defRPr sz="2800" b="true">
                <a:solidFill>
                  <a:srgbClr val="000000">
                    <a:alpha val="100000"/>
                  </a:srgbClr>
                </a:solidFill>
                <a:latin typeface="Comic Sans MS"/>
                <a:ea typeface="Comic Sans MS"/>
                <a:cs typeface="+mn-cs"/>
              </a:defRPr>
            </a:pPr>
            <a:r>
              <a:rPr lang="en-US" sz="1800" b="true">
                <a:solidFill>
                  <a:srgbClr val="000000">
                    <a:alpha val="100000"/>
                  </a:srgbClr>
                </a:solidFill>
                <a:latin typeface="Courier New"/>
                <a:ea typeface="宋体"/>
                <a:cs typeface="Courier New"/>
              </a:rPr>
              <a:t>4  {</a:t>
            </a:r>
            <a:endParaRPr sz="2800">
              <a:solidFill>
                <a:srgbClr val="000000">
                  <a:alpha val="100000"/>
                </a:srgbClr>
              </a:solidFill>
              <a:latin typeface="Comic Sans MS"/>
              <a:ea typeface="Comic Sans MS"/>
              <a:cs typeface="+mn-cs"/>
            </a:endParaRPr>
          </a:p>
          <a:p>
            <a:pPr marL="342900" indent="-342900" algn="l">
              <a:spcBef>
                <a:spcPct val="1"/>
              </a:spcBef>
              <a:spcAft>
                <a:spcPct val="1"/>
              </a:spcAft>
              <a:buFontTx/>
              <a:buNone/>
              <a:defRPr sz="2800" b="true">
                <a:solidFill>
                  <a:srgbClr val="000000">
                    <a:alpha val="100000"/>
                  </a:srgbClr>
                </a:solidFill>
                <a:latin typeface="Comic Sans MS"/>
                <a:ea typeface="Comic Sans MS"/>
                <a:cs typeface="+mn-cs"/>
              </a:defRPr>
            </a:pPr>
            <a:r>
              <a:rPr lang="en-US" sz="1800" b="true">
                <a:solidFill>
                  <a:srgbClr val="000000">
                    <a:alpha val="100000"/>
                  </a:srgbClr>
                </a:solidFill>
                <a:latin typeface="Courier New"/>
                <a:ea typeface="宋体"/>
                <a:cs typeface="Courier New"/>
              </a:rPr>
              <a:t>5    </a:t>
            </a:r>
            <a:r>
              <a:rPr lang="en-US" sz="1800" b="true">
                <a:solidFill>
                  <a:srgbClr val="FF0000">
                    <a:alpha val="100000"/>
                  </a:srgbClr>
                </a:solidFill>
                <a:latin typeface="Courier New"/>
                <a:ea typeface="宋体"/>
                <a:cs typeface="Courier New"/>
              </a:rPr>
              <a:t>int olderrno = errno;</a:t>
            </a:r>
            <a:endParaRPr/>
          </a:p>
          <a:p>
            <a:pPr marL="342900" indent="-342900" algn="l">
              <a:spcBef>
                <a:spcPct val="1"/>
              </a:spcBef>
              <a:spcAft>
                <a:spcPct val="1"/>
              </a:spcAft>
              <a:buFontTx/>
              <a:buNone/>
              <a:defRPr sz="2800" b="true">
                <a:solidFill>
                  <a:srgbClr val="000000">
                    <a:alpha val="100000"/>
                  </a:srgbClr>
                </a:solidFill>
                <a:latin typeface="Comic Sans MS"/>
                <a:ea typeface="Comic Sans MS"/>
                <a:cs typeface="+mn-cs"/>
              </a:defRPr>
            </a:pPr>
            <a:r>
              <a:rPr lang="en-US" sz="1800" b="true">
                <a:solidFill>
                  <a:srgbClr val="000000">
                    <a:alpha val="100000"/>
                  </a:srgbClr>
                </a:solidFill>
                <a:latin typeface="Courier New"/>
                <a:ea typeface="宋体"/>
                <a:cs typeface="Courier New"/>
              </a:rPr>
              <a:t>6</a:t>
            </a:r>
            <a:endParaRPr sz="2800">
              <a:solidFill>
                <a:srgbClr val="000000">
                  <a:alpha val="100000"/>
                </a:srgbClr>
              </a:solidFill>
              <a:latin typeface="Comic Sans MS"/>
              <a:ea typeface="Comic Sans MS"/>
              <a:cs typeface="+mn-cs"/>
            </a:endParaRPr>
          </a:p>
          <a:p>
            <a:pPr marL="342900" indent="-342900" algn="l">
              <a:spcBef>
                <a:spcPct val="1"/>
              </a:spcBef>
              <a:spcAft>
                <a:spcPct val="1"/>
              </a:spcAft>
              <a:buFontTx/>
              <a:buNone/>
              <a:defRPr sz="2800" b="true">
                <a:solidFill>
                  <a:srgbClr val="000000">
                    <a:alpha val="100000"/>
                  </a:srgbClr>
                </a:solidFill>
                <a:latin typeface="Comic Sans MS"/>
                <a:ea typeface="Comic Sans MS"/>
                <a:cs typeface="+mn-cs"/>
              </a:defRPr>
            </a:pPr>
            <a:r>
              <a:rPr lang="en-US" sz="1800" b="true">
                <a:solidFill>
                  <a:srgbClr val="000000">
                    <a:alpha val="100000"/>
                  </a:srgbClr>
                </a:solidFill>
                <a:latin typeface="Courier New"/>
                <a:ea typeface="宋体"/>
                <a:cs typeface="Courier New"/>
              </a:rPr>
              <a:t>7    </a:t>
            </a:r>
            <a:r>
              <a:rPr lang="en-US" sz="1800" b="true">
                <a:solidFill>
                  <a:schemeClr val="tx1">
                    <a:alpha val="100000"/>
                  </a:schemeClr>
                </a:solidFill>
                <a:latin typeface="Courier New"/>
                <a:ea typeface="宋体"/>
                <a:cs typeface="Courier New"/>
              </a:rPr>
              <a:t>while (waitpid(-1, NULL, 0) &gt; 0)</a:t>
            </a:r>
            <a:endParaRPr/>
          </a:p>
          <a:p>
            <a:pPr marL="342900" indent="-342900" algn="l">
              <a:spcBef>
                <a:spcPct val="1"/>
              </a:spcBef>
              <a:spcAft>
                <a:spcPct val="1"/>
              </a:spcAft>
              <a:buFontTx/>
              <a:buNone/>
              <a:defRPr sz="2800" b="true">
                <a:solidFill>
                  <a:srgbClr val="000000">
                    <a:alpha val="100000"/>
                  </a:srgbClr>
                </a:solidFill>
                <a:latin typeface="Comic Sans MS"/>
                <a:ea typeface="Comic Sans MS"/>
                <a:cs typeface="+mn-cs"/>
              </a:defRPr>
            </a:pPr>
            <a:r>
              <a:rPr lang="en-US" sz="1800" b="true">
                <a:solidFill>
                  <a:srgbClr val="000000">
                    <a:alpha val="100000"/>
                  </a:srgbClr>
                </a:solidFill>
                <a:latin typeface="Courier New"/>
                <a:ea typeface="宋体"/>
                <a:cs typeface="Courier New"/>
              </a:rPr>
              <a:t>8      </a:t>
            </a:r>
            <a:r>
              <a:rPr lang="en-US" sz="1800" b="true">
                <a:solidFill>
                  <a:srgbClr val="FF0000">
                    <a:alpha val="100000"/>
                  </a:srgbClr>
                </a:solidFill>
                <a:latin typeface="Courier New"/>
                <a:ea typeface="宋体"/>
                <a:cs typeface="Courier New"/>
              </a:rPr>
              <a:t>sio_puts</a:t>
            </a:r>
            <a:r>
              <a:rPr lang="en-US" sz="1800" b="true">
                <a:solidFill>
                  <a:srgbClr val="000000">
                    <a:alpha val="100000"/>
                  </a:srgbClr>
                </a:solidFill>
                <a:latin typeface="Courier New"/>
                <a:ea typeface="宋体"/>
                <a:cs typeface="Courier New"/>
              </a:rPr>
              <a:t>("Handler reaped child\n"</a:t>
            </a:r>
            <a:r>
              <a:rPr lang="en-US" sz="1800" b="true">
                <a:solidFill>
                  <a:srgbClr val="000000">
                    <a:alpha val="100000"/>
                  </a:srgbClr>
                </a:solidFill>
                <a:latin typeface="Courier New"/>
                <a:ea typeface="宋体"/>
                <a:cs typeface="Courier New"/>
              </a:rPr>
              <a:t>);</a:t>
            </a:r>
            <a:endParaRPr/>
          </a:p>
          <a:p>
            <a:pPr marL="342900" indent="-342900" algn="l">
              <a:spcBef>
                <a:spcPct val="1"/>
              </a:spcBef>
              <a:spcAft>
                <a:spcPct val="1"/>
              </a:spcAft>
              <a:buFontTx/>
              <a:buNone/>
              <a:defRPr sz="2800" b="true">
                <a:solidFill>
                  <a:srgbClr val="000000">
                    <a:alpha val="100000"/>
                  </a:srgbClr>
                </a:solidFill>
                <a:latin typeface="Comic Sans MS"/>
                <a:ea typeface="Comic Sans MS"/>
                <a:cs typeface="+mn-cs"/>
              </a:defRPr>
            </a:pPr>
            <a:r>
              <a:rPr lang="en-US" sz="1800" b="true">
                <a:solidFill>
                  <a:srgbClr val="000000">
                    <a:alpha val="100000"/>
                  </a:srgbClr>
                </a:solidFill>
                <a:latin typeface="Courier New"/>
                <a:ea typeface="宋体"/>
                <a:cs typeface="Courier New"/>
              </a:rPr>
              <a:t>9    if (</a:t>
            </a:r>
            <a:r>
              <a:rPr lang="en-US" sz="1800" b="true">
                <a:solidFill>
                  <a:srgbClr val="000000">
                    <a:alpha val="100000"/>
                  </a:srgbClr>
                </a:solidFill>
                <a:latin typeface="Courier New"/>
                <a:ea typeface="宋体"/>
                <a:cs typeface="Courier New"/>
              </a:rPr>
              <a:t>errno</a:t>
            </a:r>
            <a:r>
              <a:rPr lang="en-US" sz="1800" b="true">
                <a:solidFill>
                  <a:srgbClr val="000000">
                    <a:alpha val="100000"/>
                  </a:srgbClr>
                </a:solidFill>
                <a:latin typeface="Courier New"/>
                <a:ea typeface="宋体"/>
                <a:cs typeface="Courier New"/>
              </a:rPr>
              <a:t> != ECHILD)</a:t>
            </a:r>
            <a:endParaRPr sz="2800">
              <a:solidFill>
                <a:srgbClr val="000000">
                  <a:alpha val="100000"/>
                </a:srgbClr>
              </a:solidFill>
              <a:latin typeface="Comic Sans MS"/>
              <a:ea typeface="Comic Sans MS"/>
              <a:cs typeface="+mn-cs"/>
            </a:endParaRPr>
          </a:p>
          <a:p>
            <a:pPr marL="342900" indent="-342900" algn="l">
              <a:spcBef>
                <a:spcPct val="1"/>
              </a:spcBef>
              <a:spcAft>
                <a:spcPct val="1"/>
              </a:spcAft>
              <a:buFontTx/>
              <a:buNone/>
              <a:defRPr sz="2800" b="true">
                <a:solidFill>
                  <a:srgbClr val="000000">
                    <a:alpha val="100000"/>
                  </a:srgbClr>
                </a:solidFill>
                <a:latin typeface="Comic Sans MS"/>
                <a:ea typeface="Comic Sans MS"/>
                <a:cs typeface="+mn-cs"/>
              </a:defRPr>
            </a:pPr>
            <a:r>
              <a:rPr lang="en-US" sz="1800" b="true">
                <a:solidFill>
                  <a:srgbClr val="000000">
                    <a:alpha val="100000"/>
                  </a:srgbClr>
                </a:solidFill>
                <a:latin typeface="Courier New"/>
                <a:ea typeface="宋体"/>
                <a:cs typeface="Courier New"/>
              </a:rPr>
              <a:t>10     </a:t>
            </a:r>
            <a:r>
              <a:rPr lang="en-US" sz="1800" b="true">
                <a:solidFill>
                  <a:srgbClr val="FF0000">
                    <a:alpha val="100000"/>
                  </a:srgbClr>
                </a:solidFill>
                <a:latin typeface="Courier New"/>
                <a:ea typeface="宋体"/>
                <a:cs typeface="Courier New"/>
              </a:rPr>
              <a:t>sio_error</a:t>
            </a:r>
            <a:r>
              <a:rPr lang="en-US" sz="1800" b="true">
                <a:solidFill>
                  <a:srgbClr val="000000">
                    <a:alpha val="100000"/>
                  </a:srgbClr>
                </a:solidFill>
                <a:latin typeface="Courier New"/>
                <a:ea typeface="宋体"/>
                <a:cs typeface="Courier New"/>
              </a:rPr>
              <a:t>("</a:t>
            </a:r>
            <a:r>
              <a:rPr lang="en-US" sz="1800" b="true">
                <a:solidFill>
                  <a:srgbClr val="000000">
                    <a:alpha val="100000"/>
                  </a:srgbClr>
                </a:solidFill>
                <a:latin typeface="Courier New"/>
                <a:ea typeface="宋体"/>
                <a:cs typeface="Courier New"/>
              </a:rPr>
              <a:t>waitpid</a:t>
            </a:r>
            <a:r>
              <a:rPr lang="en-US" sz="1800" b="true">
                <a:solidFill>
                  <a:srgbClr val="000000">
                    <a:alpha val="100000"/>
                  </a:srgbClr>
                </a:solidFill>
                <a:latin typeface="Courier New"/>
                <a:ea typeface="宋体"/>
                <a:cs typeface="Courier New"/>
              </a:rPr>
              <a:t> error");</a:t>
            </a:r>
            <a:endParaRPr sz="2800">
              <a:solidFill>
                <a:srgbClr val="000000">
                  <a:alpha val="100000"/>
                </a:srgbClr>
              </a:solidFill>
              <a:latin typeface="Comic Sans MS"/>
              <a:ea typeface="Comic Sans MS"/>
              <a:cs typeface="+mn-cs"/>
            </a:endParaRPr>
          </a:p>
          <a:p>
            <a:pPr marL="342900" indent="-342900" algn="l">
              <a:spcBef>
                <a:spcPct val="1"/>
              </a:spcBef>
              <a:spcAft>
                <a:spcPct val="1"/>
              </a:spcAft>
              <a:buFontTx/>
              <a:buNone/>
              <a:defRPr sz="2800" b="true">
                <a:solidFill>
                  <a:srgbClr val="000000">
                    <a:alpha val="100000"/>
                  </a:srgbClr>
                </a:solidFill>
                <a:latin typeface="Comic Sans MS"/>
                <a:ea typeface="Comic Sans MS"/>
                <a:cs typeface="+mn-cs"/>
              </a:defRPr>
            </a:pPr>
            <a:r>
              <a:rPr lang="en-US" sz="1800" b="true">
                <a:solidFill>
                  <a:srgbClr val="000000">
                    <a:alpha val="100000"/>
                  </a:srgbClr>
                </a:solidFill>
                <a:latin typeface="Courier New"/>
                <a:ea typeface="宋体"/>
                <a:cs typeface="Courier New"/>
              </a:rPr>
              <a:t>11   </a:t>
            </a:r>
            <a:r>
              <a:rPr lang="en-US" sz="1800" b="true">
                <a:solidFill>
                  <a:schemeClr val="tx1">
                    <a:alpha val="100000"/>
                  </a:schemeClr>
                </a:solidFill>
                <a:latin typeface="Courier New"/>
                <a:ea typeface="宋体"/>
                <a:cs typeface="Courier New"/>
              </a:rPr>
              <a:t>sleep(2);</a:t>
            </a:r>
            <a:endParaRPr/>
          </a:p>
          <a:p>
            <a:pPr marL="342900" indent="-342900" algn="l">
              <a:spcBef>
                <a:spcPct val="1"/>
              </a:spcBef>
              <a:spcAft>
                <a:spcPct val="1"/>
              </a:spcAft>
              <a:buFontTx/>
              <a:buNone/>
              <a:defRPr sz="2800" b="true">
                <a:solidFill>
                  <a:srgbClr val="000000">
                    <a:alpha val="100000"/>
                  </a:srgbClr>
                </a:solidFill>
                <a:latin typeface="Comic Sans MS"/>
                <a:ea typeface="Comic Sans MS"/>
                <a:cs typeface="+mn-cs"/>
              </a:defRPr>
            </a:pPr>
            <a:r>
              <a:rPr lang="en-US" sz="1800" b="true">
                <a:solidFill>
                  <a:srgbClr val="000000">
                    <a:alpha val="100000"/>
                  </a:srgbClr>
                </a:solidFill>
                <a:latin typeface="Courier New"/>
                <a:ea typeface="宋体"/>
                <a:cs typeface="Courier New"/>
              </a:rPr>
              <a:t>12   </a:t>
            </a:r>
            <a:r>
              <a:rPr lang="en-US" sz="1800" b="true">
                <a:solidFill>
                  <a:srgbClr val="FF0000">
                    <a:alpha val="100000"/>
                  </a:srgbClr>
                </a:solidFill>
                <a:latin typeface="Courier New"/>
                <a:ea typeface="宋体"/>
                <a:cs typeface="Courier New"/>
              </a:rPr>
              <a:t>errno = olderrno;</a:t>
            </a:r>
            <a:endParaRPr/>
          </a:p>
          <a:p>
            <a:pPr marL="342900" indent="-342900" algn="l">
              <a:spcBef>
                <a:spcPct val="1"/>
              </a:spcBef>
              <a:spcAft>
                <a:spcPct val="1"/>
              </a:spcAft>
              <a:buFontTx/>
              <a:buNone/>
              <a:defRPr sz="2800" b="true">
                <a:solidFill>
                  <a:srgbClr val="000000">
                    <a:alpha val="100000"/>
                  </a:srgbClr>
                </a:solidFill>
                <a:latin typeface="Comic Sans MS"/>
                <a:ea typeface="Comic Sans MS"/>
                <a:cs typeface="+mn-cs"/>
              </a:defRPr>
            </a:pPr>
            <a:r>
              <a:rPr lang="en-US" sz="1800" b="true">
                <a:solidFill>
                  <a:srgbClr val="000000">
                    <a:alpha val="100000"/>
                  </a:srgbClr>
                </a:solidFill>
                <a:latin typeface="Courier New"/>
                <a:ea typeface="宋体"/>
                <a:cs typeface="Courier New"/>
              </a:rPr>
              <a:t>13 }</a:t>
            </a:r>
            <a:endParaRPr lang="zh-CN" sz="1800" b="true">
              <a:solidFill>
                <a:srgbClr val="000000">
                  <a:alpha val="100000"/>
                </a:srgbClr>
              </a:solidFill>
              <a:latin typeface="Courier New"/>
              <a:ea typeface="宋体"/>
              <a:cs typeface="Courier New"/>
            </a:endParaRPr>
          </a:p>
        </p:txBody>
      </p:sp>
    </p:spTree>
  </p:cSld>
  <p:clrMapOvr>
    <a:masterClrMapping/>
  </p:clrMapOvr>
</p:sld>
</file>

<file path=ppt/slides/slide62.xml><?xml version="1.0" encoding="utf-8"?>
<p:sld xmlns:a="http://schemas.openxmlformats.org/drawingml/2006/main" xmlns:p="http://schemas.openxmlformats.org/presentationml/2006/main">
  <p:cSld>
    <p:spTree>
      <p:nvGrpSpPr>
        <p:cNvPr id="326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" name="灯片编号占位符 5"/>
          <p:cNvSpPr>
            <a:spLocks noGrp="true"/>
          </p:cNvSpPr>
          <p:nvPr>
            <p:ph type="sldNum" sz="quarter" idx="12"/>
          </p:nvPr>
        </p:nvSpPr>
        <p:spPr>
          <a:noFill/>
          <a:extLst>
            <a:ext uri="{909E8E84-426E-40DD-AFC4-6F175D3DCCD1}"/>
            <a:ext uri="{91240B29-F687-4F45-9708-019B960494DF}"/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Comic Sans MS" panose="030F070203030202020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Comic Sans MS" panose="030F070203030202020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anose="030F070203030202020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Comic Sans MS" panose="030F070203030202020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Comic Sans MS" panose="030F0702030302020204" charset="0"/>
              </a:defRPr>
            </a:lvl5pPr>
            <a:lvl6pPr marL="2514600" indent="-228600" eaLnBrk="false" fontAlgn="base" hangingPunct="false">
              <a:spcBef>
                <a:spcPct val="20000"/>
              </a:spcBef>
              <a:spcAft>
                <a:spcPct val="1"/>
              </a:spcAft>
              <a:buChar char="»"/>
              <a:defRPr sz="2000">
                <a:solidFill>
                  <a:schemeClr val="tx1"/>
                </a:solidFill>
                <a:latin typeface="Comic Sans MS" panose="030F0702030302020204" charset="0"/>
              </a:defRPr>
            </a:lvl6pPr>
            <a:lvl7pPr marL="2971800" indent="-228600" eaLnBrk="false" fontAlgn="base" hangingPunct="false">
              <a:spcBef>
                <a:spcPct val="20000"/>
              </a:spcBef>
              <a:spcAft>
                <a:spcPct val="1"/>
              </a:spcAft>
              <a:buChar char="»"/>
              <a:defRPr sz="2000">
                <a:solidFill>
                  <a:schemeClr val="tx1"/>
                </a:solidFill>
                <a:latin typeface="Comic Sans MS" panose="030F0702030302020204" charset="0"/>
              </a:defRPr>
            </a:lvl7pPr>
            <a:lvl8pPr marL="3429000" indent="-228600" eaLnBrk="false" fontAlgn="base" hangingPunct="false">
              <a:spcBef>
                <a:spcPct val="20000"/>
              </a:spcBef>
              <a:spcAft>
                <a:spcPct val="1"/>
              </a:spcAft>
              <a:buChar char="»"/>
              <a:defRPr sz="2000">
                <a:solidFill>
                  <a:schemeClr val="tx1"/>
                </a:solidFill>
                <a:latin typeface="Comic Sans MS" panose="030F0702030302020204" charset="0"/>
              </a:defRPr>
            </a:lvl8pPr>
            <a:lvl9pPr marL="3886200" indent="-228600" eaLnBrk="false" fontAlgn="base" hangingPunct="false">
              <a:spcBef>
                <a:spcPct val="20000"/>
              </a:spcBef>
              <a:spcAft>
                <a:spcPct val="1"/>
              </a:spcAft>
              <a:buChar char="»"/>
              <a:defRPr sz="2000">
                <a:solidFill>
                  <a:schemeClr val="tx1"/>
                </a:solidFill>
                <a:latin typeface="Comic Sans MS" panose="030F0702030302020204" charset="0"/>
              </a:defRPr>
            </a:lvl9pPr>
          </a:lstStyle>
          <a:p>
            <a:pPr>
              <a:spcBef>
                <a:spcPct val="1"/>
              </a:spcBef>
              <a:buFontTx/>
              <a:buNone/>
            </a:pPr>
            <a:fld id="{E90EB7F5-53B7-0C4E-8272-16AF4761ECC5}" type="slidenum">
              <a:rPr lang="zh-CN" altLang="en-US" sz="1400">
                <a:latin typeface="Times New Roman" panose="02020603050405020304" pitchFamily="18" charset="0"/>
                <a:ea typeface="宋体" pitchFamily="2" charset="-122"/>
              </a:rPr>
              <a:t>52</a:t>
            </a:fld>
            <a:endParaRPr lang="en-US" altLang="zh-CN" sz="1400">
              <a:latin typeface="Times New Roman" panose="02020603050405020304" pitchFamily="18" charset="0"/>
              <a:ea typeface="宋体" pitchFamily="2" charset="-122"/>
            </a:endParaRPr>
          </a:p>
        </p:txBody>
      </p:sp>
      <p:sp>
        <p:nvSpPr>
          <p:cNvPr id="328" name="Rectangle 2"/>
          <p:cNvSpPr>
            <a:spLocks noGrp="true" noChangeArrowheads="true"/>
          </p:cNvSpPr>
          <p:nvPr>
            <p:ph type="title"/>
          </p:nvPr>
        </p:nvSpPr>
        <p:spPr/>
        <p:txBody>
          <a:bodyPr/>
          <a:lstStyle/>
          <a:p>
            <a:pPr/>
            <a:r>
              <a:rPr lang="en-US" altLang="zh-CN">
                <a:ea typeface="宋体" pitchFamily="2" charset="-122"/>
              </a:rPr>
              <a:t>Signal Handling Issues</a:t>
            </a:r>
            <a:endParaRPr/>
          </a:p>
        </p:txBody>
      </p:sp>
      <p:sp>
        <p:nvSpPr>
          <p:cNvPr id="329" name="Rectangle 3"/>
          <p:cNvSpPr>
            <a:spLocks noGrp="true" noChangeArrowheads="true"/>
          </p:cNvSpPr>
          <p:nvPr>
            <p:ph type="body" idx="1"/>
          </p:nvPr>
        </p:nvSpPr>
        <p:spPr>
          <a:xfrm rot="0" flipH="false" flipV="false">
            <a:off x="457200" y="1600200"/>
            <a:ext cx="8193568" cy="4419600"/>
          </a:xfrm>
        </p:spPr>
        <p:txBody>
          <a:bodyPr/>
          <a:lstStyle/>
          <a:p>
            <a:pPr>
              <a:lnSpc>
                <a:spcPct val="120000"/>
              </a:lnSpc>
              <a:buChar char="•"/>
              <a:defRPr sz="2800">
                <a:solidFill>
                  <a:schemeClr val="tx1">
                    <a:alpha val="100000"/>
                  </a:schemeClr>
                </a:solidFill>
                <a:latin typeface="Comic Sans MS"/>
                <a:ea typeface="Comic Sans MS"/>
                <a:cs typeface="+mn-cs"/>
              </a:defRPr>
            </a:pPr>
            <a:r>
              <a:rPr lang="en-US">
                <a:effectLst>
                  <a:outerShdw blurRad="38100" dist="38100" dir="2700000" sx="100000" sy="100000" algn="tl">
                    <a:srgbClr val="000000">
                      <a:alpha val="43137"/>
                    </a:srgbClr>
                  </a:outerShdw>
                </a:effectLst>
                <a:latin typeface="Comic Sans MS"/>
                <a:ea typeface="宋体"/>
                <a:cs typeface="+mn-cs"/>
              </a:rPr>
              <a:t>System calls can be interrupted</a:t>
            </a:r>
            <a:endParaRPr lang="en-US">
              <a:latin typeface="Comic Sans MS"/>
              <a:ea typeface="宋体"/>
              <a:cs typeface="+mn-cs"/>
            </a:endParaRPr>
          </a:p>
          <a:p>
            <a:pPr lvl="1">
              <a:lnSpc>
                <a:spcPct val="120000"/>
              </a:lnSpc>
              <a:buChar char="–"/>
              <a:defRPr sz="2400">
                <a:solidFill>
                  <a:schemeClr val="tx1">
                    <a:alpha val="100000"/>
                  </a:schemeClr>
                </a:solidFill>
                <a:latin typeface="Comic Sans MS"/>
              </a:defRPr>
            </a:pPr>
            <a:r>
              <a:rPr lang="en-US">
                <a:latin typeface="Comic Sans MS"/>
                <a:ea typeface="宋体"/>
              </a:rPr>
              <a:t>Slow system calls</a:t>
            </a:r>
            <a:endParaRPr/>
          </a:p>
          <a:p>
            <a:pPr lvl="2">
              <a:lnSpc>
                <a:spcPct val="120000"/>
              </a:lnSpc>
              <a:buChar char="•"/>
              <a:defRPr sz="2000">
                <a:solidFill>
                  <a:schemeClr val="tx1">
                    <a:alpha val="100000"/>
                  </a:schemeClr>
                </a:solidFill>
                <a:latin typeface="Comic Sans MS"/>
              </a:defRPr>
            </a:pPr>
            <a:r>
              <a:rPr lang="en-US" b="true">
                <a:latin typeface="Courier New"/>
                <a:ea typeface="宋体"/>
                <a:cs typeface="Courier New"/>
              </a:rPr>
              <a:t>read</a:t>
            </a:r>
            <a:r>
              <a:rPr lang="en-US">
                <a:latin typeface="Comic Sans MS"/>
                <a:ea typeface="宋体"/>
              </a:rPr>
              <a:t>, </a:t>
            </a:r>
            <a:r>
              <a:rPr lang="en-US" b="true">
                <a:latin typeface="Courier New"/>
                <a:ea typeface="宋体"/>
                <a:cs typeface="Courier New"/>
              </a:rPr>
              <a:t>wait</a:t>
            </a:r>
            <a:r>
              <a:rPr lang="en-US">
                <a:latin typeface="Comic Sans MS"/>
                <a:ea typeface="宋体"/>
              </a:rPr>
              <a:t>, and </a:t>
            </a:r>
            <a:r>
              <a:rPr lang="en-US" b="true">
                <a:latin typeface="Courier New"/>
                <a:ea typeface="宋体"/>
                <a:cs typeface="Courier New"/>
              </a:rPr>
              <a:t>accept</a:t>
            </a:r>
            <a:endParaRPr/>
          </a:p>
          <a:p>
            <a:pPr lvl="1">
              <a:lnSpc>
                <a:spcPct val="120000"/>
              </a:lnSpc>
              <a:buChar char="–"/>
              <a:defRPr sz="2400">
                <a:solidFill>
                  <a:schemeClr val="tx1">
                    <a:alpha val="100000"/>
                  </a:schemeClr>
                </a:solidFill>
                <a:latin typeface="Comic Sans MS"/>
              </a:defRPr>
            </a:pPr>
            <a:r>
              <a:rPr lang="en-US">
                <a:latin typeface="Comic Sans MS"/>
                <a:ea typeface="宋体"/>
              </a:rPr>
              <a:t>On some old systems</a:t>
            </a:r>
            <a:endParaRPr/>
          </a:p>
          <a:p>
            <a:pPr lvl="2">
              <a:lnSpc>
                <a:spcPct val="120000"/>
              </a:lnSpc>
              <a:buChar char="•"/>
              <a:defRPr sz="2000">
                <a:solidFill>
                  <a:schemeClr val="tx1">
                    <a:alpha val="100000"/>
                  </a:schemeClr>
                </a:solidFill>
                <a:latin typeface="Comic Sans MS"/>
              </a:defRPr>
            </a:pPr>
            <a:r>
              <a:rPr lang="zh-CN">
                <a:latin typeface="Comic Sans MS"/>
                <a:ea typeface="宋体"/>
              </a:rPr>
              <a:t>当一些</a:t>
            </a:r>
            <a:r>
              <a:rPr lang="en-US">
                <a:latin typeface="Comic Sans MS"/>
                <a:ea typeface="宋体"/>
              </a:rPr>
              <a:t>slow system call</a:t>
            </a:r>
            <a:r>
              <a:rPr lang="zh-CN">
                <a:latin typeface="Comic Sans MS"/>
                <a:ea typeface="宋体"/>
              </a:rPr>
              <a:t>被信号中断后，</a:t>
            </a:r>
            <a:r>
              <a:rPr lang="en-US">
                <a:latin typeface="Comic Sans MS"/>
                <a:ea typeface="宋体"/>
              </a:rPr>
              <a:t>signal handler</a:t>
            </a:r>
            <a:r>
              <a:rPr lang="zh-CN">
                <a:latin typeface="Comic Sans MS"/>
                <a:ea typeface="宋体"/>
              </a:rPr>
              <a:t>捕获了一个信号并进行处理和返回后，</a:t>
            </a:r>
            <a:r>
              <a:rPr lang="en-US">
                <a:latin typeface="Comic Sans MS"/>
                <a:ea typeface="宋体"/>
              </a:rPr>
              <a:t>system call</a:t>
            </a:r>
            <a:r>
              <a:rPr lang="zh-CN">
                <a:latin typeface="Comic Sans MS"/>
                <a:ea typeface="宋体"/>
              </a:rPr>
              <a:t>就不继续执行了</a:t>
            </a:r>
            <a:endParaRPr lang="en-US">
              <a:latin typeface="Comic Sans MS"/>
              <a:ea typeface="宋体"/>
            </a:endParaRPr>
          </a:p>
          <a:p>
            <a:pPr lvl="2">
              <a:lnSpc>
                <a:spcPct val="120000"/>
              </a:lnSpc>
              <a:buChar char="•"/>
              <a:defRPr sz="2000">
                <a:solidFill>
                  <a:schemeClr val="tx1">
                    <a:alpha val="100000"/>
                  </a:schemeClr>
                </a:solidFill>
                <a:latin typeface="Comic Sans MS"/>
              </a:defRPr>
            </a:pPr>
            <a:r>
              <a:rPr lang="zh-CN">
                <a:latin typeface="Comic Sans MS"/>
                <a:ea typeface="宋体"/>
              </a:rPr>
              <a:t>而是立刻返回用户程序，并设置全局变量</a:t>
            </a:r>
            <a:r>
              <a:rPr lang="en-US">
                <a:latin typeface="Comic Sans MS"/>
                <a:ea typeface="宋体"/>
              </a:rPr>
              <a:t>errno</a:t>
            </a:r>
            <a:r>
              <a:rPr lang="zh-CN">
                <a:latin typeface="Comic Sans MS"/>
                <a:ea typeface="宋体"/>
              </a:rPr>
              <a:t>来报错</a:t>
            </a:r>
            <a:endParaRPr lang="en-US">
              <a:latin typeface="Comic Sans MS"/>
              <a:ea typeface="宋体"/>
            </a:endParaRPr>
          </a:p>
          <a:p>
            <a:pPr lvl="2">
              <a:lnSpc>
                <a:spcPct val="120000"/>
              </a:lnSpc>
              <a:buChar char="•"/>
              <a:defRPr sz="2000">
                <a:solidFill>
                  <a:schemeClr val="tx1">
                    <a:alpha val="100000"/>
                  </a:schemeClr>
                </a:solidFill>
                <a:latin typeface="Comic Sans MS"/>
              </a:defRPr>
            </a:pPr>
            <a:r>
              <a:rPr lang="zh-CN">
                <a:latin typeface="Comic Sans MS"/>
                <a:ea typeface="宋体"/>
              </a:rPr>
              <a:t>例如前面提到的</a:t>
            </a:r>
            <a:r>
              <a:rPr lang="en-US">
                <a:latin typeface="Comic Sans MS"/>
                <a:ea typeface="宋体"/>
              </a:rPr>
              <a:t>sleep</a:t>
            </a:r>
            <a:r>
              <a:rPr lang="zh-CN">
                <a:latin typeface="Comic Sans MS"/>
                <a:ea typeface="宋体"/>
              </a:rPr>
              <a:t>，可能提前返回</a:t>
            </a:r>
            <a:endParaRPr lang="en-US">
              <a:latin typeface="Comic Sans MS"/>
              <a:ea typeface="宋体"/>
            </a:endParaRPr>
          </a:p>
        </p:txBody>
      </p:sp>
    </p:spTree>
  </p:cSld>
  <p:clrMapOvr>
    <a:masterClrMapping/>
  </p:clrMapOvr>
</p:sld>
</file>

<file path=ppt/slides/slide63.xml><?xml version="1.0" encoding="utf-8"?>
<p:sld xmlns:p="http://schemas.openxmlformats.org/presentationml/2006/main" xmlns:a16="http://schemas.microsoft.com/office/drawing/2014/main" xmlns:a="http://schemas.openxmlformats.org/drawingml/2006/main" xmlns:mc="http://schemas.openxmlformats.org/markup-compatibility/2006" mc:Ignorable="a16">
  <p:cSld>
    <p:spTree>
      <p:nvGrpSpPr>
        <p:cNvPr id="330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1" name="灯片编号占位符 5"/>
          <p:cNvSpPr>
            <a:spLocks noGrp="true"/>
          </p:cNvSpPr>
          <p:nvPr>
            <p:ph type="sldNum" sz="quarter" idx="12"/>
          </p:nvPr>
        </p:nvSpPr>
        <p:spPr>
          <a:noFill/>
          <a:extLst>
            <a:ext uri="{909E8E84-426E-40DD-AFC4-6F175D3DCCD1}"/>
            <a:ext uri="{91240B29-F687-4F45-9708-019B960494DF}"/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Comic Sans MS" panose="030F070203030202020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Comic Sans MS" panose="030F070203030202020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anose="030F070203030202020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Comic Sans MS" panose="030F070203030202020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Comic Sans MS" panose="030F0702030302020204" charset="0"/>
              </a:defRPr>
            </a:lvl5pPr>
            <a:lvl6pPr marL="2514600" indent="-228600" eaLnBrk="false" fontAlgn="base" hangingPunct="false">
              <a:spcBef>
                <a:spcPct val="20000"/>
              </a:spcBef>
              <a:spcAft>
                <a:spcPct val="1"/>
              </a:spcAft>
              <a:buChar char="»"/>
              <a:defRPr sz="2000">
                <a:solidFill>
                  <a:schemeClr val="tx1"/>
                </a:solidFill>
                <a:latin typeface="Comic Sans MS" panose="030F0702030302020204" charset="0"/>
              </a:defRPr>
            </a:lvl6pPr>
            <a:lvl7pPr marL="2971800" indent="-228600" eaLnBrk="false" fontAlgn="base" hangingPunct="false">
              <a:spcBef>
                <a:spcPct val="20000"/>
              </a:spcBef>
              <a:spcAft>
                <a:spcPct val="1"/>
              </a:spcAft>
              <a:buChar char="»"/>
              <a:defRPr sz="2000">
                <a:solidFill>
                  <a:schemeClr val="tx1"/>
                </a:solidFill>
                <a:latin typeface="Comic Sans MS" panose="030F0702030302020204" charset="0"/>
              </a:defRPr>
            </a:lvl7pPr>
            <a:lvl8pPr marL="3429000" indent="-228600" eaLnBrk="false" fontAlgn="base" hangingPunct="false">
              <a:spcBef>
                <a:spcPct val="20000"/>
              </a:spcBef>
              <a:spcAft>
                <a:spcPct val="1"/>
              </a:spcAft>
              <a:buChar char="»"/>
              <a:defRPr sz="2000">
                <a:solidFill>
                  <a:schemeClr val="tx1"/>
                </a:solidFill>
                <a:latin typeface="Comic Sans MS" panose="030F0702030302020204" charset="0"/>
              </a:defRPr>
            </a:lvl8pPr>
            <a:lvl9pPr marL="3886200" indent="-228600" eaLnBrk="false" fontAlgn="base" hangingPunct="false">
              <a:spcBef>
                <a:spcPct val="20000"/>
              </a:spcBef>
              <a:spcAft>
                <a:spcPct val="1"/>
              </a:spcAft>
              <a:buChar char="»"/>
              <a:defRPr sz="2000">
                <a:solidFill>
                  <a:schemeClr val="tx1"/>
                </a:solidFill>
                <a:latin typeface="Comic Sans MS" panose="030F0702030302020204" charset="0"/>
              </a:defRPr>
            </a:lvl9pPr>
          </a:lstStyle>
          <a:p>
            <a:pPr>
              <a:spcBef>
                <a:spcPct val="1"/>
              </a:spcBef>
              <a:buFontTx/>
              <a:buNone/>
            </a:pPr>
            <a:fld id="{DEDEF037-B88D-1E4E-B221-AFCF020222CF}" type="slidenum">
              <a:rPr lang="zh-CN" altLang="en-US" sz="1400">
                <a:latin typeface="Times New Roman" panose="02020603050405020304" pitchFamily="18" charset="0"/>
                <a:ea typeface="宋体" pitchFamily="2" charset="-122"/>
              </a:rPr>
              <a:t>58</a:t>
            </a:fld>
            <a:endParaRPr lang="en-US" altLang="zh-CN" sz="1400">
              <a:latin typeface="Times New Roman" panose="02020603050405020304" pitchFamily="18" charset="0"/>
              <a:ea typeface="宋体" pitchFamily="2" charset="-122"/>
            </a:endParaRPr>
          </a:p>
        </p:txBody>
      </p:sp>
      <p:sp>
        <p:nvSpPr>
          <p:cNvPr id="332" name="Rectangle 2"/>
          <p:cNvSpPr>
            <a:spLocks noGrp="true" noChangeArrowheads="true"/>
          </p:cNvSpPr>
          <p:nvPr>
            <p:ph type="title"/>
          </p:nvPr>
        </p:nvSpPr>
        <p:spPr/>
        <p:txBody>
          <a:bodyPr/>
          <a:lstStyle/>
          <a:p>
            <a:pPr/>
            <a:r>
              <a:rPr lang="en-US" altLang="zh-CN">
                <a:latin typeface="Courier New" panose="02070309020205020404" charset="0"/>
                <a:ea typeface="宋体" pitchFamily="2" charset="-122"/>
                <a:cs typeface="Courier New" panose="02070309020205020404" charset="0"/>
              </a:rPr>
              <a:t>sigaction</a:t>
            </a:r>
            <a:r>
              <a:rPr lang="en-US" altLang="zh-CN">
                <a:latin typeface="Courier" charset="0"/>
                <a:ea typeface="宋体" pitchFamily="2" charset="-122"/>
                <a:cs typeface="Courier New" panose="02070309020205020404" charset="0"/>
              </a:rPr>
              <a:t> </a:t>
            </a:r>
            <a:r>
              <a:rPr lang="en-US" altLang="zh-CN">
                <a:ea typeface="宋体" pitchFamily="2" charset="-122"/>
                <a:cs typeface="Courier New" panose="02070309020205020404" charset="0"/>
              </a:rPr>
              <a:t>Function</a:t>
            </a:r>
            <a:endParaRPr/>
          </a:p>
        </p:txBody>
      </p:sp>
      <p:graphicFrame>
        <p:nvGraphicFramePr>
          <p:cNvPr id="333" name="Group 3"/>
          <p:cNvGraphicFramePr/>
          <p:nvPr>
            <p:ph idx="1"/>
          </p:nvPr>
        </p:nvGraphicFramePr>
        <p:xfrm>
          <a:off x="457200" y="1600200"/>
          <a:ext cx="8305800" cy="4475163"/>
        </p:xfrm>
        <a:graphic>
          <a:graphicData uri="http://schemas.openxmlformats.org/drawingml/2006/table">
            <a:tbl>
              <a:tblPr/>
              <a:tblGrid>
                <a:gridCol w="8305800">
                  <a:extLst>
                    <a:ext uri="{9D8B030D-6E8A-4147-A177-3AD203B41FA5}">
                      <a16:colId val="1"/>
                    </a:ext>
                  </a:extLst>
                </a:gridCol>
              </a:tblGrid>
              <a:tr h="4475163">
                <a:tc>
                  <a:txBody>
                    <a:bodyPr/>
                    <a:lstStyle/>
                    <a:p>
                      <a:pPr marL="0" marR="0" lvl="0" indent="0" algn="l" defTabSz="914400" rtl="false" eaLnBrk="false" fontAlgn="base" latinLnBrk="false" hangingPunct="false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1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false" lang="zh-CN" altLang="en-US" sz="2000" b="true" i="false" u="none" strike="noStrike" cap="none" normalizeH="false" baseline="0" dirty="false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anose="02070309020205020404" charset="0"/>
                          <a:ea typeface="宋体" pitchFamily="2" charset="-122"/>
                          <a:cs typeface="Courier New" panose="02070309020205020404" charset="0"/>
                        </a:rPr>
                        <a:t>#</a:t>
                      </a:r>
                      <a:r>
                        <a:rPr kumimoji="false" lang="en-US" altLang="zh-CN" sz="2000" b="true" i="false" u="none" strike="noStrike" cap="none" normalizeH="false" baseline="0" dirty="false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anose="02070309020205020404" charset="0"/>
                          <a:ea typeface="宋体" pitchFamily="2" charset="-122"/>
                          <a:cs typeface="Courier New" panose="02070309020205020404" charset="0"/>
                        </a:rPr>
                        <a:t>include &lt;</a:t>
                      </a:r>
                      <a:r>
                        <a:rPr kumimoji="false" lang="en-US" altLang="zh-CN" sz="2000" b="true" i="false" u="none" strike="noStrike" cap="none" normalizeH="false" baseline="0" dirty="false" err="true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anose="02070309020205020404" charset="0"/>
                          <a:ea typeface="宋体" pitchFamily="2" charset="-122"/>
                          <a:cs typeface="Courier New" panose="02070309020205020404" charset="0"/>
                        </a:rPr>
                        <a:t>signal.h</a:t>
                      </a:r>
                      <a:r>
                        <a:rPr kumimoji="false" lang="en-US" altLang="zh-CN" sz="2000" b="true" i="false" u="none" strike="noStrike" cap="none" normalizeH="false" baseline="0" dirty="false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anose="02070309020205020404" charset="0"/>
                          <a:ea typeface="宋体" pitchFamily="2" charset="-122"/>
                          <a:cs typeface="Courier New" panose="02070309020205020404" charset="0"/>
                        </a:rPr>
                        <a:t>&gt;</a:t>
                      </a:r>
                      <a:endParaRPr/>
                    </a:p>
                    <a:p>
                      <a:pPr marL="0" marR="0" lvl="0" indent="0" algn="l" defTabSz="914400" rtl="false" eaLnBrk="false" fontAlgn="base" latinLnBrk="false" hangingPunct="false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1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false" lang="en-US" altLang="zh-CN" sz="2000" b="true" i="false" u="none" strike="noStrike" cap="none" normalizeH="false" baseline="0" dirty="false" err="true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anose="02070309020205020404" charset="0"/>
                          <a:ea typeface="宋体" pitchFamily="2" charset="-122"/>
                          <a:cs typeface="Courier New" panose="02070309020205020404" charset="0"/>
                        </a:rPr>
                        <a:t>int</a:t>
                      </a:r>
                      <a:r>
                        <a:rPr kumimoji="false" lang="en-US" altLang="zh-CN" sz="2000" b="true" i="false" u="none" strike="noStrike" cap="none" normalizeH="false" baseline="0" dirty="false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anose="02070309020205020404" charset="0"/>
                          <a:ea typeface="宋体" pitchFamily="2" charset="-122"/>
                          <a:cs typeface="Courier New" panose="02070309020205020404" charset="0"/>
                        </a:rPr>
                        <a:t> </a:t>
                      </a:r>
                      <a:r>
                        <a:rPr kumimoji="false" lang="en-US" altLang="zh-CN" sz="2400" b="true" i="false" u="none" strike="noStrike" cap="none" normalizeH="false" baseline="0" dirty="false" err="true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anose="02070309020205020404" charset="0"/>
                          <a:ea typeface="宋体" pitchFamily="2" charset="-122"/>
                          <a:cs typeface="Courier New" panose="02070309020205020404" charset="0"/>
                        </a:rPr>
                        <a:t>sigaction</a:t>
                      </a:r>
                      <a:r>
                        <a:rPr kumimoji="false" lang="en-US" altLang="zh-CN" sz="2000" b="true" i="false" u="none" strike="noStrike" cap="none" normalizeH="false" baseline="0" dirty="false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anose="02070309020205020404" charset="0"/>
                          <a:ea typeface="宋体" pitchFamily="2" charset="-122"/>
                          <a:cs typeface="Courier New" panose="02070309020205020404" charset="0"/>
                        </a:rPr>
                        <a:t>(</a:t>
                      </a:r>
                      <a:r>
                        <a:rPr kumimoji="false" lang="en-US" altLang="zh-CN" sz="2000" b="true" i="false" u="none" strike="noStrike" cap="none" normalizeH="false" baseline="0" dirty="false" err="true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anose="02070309020205020404" charset="0"/>
                          <a:ea typeface="宋体" pitchFamily="2" charset="-122"/>
                          <a:cs typeface="Courier New" panose="02070309020205020404" charset="0"/>
                        </a:rPr>
                        <a:t>int</a:t>
                      </a:r>
                      <a:r>
                        <a:rPr kumimoji="false" lang="en-US" altLang="zh-CN" sz="2000" b="true" i="false" u="none" strike="noStrike" cap="none" normalizeH="false" baseline="0" dirty="false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anose="02070309020205020404" charset="0"/>
                          <a:ea typeface="宋体" pitchFamily="2" charset="-122"/>
                          <a:cs typeface="Courier New" panose="02070309020205020404" charset="0"/>
                        </a:rPr>
                        <a:t> </a:t>
                      </a:r>
                      <a:r>
                        <a:rPr kumimoji="false" lang="en-US" altLang="zh-CN" sz="2000" b="true" i="false" u="none" strike="noStrike" cap="none" normalizeH="false" baseline="0" dirty="false" err="true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anose="02070309020205020404" charset="0"/>
                          <a:ea typeface="宋体" pitchFamily="2" charset="-122"/>
                          <a:cs typeface="Courier New" panose="02070309020205020404" charset="0"/>
                        </a:rPr>
                        <a:t>signum</a:t>
                      </a:r>
                      <a:r>
                        <a:rPr kumimoji="false" lang="en-US" altLang="zh-CN" sz="2000" b="true" i="false" u="none" strike="noStrike" cap="none" normalizeH="false" baseline="0" dirty="false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anose="02070309020205020404" charset="0"/>
                          <a:ea typeface="宋体" pitchFamily="2" charset="-122"/>
                          <a:cs typeface="Courier New" panose="02070309020205020404" charset="0"/>
                        </a:rPr>
                        <a:t>, </a:t>
                      </a:r>
                      <a:endParaRPr/>
                    </a:p>
                    <a:p>
                      <a:pPr marL="0" marR="0" lvl="0" indent="0" algn="l" defTabSz="914400" rtl="false" eaLnBrk="false" fontAlgn="base" latinLnBrk="false" hangingPunct="false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1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false" lang="en-US" altLang="zh-CN" sz="2000" b="true" i="false" u="none" strike="noStrike" cap="none" normalizeH="false" baseline="0" dirty="false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anose="02070309020205020404" charset="0"/>
                          <a:ea typeface="宋体" pitchFamily="2" charset="-122"/>
                          <a:cs typeface="Courier New" panose="02070309020205020404" charset="0"/>
                        </a:rPr>
                        <a:t>               </a:t>
                      </a:r>
                      <a:r>
                        <a:rPr kumimoji="false" lang="en-US" altLang="zh-CN" sz="2000" b="true" i="false" u="none" strike="noStrike" cap="none" normalizeH="false" baseline="0" dirty="false" err="true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anose="02070309020205020404" charset="0"/>
                          <a:ea typeface="宋体" pitchFamily="2" charset="-122"/>
                          <a:cs typeface="Courier New" panose="02070309020205020404" charset="0"/>
                        </a:rPr>
                        <a:t>struct</a:t>
                      </a:r>
                      <a:r>
                        <a:rPr kumimoji="false" lang="en-US" altLang="zh-CN" sz="2000" b="true" i="false" u="none" strike="noStrike" cap="none" normalizeH="false" baseline="0" dirty="false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anose="02070309020205020404" charset="0"/>
                          <a:ea typeface="宋体" pitchFamily="2" charset="-122"/>
                          <a:cs typeface="Courier New" panose="02070309020205020404" charset="0"/>
                        </a:rPr>
                        <a:t> </a:t>
                      </a:r>
                      <a:r>
                        <a:rPr kumimoji="false" lang="en-US" altLang="zh-CN" sz="2000" b="true" i="false" u="none" strike="noStrike" cap="none" normalizeH="false" baseline="0" dirty="false" err="true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anose="02070309020205020404" charset="0"/>
                          <a:ea typeface="宋体" pitchFamily="2" charset="-122"/>
                          <a:cs typeface="Courier New" panose="02070309020205020404" charset="0"/>
                        </a:rPr>
                        <a:t>sigaction</a:t>
                      </a:r>
                      <a:r>
                        <a:rPr kumimoji="false" lang="en-US" altLang="zh-CN" sz="2000" b="true" i="false" u="none" strike="noStrike" cap="none" normalizeH="false" baseline="0" dirty="false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anose="02070309020205020404" charset="0"/>
                          <a:ea typeface="宋体" pitchFamily="2" charset="-122"/>
                          <a:cs typeface="Courier New" panose="02070309020205020404" charset="0"/>
                        </a:rPr>
                        <a:t> *act, </a:t>
                      </a:r>
                      <a:endParaRPr/>
                    </a:p>
                    <a:p>
                      <a:pPr marL="0" marR="0" lvl="0" indent="0" algn="l" defTabSz="914400" rtl="false" eaLnBrk="false" fontAlgn="base" latinLnBrk="false" hangingPunct="false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1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false" lang="en-US" altLang="zh-CN" sz="2000" b="true" i="false" u="none" strike="noStrike" cap="none" normalizeH="false" baseline="0" dirty="false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anose="02070309020205020404" charset="0"/>
                          <a:ea typeface="宋体" pitchFamily="2" charset="-122"/>
                          <a:cs typeface="Courier New" panose="02070309020205020404" charset="0"/>
                        </a:rPr>
                        <a:t>               </a:t>
                      </a:r>
                      <a:r>
                        <a:rPr kumimoji="false" lang="en-US" altLang="zh-CN" sz="2000" b="true" i="false" u="none" strike="noStrike" cap="none" normalizeH="false" baseline="0" dirty="false" err="true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anose="02070309020205020404" charset="0"/>
                          <a:ea typeface="宋体" pitchFamily="2" charset="-122"/>
                          <a:cs typeface="Courier New" panose="02070309020205020404" charset="0"/>
                        </a:rPr>
                        <a:t>struct</a:t>
                      </a:r>
                      <a:r>
                        <a:rPr kumimoji="false" lang="en-US" altLang="zh-CN" sz="2000" b="true" i="false" u="none" strike="noStrike" cap="none" normalizeH="false" baseline="0" dirty="false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anose="02070309020205020404" charset="0"/>
                          <a:ea typeface="宋体" pitchFamily="2" charset="-122"/>
                          <a:cs typeface="Courier New" panose="02070309020205020404" charset="0"/>
                        </a:rPr>
                        <a:t> </a:t>
                      </a:r>
                      <a:r>
                        <a:rPr kumimoji="false" lang="en-US" altLang="zh-CN" sz="2000" b="true" i="false" u="none" strike="noStrike" cap="none" normalizeH="false" baseline="0" dirty="false" err="true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anose="02070309020205020404" charset="0"/>
                          <a:ea typeface="宋体" pitchFamily="2" charset="-122"/>
                          <a:cs typeface="Courier New" panose="02070309020205020404" charset="0"/>
                        </a:rPr>
                        <a:t>sigaction</a:t>
                      </a:r>
                      <a:r>
                        <a:rPr kumimoji="false" lang="en-US" altLang="zh-CN" sz="2000" b="true" i="false" u="none" strike="noStrike" cap="none" normalizeH="false" baseline="0" dirty="false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anose="02070309020205020404" charset="0"/>
                          <a:ea typeface="宋体" pitchFamily="2" charset="-122"/>
                          <a:cs typeface="Courier New" panose="02070309020205020404" charset="0"/>
                        </a:rPr>
                        <a:t> *</a:t>
                      </a:r>
                      <a:r>
                        <a:rPr kumimoji="false" lang="en-US" altLang="zh-CN" sz="2000" b="true" i="false" u="none" strike="noStrike" cap="none" normalizeH="false" baseline="0" dirty="false" err="true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anose="02070309020205020404" charset="0"/>
                          <a:ea typeface="宋体" pitchFamily="2" charset="-122"/>
                          <a:cs typeface="Courier New" panose="02070309020205020404" charset="0"/>
                        </a:rPr>
                        <a:t>oldact</a:t>
                      </a:r>
                      <a:r>
                        <a:rPr kumimoji="false" lang="en-US" altLang="zh-CN" sz="2000" b="true" i="false" u="none" strike="noStrike" cap="none" normalizeH="false" baseline="0" dirty="false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anose="02070309020205020404" charset="0"/>
                          <a:ea typeface="宋体" pitchFamily="2" charset="-122"/>
                          <a:cs typeface="Courier New" panose="02070309020205020404" charset="0"/>
                        </a:rPr>
                        <a:t>);</a:t>
                      </a:r>
                      <a:endParaRPr/>
                    </a:p>
                    <a:p>
                      <a:pPr marL="0" marR="0" lvl="0" indent="0" algn="r" defTabSz="914400" rtl="false" eaLnBrk="false" fontAlgn="base" latinLnBrk="false" hangingPunct="false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1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false" lang="en-US" altLang="zh-CN" sz="2000" b="true" i="false" u="none" strike="noStrike" cap="none" normalizeH="false" baseline="0" dirty="false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Courier New" panose="02070309020205020404" charset="0"/>
                          <a:ea typeface="宋体" pitchFamily="2" charset="-122"/>
                          <a:cs typeface="Courier New" panose="02070309020205020404" charset="0"/>
                        </a:rPr>
                        <a:t>returns: 0 if OK, -1 on error</a:t>
                      </a:r>
                      <a:endParaRPr/>
                    </a:p>
                    <a:p>
                      <a:pPr marL="0" marR="0" lvl="0" indent="0" algn="l" defTabSz="914400" rtl="false" eaLnBrk="false" fontAlgn="base" latinLnBrk="false" hangingPunct="false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1"/>
                        </a:spcAft>
                        <a:buClrTx/>
                        <a:buSzTx/>
                        <a:buFontTx/>
                        <a:buNone/>
                      </a:pPr>
                      <a:endParaRPr kumimoji="false" lang="en-US" altLang="zh-CN" sz="2000" b="true" i="false" u="none" strike="noStrike" cap="none" normalizeH="false" baseline="0" dirty="false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urier New" panose="02070309020205020404" charset="0"/>
                        <a:ea typeface="宋体" pitchFamily="2" charset="-122"/>
                        <a:cs typeface="Courier New" panose="02070309020205020404" charset="0"/>
                      </a:endParaRPr>
                    </a:p>
                    <a:p>
                      <a:pPr marL="0" marR="0" lvl="0" indent="0" algn="l" defTabSz="914400" rtl="false" eaLnBrk="false" fontAlgn="base" latinLnBrk="false" hangingPunct="false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1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false" lang="en-US" altLang="zh-CN" sz="2000" b="true" i="false" u="none" strike="noStrike" cap="none" normalizeH="false" baseline="0" dirty="false" err="true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anose="02070309020205020404" charset="0"/>
                          <a:ea typeface="宋体" pitchFamily="2" charset="-122"/>
                          <a:cs typeface="Courier New" panose="02070309020205020404" charset="0"/>
                        </a:rPr>
                        <a:t>struct</a:t>
                      </a:r>
                      <a:r>
                        <a:rPr kumimoji="false" lang="en-US" altLang="zh-CN" sz="2000" b="true" i="false" u="none" strike="noStrike" cap="none" normalizeH="false" baseline="0" dirty="false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anose="02070309020205020404" charset="0"/>
                          <a:ea typeface="宋体" pitchFamily="2" charset="-122"/>
                          <a:cs typeface="Courier New" panose="02070309020205020404" charset="0"/>
                        </a:rPr>
                        <a:t> </a:t>
                      </a:r>
                      <a:r>
                        <a:rPr kumimoji="false" lang="en-US" altLang="zh-CN" sz="2400" b="true" i="false" u="none" strike="noStrike" cap="none" normalizeH="false" baseline="0" dirty="false" err="true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anose="02070309020205020404" charset="0"/>
                          <a:ea typeface="宋体" pitchFamily="2" charset="-122"/>
                          <a:cs typeface="Courier New" panose="02070309020205020404" charset="0"/>
                        </a:rPr>
                        <a:t>sigaction</a:t>
                      </a:r>
                      <a:r>
                        <a:rPr kumimoji="false" lang="en-US" altLang="zh-CN" sz="2000" b="true" i="false" u="none" strike="noStrike" cap="none" normalizeH="false" baseline="0" dirty="false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anose="02070309020205020404" charset="0"/>
                          <a:ea typeface="宋体" pitchFamily="2" charset="-122"/>
                          <a:cs typeface="Courier New" panose="02070309020205020404" charset="0"/>
                        </a:rPr>
                        <a:t> {</a:t>
                      </a:r>
                      <a:endParaRPr/>
                    </a:p>
                    <a:p>
                      <a:pPr marL="0" marR="0" lvl="0" indent="0" algn="l" defTabSz="914400" rtl="false" eaLnBrk="false" fontAlgn="base" latinLnBrk="false" hangingPunct="false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1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false" lang="en-US" altLang="zh-CN" sz="2000" b="true" i="false" u="none" strike="noStrike" cap="none" normalizeH="false" baseline="0" dirty="false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anose="02070309020205020404" charset="0"/>
                          <a:ea typeface="宋体" pitchFamily="2" charset="-122"/>
                          <a:cs typeface="Courier New" panose="02070309020205020404" charset="0"/>
                        </a:rPr>
                        <a:t>  void (*</a:t>
                      </a:r>
                      <a:r>
                        <a:rPr kumimoji="false" lang="en-US" altLang="zh-CN" sz="2000" b="true" i="false" u="none" strike="noStrike" cap="none" normalizeH="false" baseline="0" dirty="false" err="true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anose="02070309020205020404" charset="0"/>
                          <a:ea typeface="宋体" pitchFamily="2" charset="-122"/>
                          <a:cs typeface="Courier New" panose="02070309020205020404" charset="0"/>
                        </a:rPr>
                        <a:t>sa_handler</a:t>
                      </a:r>
                      <a:r>
                        <a:rPr kumimoji="false" lang="en-US" altLang="zh-CN" sz="2000" b="true" i="false" u="none" strike="noStrike" cap="none" normalizeH="false" baseline="0" dirty="false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anose="02070309020205020404" charset="0"/>
                          <a:ea typeface="宋体" pitchFamily="2" charset="-122"/>
                          <a:cs typeface="Courier New" panose="02070309020205020404" charset="0"/>
                        </a:rPr>
                        <a:t>)();       </a:t>
                      </a:r>
                      <a:r>
                        <a:rPr kumimoji="false" lang="en-US" altLang="zh-CN" sz="1800" b="true" i="false" u="none" strike="noStrike" cap="none" normalizeH="false" baseline="0" dirty="false">
                          <a:ln>
                            <a:noFill/>
                          </a:ln>
                          <a:solidFill>
                            <a:srgbClr val="00B050"/>
                          </a:solidFill>
                          <a:effectLst/>
                          <a:latin typeface="Courier New" panose="02070309020205020404" charset="0"/>
                          <a:ea typeface="宋体" pitchFamily="2" charset="-122"/>
                          <a:cs typeface="Courier New" panose="02070309020205020404" charset="0"/>
                        </a:rPr>
                        <a:t>/* </a:t>
                      </a:r>
                      <a:r>
                        <a:rPr kumimoji="false" lang="en-US" altLang="zh-CN" sz="1800" b="true" i="false" u="none" strike="noStrike" cap="none" normalizeH="false" baseline="0" dirty="false" err="true">
                          <a:ln>
                            <a:noFill/>
                          </a:ln>
                          <a:solidFill>
                            <a:srgbClr val="00B050"/>
                          </a:solidFill>
                          <a:effectLst/>
                          <a:latin typeface="Courier New" panose="02070309020205020404" charset="0"/>
                          <a:ea typeface="宋体" pitchFamily="2" charset="-122"/>
                          <a:cs typeface="Courier New" panose="02070309020205020404" charset="0"/>
                        </a:rPr>
                        <a:t>addr</a:t>
                      </a:r>
                      <a:r>
                        <a:rPr kumimoji="false" lang="en-US" altLang="zh-CN" sz="1800" b="true" i="false" u="none" strike="noStrike" cap="none" normalizeH="false" baseline="0" dirty="false">
                          <a:ln>
                            <a:noFill/>
                          </a:ln>
                          <a:solidFill>
                            <a:srgbClr val="00B050"/>
                          </a:solidFill>
                          <a:effectLst/>
                          <a:latin typeface="Courier New" panose="02070309020205020404" charset="0"/>
                          <a:ea typeface="宋体" pitchFamily="2" charset="-122"/>
                          <a:cs typeface="Courier New" panose="02070309020205020404" charset="0"/>
                        </a:rPr>
                        <a:t> of signal handler, </a:t>
                      </a:r>
                      <a:br>
                        <a:rPr kumimoji="false" lang="en-US" altLang="zh-CN" sz="1800" b="true" i="false" u="none" strike="noStrike" cap="none" normalizeH="false" baseline="0" dirty="false">
                          <a:ln>
                            <a:noFill/>
                          </a:ln>
                          <a:solidFill>
                            <a:srgbClr val="00B050"/>
                          </a:solidFill>
                          <a:effectLst/>
                          <a:latin typeface="Courier New" panose="02070309020205020404" charset="0"/>
                          <a:ea typeface="宋体" pitchFamily="2" charset="-122"/>
                          <a:cs typeface="Courier New" panose="02070309020205020404" charset="0"/>
                        </a:rPr>
                      </a:br>
                      <a:r>
                        <a:rPr kumimoji="false" lang="en-US" altLang="zh-CN" sz="1800" b="true" i="false" u="none" strike="noStrike" cap="none" normalizeH="false" baseline="0" dirty="false">
                          <a:ln>
                            <a:noFill/>
                          </a:ln>
                          <a:solidFill>
                            <a:srgbClr val="00B050"/>
                          </a:solidFill>
                          <a:effectLst/>
                          <a:latin typeface="Courier New" panose="02070309020205020404" charset="0"/>
                          <a:ea typeface="宋体" pitchFamily="2" charset="-122"/>
                          <a:cs typeface="Courier New" panose="02070309020205020404" charset="0"/>
                        </a:rPr>
                        <a:t>                                  or SIG_IGN, or SIG_DFL */</a:t>
                      </a:r>
                      <a:endParaRPr/>
                    </a:p>
                    <a:p>
                      <a:pPr marL="0" marR="0" lvl="0" indent="0" algn="l" defTabSz="914400" rtl="false" eaLnBrk="false" fontAlgn="base" latinLnBrk="false" hangingPunct="false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1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false" lang="en-US" altLang="zh-CN" sz="2000" b="true" i="false" u="none" strike="noStrike" cap="none" normalizeH="false" baseline="0" dirty="false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anose="02070309020205020404" charset="0"/>
                          <a:ea typeface="宋体" pitchFamily="2" charset="-122"/>
                          <a:cs typeface="Courier New" panose="02070309020205020404" charset="0"/>
                        </a:rPr>
                        <a:t>  </a:t>
                      </a:r>
                      <a:r>
                        <a:rPr kumimoji="false" lang="en-US" altLang="zh-CN" sz="2000" b="true" i="false" u="none" strike="noStrike" cap="none" normalizeH="false" baseline="0" dirty="false" err="true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anose="02070309020205020404" charset="0"/>
                          <a:ea typeface="宋体" pitchFamily="2" charset="-122"/>
                          <a:cs typeface="Courier New" panose="02070309020205020404" charset="0"/>
                        </a:rPr>
                        <a:t>sigset_t</a:t>
                      </a:r>
                      <a:r>
                        <a:rPr kumimoji="false" lang="en-US" altLang="zh-CN" sz="2000" b="true" i="false" u="none" strike="noStrike" cap="none" normalizeH="false" baseline="0" dirty="false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anose="02070309020205020404" charset="0"/>
                          <a:ea typeface="宋体" pitchFamily="2" charset="-122"/>
                          <a:cs typeface="Courier New" panose="02070309020205020404" charset="0"/>
                        </a:rPr>
                        <a:t> </a:t>
                      </a:r>
                      <a:r>
                        <a:rPr kumimoji="false" lang="en-US" altLang="zh-CN" sz="2000" b="true" i="false" u="none" strike="noStrike" cap="none" normalizeH="false" baseline="0" dirty="false" err="true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anose="02070309020205020404" charset="0"/>
                          <a:ea typeface="宋体" pitchFamily="2" charset="-122"/>
                          <a:cs typeface="Courier New" panose="02070309020205020404" charset="0"/>
                        </a:rPr>
                        <a:t>sa_mask</a:t>
                      </a:r>
                      <a:r>
                        <a:rPr kumimoji="false" lang="en-US" altLang="zh-CN" sz="2000" b="true" i="false" u="none" strike="noStrike" cap="none" normalizeH="false" baseline="0" dirty="false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anose="02070309020205020404" charset="0"/>
                          <a:ea typeface="宋体" pitchFamily="2" charset="-122"/>
                          <a:cs typeface="Courier New" panose="02070309020205020404" charset="0"/>
                        </a:rPr>
                        <a:t>; </a:t>
                      </a:r>
                      <a:r>
                        <a:rPr kumimoji="false" lang="en-US" altLang="zh-CN" sz="2000" b="true" i="false" u="none" strike="noStrike" cap="none" normalizeH="false" baseline="0" dirty="false">
                          <a:ln>
                            <a:noFill/>
                          </a:ln>
                          <a:solidFill>
                            <a:srgbClr val="00B050"/>
                          </a:solidFill>
                          <a:effectLst/>
                          <a:latin typeface="Courier New" panose="02070309020205020404" charset="0"/>
                          <a:ea typeface="宋体" pitchFamily="2" charset="-122"/>
                          <a:cs typeface="Courier New" panose="02070309020205020404" charset="0"/>
                        </a:rPr>
                        <a:t>/* additional signals to block */</a:t>
                      </a:r>
                      <a:endParaRPr/>
                    </a:p>
                    <a:p>
                      <a:pPr marL="0" marR="0" lvl="0" indent="0" algn="l" defTabSz="914400" rtl="false" eaLnBrk="false" fontAlgn="base" latinLnBrk="false" hangingPunct="false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1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false" lang="en-US" altLang="zh-CN" sz="2000" b="true" i="false" u="none" strike="noStrike" cap="none" normalizeH="false" baseline="0" dirty="false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anose="02070309020205020404" charset="0"/>
                          <a:ea typeface="宋体" pitchFamily="2" charset="-122"/>
                          <a:cs typeface="Courier New" panose="02070309020205020404" charset="0"/>
                        </a:rPr>
                        <a:t>  </a:t>
                      </a:r>
                      <a:r>
                        <a:rPr kumimoji="false" lang="en-US" altLang="zh-CN" sz="2000" b="true" i="false" u="none" strike="noStrike" cap="none" normalizeH="false" baseline="0" dirty="false" err="true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anose="02070309020205020404" charset="0"/>
                          <a:ea typeface="宋体" pitchFamily="2" charset="-122"/>
                          <a:cs typeface="Courier New" panose="02070309020205020404" charset="0"/>
                        </a:rPr>
                        <a:t>int</a:t>
                      </a:r>
                      <a:r>
                        <a:rPr kumimoji="false" lang="en-US" altLang="zh-CN" sz="2000" b="true" i="false" u="none" strike="noStrike" cap="none" normalizeH="false" baseline="0" dirty="false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anose="02070309020205020404" charset="0"/>
                          <a:ea typeface="宋体" pitchFamily="2" charset="-122"/>
                          <a:cs typeface="Courier New" panose="02070309020205020404" charset="0"/>
                        </a:rPr>
                        <a:t> </a:t>
                      </a:r>
                      <a:r>
                        <a:rPr kumimoji="false" lang="en-US" altLang="zh-CN" sz="2000" b="true" i="false" u="none" strike="noStrike" cap="none" normalizeH="false" baseline="0" dirty="false" err="true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anose="02070309020205020404" charset="0"/>
                          <a:ea typeface="宋体" pitchFamily="2" charset="-122"/>
                          <a:cs typeface="Courier New" panose="02070309020205020404" charset="0"/>
                        </a:rPr>
                        <a:t>sa_flags</a:t>
                      </a:r>
                      <a:r>
                        <a:rPr kumimoji="false" lang="en-US" altLang="zh-CN" sz="2000" b="true" i="false" u="none" strike="noStrike" cap="none" normalizeH="false" baseline="0" dirty="false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anose="02070309020205020404" charset="0"/>
                          <a:ea typeface="宋体" pitchFamily="2" charset="-122"/>
                          <a:cs typeface="Courier New" panose="02070309020205020404" charset="0"/>
                        </a:rPr>
                        <a:t>;                  </a:t>
                      </a:r>
                      <a:r>
                        <a:rPr kumimoji="false" lang="en-US" altLang="zh-CN" sz="2000" b="true" i="false" u="none" strike="noStrike" cap="none" normalizeH="false" baseline="0" dirty="false">
                          <a:ln>
                            <a:noFill/>
                          </a:ln>
                          <a:solidFill>
                            <a:srgbClr val="00B050"/>
                          </a:solidFill>
                          <a:effectLst/>
                          <a:latin typeface="Courier New" panose="02070309020205020404" charset="0"/>
                          <a:ea typeface="宋体" pitchFamily="2" charset="-122"/>
                          <a:cs typeface="Courier New" panose="02070309020205020404" charset="0"/>
                        </a:rPr>
                        <a:t>/* signal options */</a:t>
                      </a:r>
                      <a:endParaRPr/>
                    </a:p>
                    <a:p>
                      <a:pPr marL="0" marR="0" lvl="0" indent="0" algn="l" defTabSz="914400" rtl="false" eaLnBrk="false" fontAlgn="base" latinLnBrk="false" hangingPunct="false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1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false" lang="en-US" altLang="zh-CN" sz="2000" b="true" i="false" u="none" strike="noStrike" cap="none" normalizeH="false" baseline="0" dirty="false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anose="02070309020205020404" charset="0"/>
                          <a:ea typeface="宋体" pitchFamily="2" charset="-122"/>
                          <a:cs typeface="Courier New" panose="02070309020205020404" charset="0"/>
                        </a:rPr>
                        <a:t>} ;</a:t>
                      </a:r>
                      <a:endParaRPr/>
                    </a:p>
                  </a:txBody>
                  <a:tcPr marT="45727" marB="45727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CC"/>
                    </a:solidFill>
                  </a:tcPr>
                </a:tc>
                <a:extLst>
                  <a:ext uri="{0D108BD9-81ED-4DB2-BD59-A6C34878D82A}">
                    <a16:rowId val="1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64.xml><?xml version="1.0" encoding="utf-8"?>
<p:sld xmlns:a="http://schemas.openxmlformats.org/drawingml/2006/main" xmlns:p="http://schemas.openxmlformats.org/presentationml/2006/main">
  <p:cSld>
    <p:spTree>
      <p:nvGrpSpPr>
        <p:cNvPr id="334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5" name="标题 1"/>
          <p:cNvSpPr>
            <a:spLocks noGrp="true"/>
          </p:cNvSpPr>
          <p:nvPr>
            <p:ph type="title"/>
          </p:nvPr>
        </p:nvSpPr>
        <p:spPr/>
        <p:txBody>
          <a:bodyPr/>
          <a:lstStyle/>
          <a:p>
            <a:pPr/>
            <a:r>
              <a:rPr lang="en-US" altLang="zh-CN">
                <a:latin typeface="Courier New" panose="02070309020205020404" charset="0"/>
                <a:ea typeface="宋体" pitchFamily="2" charset="-122"/>
                <a:cs typeface="Courier New" panose="02070309020205020404" charset="0"/>
              </a:rPr>
              <a:t>sigaction</a:t>
            </a:r>
            <a:r>
              <a:rPr lang="en-US" altLang="zh-CN">
                <a:latin typeface="Courier" charset="0"/>
                <a:ea typeface="宋体" pitchFamily="2" charset="-122"/>
                <a:cs typeface="Courier New" panose="02070309020205020404" charset="0"/>
              </a:rPr>
              <a:t> </a:t>
            </a:r>
            <a:r>
              <a:rPr lang="en-US" altLang="zh-CN">
                <a:ea typeface="宋体" pitchFamily="2" charset="-122"/>
                <a:cs typeface="Courier New" panose="02070309020205020404" charset="0"/>
              </a:rPr>
              <a:t>Function</a:t>
            </a:r>
            <a:endParaRPr kumimoji="true" lang="zh-CN" altLang="en-US">
              <a:ea typeface="宋体" pitchFamily="2" charset="-122"/>
              <a:cs typeface="Courier New" panose="02070309020205020404" charset="0"/>
            </a:endParaRPr>
          </a:p>
        </p:txBody>
      </p:sp>
      <p:sp>
        <p:nvSpPr>
          <p:cNvPr id="336" name="内容占位符 2"/>
          <p:cNvSpPr>
            <a:spLocks noGrp="true"/>
          </p:cNvSpPr>
          <p:nvPr>
            <p:ph idx="1"/>
          </p:nvPr>
        </p:nvSpPr>
        <p:spPr/>
        <p:txBody>
          <a:bodyPr/>
          <a:lstStyle/>
          <a:p>
            <a:pPr>
              <a:buChar char="•"/>
            </a:pPr>
            <a:r>
              <a:rPr lang="en-US"/>
              <a:t>int </a:t>
            </a:r>
            <a:r>
              <a:rPr lang="en-US" b="true"/>
              <a:t>sigaction</a:t>
            </a:r>
            <a:r>
              <a:rPr lang="en-US"/>
              <a:t>(int signum, struct sigaction *act, struct sigaction *oldact);</a:t>
            </a:r>
            <a:endParaRPr/>
          </a:p>
          <a:p>
            <a:pPr lvl="1">
              <a:buChar char="–"/>
            </a:pPr>
            <a:r>
              <a:rPr lang="en-US"/>
              <a:t>signum</a:t>
            </a:r>
            <a:r>
              <a:rPr lang="zh-CN"/>
              <a:t>：要操作的</a:t>
            </a:r>
            <a:r>
              <a:rPr lang="en-US"/>
              <a:t>signal</a:t>
            </a:r>
            <a:r>
              <a:rPr lang="zh-CN"/>
              <a:t>信号</a:t>
            </a:r>
            <a:endParaRPr/>
          </a:p>
          <a:p>
            <a:pPr lvl="1">
              <a:buChar char="–"/>
            </a:pPr>
            <a:r>
              <a:rPr lang="en-US"/>
              <a:t>act</a:t>
            </a:r>
            <a:r>
              <a:rPr lang="zh-CN"/>
              <a:t>：设置对</a:t>
            </a:r>
            <a:r>
              <a:rPr lang="en-US"/>
              <a:t>signal</a:t>
            </a:r>
            <a:r>
              <a:rPr lang="zh-CN"/>
              <a:t>信号的新处理方式</a:t>
            </a:r>
            <a:endParaRPr/>
          </a:p>
          <a:p>
            <a:pPr lvl="1">
              <a:buChar char="–"/>
            </a:pPr>
            <a:r>
              <a:rPr lang="en-US"/>
              <a:t>oldact</a:t>
            </a:r>
            <a:r>
              <a:rPr lang="zh-CN"/>
              <a:t>：原来对信号的处理方式</a:t>
            </a:r>
            <a:endParaRPr/>
          </a:p>
          <a:p>
            <a:pPr lvl="1">
              <a:buChar char="–"/>
            </a:pPr>
            <a:r>
              <a:rPr lang="zh-CN"/>
              <a:t>返回值：</a:t>
            </a:r>
            <a:r>
              <a:rPr lang="en-US"/>
              <a:t>0 </a:t>
            </a:r>
            <a:r>
              <a:rPr lang="zh-CN"/>
              <a:t>表示成功，</a:t>
            </a:r>
            <a:r>
              <a:rPr lang="en-US"/>
              <a:t>-1 </a:t>
            </a:r>
            <a:r>
              <a:rPr lang="zh-CN"/>
              <a:t>表示有错误发生</a:t>
            </a:r>
            <a:endParaRPr/>
          </a:p>
          <a:p>
            <a:pPr lvl="1">
              <a:buChar char="–"/>
            </a:pPr>
            <a:endParaRPr lang="en-US"/>
          </a:p>
          <a:p>
            <a:pPr>
              <a:buChar char="•"/>
            </a:pPr>
            <a:endParaRPr lang="zh-CN"/>
          </a:p>
        </p:txBody>
      </p:sp>
      <p:sp>
        <p:nvSpPr>
          <p:cNvPr id="337" name="幻灯片编号占位符 3"/>
          <p:cNvSpPr>
            <a:spLocks noGrp="true"/>
          </p:cNvSpPr>
          <p:nvPr>
            <p:ph type="sldNum" sz="quarter" idx="12"/>
          </p:nvPr>
        </p:nvSpPr>
        <p:spPr>
          <a:noFill/>
          <a:extLst>
            <a:ext uri="{909E8E84-426E-40DD-AFC4-6F175D3DCCD1}"/>
            <a:ext uri="{91240B29-F687-4F45-9708-019B960494DF}"/>
          </a:extLst>
        </p:spPr>
        <p:txBody>
          <a:bodyPr/>
          <a:lstStyle>
            <a:lvl1pPr>
              <a:defRPr sz="2000" b="true">
                <a:solidFill>
                  <a:schemeClr val="tx1"/>
                </a:solidFill>
                <a:latin typeface="Comic Sans MS" panose="030F0702030302020204" charset="0"/>
                <a:ea typeface="宋体" pitchFamily="2" charset="-122"/>
              </a:defRPr>
            </a:lvl1pPr>
            <a:lvl2pPr marL="742950" indent="-285750">
              <a:defRPr sz="2000" b="true">
                <a:solidFill>
                  <a:schemeClr val="tx1"/>
                </a:solidFill>
                <a:latin typeface="Comic Sans MS" panose="030F0702030302020204" charset="0"/>
                <a:ea typeface="宋体" pitchFamily="2" charset="-122"/>
              </a:defRPr>
            </a:lvl2pPr>
            <a:lvl3pPr marL="1143000" indent="-228600">
              <a:defRPr sz="2000" b="true">
                <a:solidFill>
                  <a:schemeClr val="tx1"/>
                </a:solidFill>
                <a:latin typeface="Comic Sans MS" panose="030F0702030302020204" charset="0"/>
                <a:ea typeface="宋体" pitchFamily="2" charset="-122"/>
              </a:defRPr>
            </a:lvl3pPr>
            <a:lvl4pPr marL="1600200" indent="-228600">
              <a:defRPr sz="2000" b="true">
                <a:solidFill>
                  <a:schemeClr val="tx1"/>
                </a:solidFill>
                <a:latin typeface="Comic Sans MS" panose="030F0702030302020204" charset="0"/>
                <a:ea typeface="宋体" pitchFamily="2" charset="-122"/>
              </a:defRPr>
            </a:lvl4pPr>
            <a:lvl5pPr marL="2057400" indent="-228600">
              <a:defRPr sz="2000" b="true">
                <a:solidFill>
                  <a:schemeClr val="tx1"/>
                </a:solidFill>
                <a:latin typeface="Comic Sans MS" panose="030F0702030302020204" charset="0"/>
                <a:ea typeface="宋体" pitchFamily="2" charset="-122"/>
              </a:defRPr>
            </a:lvl5pPr>
            <a:lvl6pPr marL="2514600" indent="-228600" eaLnBrk="false" fontAlgn="base" hangingPunct="false">
              <a:spcBef>
                <a:spcPct val="1"/>
              </a:spcBef>
              <a:spcAft>
                <a:spcPct val="1"/>
              </a:spcAft>
              <a:defRPr sz="2000" b="true">
                <a:solidFill>
                  <a:schemeClr val="tx1"/>
                </a:solidFill>
                <a:latin typeface="Comic Sans MS" panose="030F0702030302020204" charset="0"/>
                <a:ea typeface="宋体" pitchFamily="2" charset="-122"/>
              </a:defRPr>
            </a:lvl6pPr>
            <a:lvl7pPr marL="2971800" indent="-228600" eaLnBrk="false" fontAlgn="base" hangingPunct="false">
              <a:spcBef>
                <a:spcPct val="1"/>
              </a:spcBef>
              <a:spcAft>
                <a:spcPct val="1"/>
              </a:spcAft>
              <a:defRPr sz="2000" b="true">
                <a:solidFill>
                  <a:schemeClr val="tx1"/>
                </a:solidFill>
                <a:latin typeface="Comic Sans MS" panose="030F0702030302020204" charset="0"/>
                <a:ea typeface="宋体" pitchFamily="2" charset="-122"/>
              </a:defRPr>
            </a:lvl7pPr>
            <a:lvl8pPr marL="3429000" indent="-228600" eaLnBrk="false" fontAlgn="base" hangingPunct="false">
              <a:spcBef>
                <a:spcPct val="1"/>
              </a:spcBef>
              <a:spcAft>
                <a:spcPct val="1"/>
              </a:spcAft>
              <a:defRPr sz="2000" b="true">
                <a:solidFill>
                  <a:schemeClr val="tx1"/>
                </a:solidFill>
                <a:latin typeface="Comic Sans MS" panose="030F0702030302020204" charset="0"/>
                <a:ea typeface="宋体" pitchFamily="2" charset="-122"/>
              </a:defRPr>
            </a:lvl8pPr>
            <a:lvl9pPr marL="3886200" indent="-228600" eaLnBrk="false" fontAlgn="base" hangingPunct="false">
              <a:spcBef>
                <a:spcPct val="1"/>
              </a:spcBef>
              <a:spcAft>
                <a:spcPct val="1"/>
              </a:spcAft>
              <a:defRPr sz="2000" b="true">
                <a:solidFill>
                  <a:schemeClr val="tx1"/>
                </a:solidFill>
                <a:latin typeface="Comic Sans MS" panose="030F0702030302020204" charset="0"/>
                <a:ea typeface="宋体" pitchFamily="2" charset="-122"/>
              </a:defRPr>
            </a:lvl9pPr>
          </a:lstStyle>
          <a:p>
            <a:pPr/>
            <a:fld id="{33FB17C1-88B4-6F49-A77B-4862ACE99D8A}" type="slidenum">
              <a:rPr lang="zh-CN" altLang="en-US" sz="1400" b="false">
                <a:latin typeface="Times New Roman" panose="02020603050405020304" pitchFamily="18" charset="0"/>
              </a:rPr>
              <a:t>59</a:t>
            </a:fld>
            <a:endParaRPr lang="en-US" altLang="zh-CN" sz="1400" b="false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65.xml><?xml version="1.0" encoding="utf-8"?>
<p:sld xmlns:a="http://schemas.openxmlformats.org/drawingml/2006/main" xmlns:p="http://schemas.openxmlformats.org/presentationml/2006/main">
  <p:cSld>
    <p:spTree>
      <p:nvGrpSpPr>
        <p:cNvPr id="338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9" name="灯片编号占位符 5"/>
          <p:cNvSpPr>
            <a:spLocks noGrp="true"/>
          </p:cNvSpPr>
          <p:nvPr>
            <p:ph type="sldNum" sz="quarter" idx="12"/>
          </p:nvPr>
        </p:nvSpPr>
        <p:spPr>
          <a:noFill/>
          <a:extLst>
            <a:ext uri="{909E8E84-426E-40DD-AFC4-6F175D3DCCD1}"/>
            <a:ext uri="{91240B29-F687-4F45-9708-019B960494DF}"/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Comic Sans MS" panose="030F070203030202020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Comic Sans MS" panose="030F070203030202020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anose="030F070203030202020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Comic Sans MS" panose="030F070203030202020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Comic Sans MS" panose="030F0702030302020204" charset="0"/>
              </a:defRPr>
            </a:lvl5pPr>
            <a:lvl6pPr marL="2514600" indent="-228600" eaLnBrk="false" fontAlgn="base" hangingPunct="false">
              <a:spcBef>
                <a:spcPct val="20000"/>
              </a:spcBef>
              <a:spcAft>
                <a:spcPct val="1"/>
              </a:spcAft>
              <a:buChar char="»"/>
              <a:defRPr sz="2000">
                <a:solidFill>
                  <a:schemeClr val="tx1"/>
                </a:solidFill>
                <a:latin typeface="Comic Sans MS" panose="030F0702030302020204" charset="0"/>
              </a:defRPr>
            </a:lvl6pPr>
            <a:lvl7pPr marL="2971800" indent="-228600" eaLnBrk="false" fontAlgn="base" hangingPunct="false">
              <a:spcBef>
                <a:spcPct val="20000"/>
              </a:spcBef>
              <a:spcAft>
                <a:spcPct val="1"/>
              </a:spcAft>
              <a:buChar char="»"/>
              <a:defRPr sz="2000">
                <a:solidFill>
                  <a:schemeClr val="tx1"/>
                </a:solidFill>
                <a:latin typeface="Comic Sans MS" panose="030F0702030302020204" charset="0"/>
              </a:defRPr>
            </a:lvl7pPr>
            <a:lvl8pPr marL="3429000" indent="-228600" eaLnBrk="false" fontAlgn="base" hangingPunct="false">
              <a:spcBef>
                <a:spcPct val="20000"/>
              </a:spcBef>
              <a:spcAft>
                <a:spcPct val="1"/>
              </a:spcAft>
              <a:buChar char="»"/>
              <a:defRPr sz="2000">
                <a:solidFill>
                  <a:schemeClr val="tx1"/>
                </a:solidFill>
                <a:latin typeface="Comic Sans MS" panose="030F0702030302020204" charset="0"/>
              </a:defRPr>
            </a:lvl8pPr>
            <a:lvl9pPr marL="3886200" indent="-228600" eaLnBrk="false" fontAlgn="base" hangingPunct="false">
              <a:spcBef>
                <a:spcPct val="20000"/>
              </a:spcBef>
              <a:spcAft>
                <a:spcPct val="1"/>
              </a:spcAft>
              <a:buChar char="»"/>
              <a:defRPr sz="2000">
                <a:solidFill>
                  <a:schemeClr val="tx1"/>
                </a:solidFill>
                <a:latin typeface="Comic Sans MS" panose="030F0702030302020204" charset="0"/>
              </a:defRPr>
            </a:lvl9pPr>
          </a:lstStyle>
          <a:p>
            <a:pPr>
              <a:spcBef>
                <a:spcPct val="1"/>
              </a:spcBef>
              <a:buFontTx/>
              <a:buNone/>
            </a:pPr>
            <a:fld id="{8040E6D7-1B2D-8D4E-88F3-6165E1629293}" type="slidenum">
              <a:rPr lang="zh-CN" altLang="en-US" sz="1400">
                <a:latin typeface="Times New Roman" panose="02020603050405020304" pitchFamily="18" charset="0"/>
                <a:ea typeface="宋体" pitchFamily="2" charset="-122"/>
              </a:rPr>
              <a:t>60</a:t>
            </a:fld>
            <a:endParaRPr lang="en-US" altLang="zh-CN" sz="1400">
              <a:latin typeface="Times New Roman" panose="02020603050405020304" pitchFamily="18" charset="0"/>
              <a:ea typeface="宋体" pitchFamily="2" charset="-122"/>
            </a:endParaRPr>
          </a:p>
        </p:txBody>
      </p:sp>
      <p:sp>
        <p:nvSpPr>
          <p:cNvPr id="340" name="Rectangle 2"/>
          <p:cNvSpPr>
            <a:spLocks noGrp="true" noChangeArrowheads="true"/>
          </p:cNvSpPr>
          <p:nvPr>
            <p:ph type="body" idx="1"/>
          </p:nvPr>
        </p:nvSpPr>
        <p:spPr>
          <a:xfrm>
            <a:off x="381000" y="533400"/>
            <a:ext cx="8305800" cy="5410200"/>
          </a:xfrm>
          <a:solidFill>
            <a:schemeClr val="bg1"/>
          </a:solidFill>
        </p:spPr>
        <p:txBody>
          <a:bodyPr/>
          <a:lstStyle/>
          <a:p>
            <a:pPr>
              <a:buFontTx/>
              <a:buNone/>
            </a:pPr>
            <a:r>
              <a:rPr lang="zh-CN" sz="2000" b="true">
                <a:latin typeface="Courier New"/>
                <a:ea typeface="宋体"/>
                <a:cs typeface="Courier New"/>
              </a:rPr>
              <a:t>1  </a:t>
            </a:r>
            <a:r>
              <a:rPr lang="en-US" sz="2000" b="true">
                <a:latin typeface="Courier New"/>
                <a:ea typeface="宋体"/>
                <a:cs typeface="Courier New"/>
              </a:rPr>
              <a:t>handler_t *Signal(int signum, handler_t *handler)</a:t>
            </a:r>
            <a:endParaRPr/>
          </a:p>
          <a:p>
            <a:pPr>
              <a:buFontTx/>
              <a:buNone/>
            </a:pPr>
            <a:r>
              <a:rPr lang="en-US" sz="2000" b="true">
                <a:latin typeface="Courier New"/>
                <a:ea typeface="宋体"/>
                <a:cs typeface="Courier New"/>
              </a:rPr>
              <a:t>2  {</a:t>
            </a:r>
            <a:endParaRPr/>
          </a:p>
          <a:p>
            <a:pPr>
              <a:buFontTx/>
              <a:buNone/>
            </a:pPr>
            <a:r>
              <a:rPr lang="en-US" sz="2000" b="true">
                <a:latin typeface="Courier New"/>
                <a:ea typeface="宋体"/>
                <a:cs typeface="Courier New"/>
              </a:rPr>
              <a:t>3    struct sigaction action, old_action;</a:t>
            </a:r>
            <a:endParaRPr/>
          </a:p>
          <a:p>
            <a:pPr>
              <a:buFontTx/>
              <a:buNone/>
            </a:pPr>
            <a:r>
              <a:rPr lang="en-US" sz="2000" b="true">
                <a:latin typeface="Courier New"/>
                <a:ea typeface="宋体"/>
                <a:cs typeface="Courier New"/>
              </a:rPr>
              <a:t>4</a:t>
            </a:r>
            <a:endParaRPr/>
          </a:p>
          <a:p>
            <a:pPr>
              <a:buFontTx/>
              <a:buNone/>
            </a:pPr>
            <a:r>
              <a:rPr lang="en-US" sz="2000" b="true">
                <a:latin typeface="Courier New"/>
                <a:ea typeface="宋体"/>
                <a:cs typeface="Courier New"/>
              </a:rPr>
              <a:t>5    action.sa_handler = handler;</a:t>
            </a:r>
            <a:endParaRPr/>
          </a:p>
          <a:p>
            <a:pPr>
              <a:buFontTx/>
              <a:buNone/>
            </a:pPr>
            <a:r>
              <a:rPr lang="en-US" sz="2000" b="true">
                <a:latin typeface="Courier New"/>
                <a:ea typeface="宋体"/>
                <a:cs typeface="Courier New"/>
              </a:rPr>
              <a:t>     </a:t>
            </a:r>
            <a:r>
              <a:rPr lang="en-US" sz="2000" b="true">
                <a:solidFill>
                  <a:srgbClr val="00B050">
                    <a:alpha val="100000"/>
                  </a:srgbClr>
                </a:solidFill>
                <a:latin typeface="Courier New"/>
                <a:ea typeface="宋体"/>
                <a:cs typeface="Courier New"/>
              </a:rPr>
              <a:t>/* only block sigs of type being handled */</a:t>
            </a:r>
            <a:endParaRPr/>
          </a:p>
          <a:p>
            <a:pPr>
              <a:buFontTx/>
              <a:buNone/>
            </a:pPr>
            <a:r>
              <a:rPr lang="en-US" sz="2000" b="true">
                <a:latin typeface="Courier New"/>
                <a:ea typeface="宋体"/>
                <a:cs typeface="Courier New"/>
              </a:rPr>
              <a:t>6    sigemptyset(&amp;action.</a:t>
            </a:r>
            <a:r>
              <a:rPr lang="en-US" sz="2000" b="true">
                <a:solidFill>
                  <a:srgbClr val="FF0000">
                    <a:alpha val="100000"/>
                  </a:srgbClr>
                </a:solidFill>
                <a:latin typeface="Courier New"/>
                <a:ea typeface="宋体"/>
                <a:cs typeface="Courier New"/>
              </a:rPr>
              <a:t>sa_mask</a:t>
            </a:r>
            <a:r>
              <a:rPr lang="en-US" sz="2000" b="true">
                <a:latin typeface="Courier New"/>
                <a:ea typeface="宋体"/>
                <a:cs typeface="Courier New"/>
              </a:rPr>
              <a:t>);</a:t>
            </a:r>
            <a:endParaRPr/>
          </a:p>
          <a:p>
            <a:pPr>
              <a:buFontTx/>
              <a:buNone/>
            </a:pPr>
            <a:r>
              <a:rPr lang="en-US" sz="2000" b="true">
                <a:latin typeface="Courier New"/>
                <a:ea typeface="宋体"/>
                <a:cs typeface="Courier New"/>
              </a:rPr>
              <a:t>     </a:t>
            </a:r>
            <a:r>
              <a:rPr lang="en-US" sz="2000" b="true">
                <a:solidFill>
                  <a:srgbClr val="00B050">
                    <a:alpha val="100000"/>
                  </a:srgbClr>
                </a:solidFill>
                <a:latin typeface="Courier New"/>
                <a:ea typeface="宋体"/>
                <a:cs typeface="Courier New"/>
              </a:rPr>
              <a:t>/* restart syscalls if possible */</a:t>
            </a:r>
            <a:endParaRPr/>
          </a:p>
          <a:p>
            <a:pPr>
              <a:buFontTx/>
              <a:buNone/>
            </a:pPr>
            <a:r>
              <a:rPr lang="en-US" sz="2000" b="true">
                <a:latin typeface="Courier New"/>
                <a:ea typeface="宋体"/>
                <a:cs typeface="Courier New"/>
              </a:rPr>
              <a:t>7    action.sa_flags = </a:t>
            </a:r>
            <a:r>
              <a:rPr lang="en-US" sz="2000" b="true">
                <a:solidFill>
                  <a:srgbClr val="FF0000">
                    <a:alpha val="100000"/>
                  </a:srgbClr>
                </a:solidFill>
                <a:latin typeface="Courier New"/>
                <a:ea typeface="宋体"/>
                <a:cs typeface="Courier New"/>
              </a:rPr>
              <a:t>SA_RESTART</a:t>
            </a:r>
            <a:r>
              <a:rPr lang="en-US" sz="2000" b="true">
                <a:latin typeface="Courier New"/>
                <a:ea typeface="宋体"/>
                <a:cs typeface="Courier New"/>
              </a:rPr>
              <a:t>; </a:t>
            </a:r>
            <a:endParaRPr/>
          </a:p>
          <a:p>
            <a:pPr>
              <a:buFontTx/>
              <a:buNone/>
            </a:pPr>
            <a:r>
              <a:rPr lang="en-US" sz="2000" b="true">
                <a:latin typeface="Courier New"/>
                <a:ea typeface="宋体"/>
                <a:cs typeface="Courier New"/>
              </a:rPr>
              <a:t>8</a:t>
            </a:r>
            <a:endParaRPr/>
          </a:p>
          <a:p>
            <a:pPr>
              <a:buFontTx/>
              <a:buNone/>
            </a:pPr>
            <a:r>
              <a:rPr lang="en-US" sz="2000" b="true">
                <a:latin typeface="Courier New"/>
                <a:ea typeface="宋体"/>
                <a:cs typeface="Courier New"/>
              </a:rPr>
              <a:t>9    if (sigaction(signum, &amp;action, &amp;old_action) &lt; 0)</a:t>
            </a:r>
            <a:endParaRPr/>
          </a:p>
          <a:p>
            <a:pPr>
              <a:buFontTx/>
              <a:buNone/>
            </a:pPr>
            <a:r>
              <a:rPr lang="en-US" sz="2000" b="true">
                <a:latin typeface="Courier New"/>
                <a:ea typeface="宋体"/>
                <a:cs typeface="Courier New"/>
              </a:rPr>
              <a:t>10     unix_error("Signal error");</a:t>
            </a:r>
            <a:endParaRPr/>
          </a:p>
          <a:p>
            <a:pPr>
              <a:buFontTx/>
              <a:buNone/>
            </a:pPr>
            <a:r>
              <a:rPr lang="en-US" sz="2000" b="true">
                <a:latin typeface="Courier New"/>
                <a:ea typeface="宋体"/>
                <a:cs typeface="Courier New"/>
              </a:rPr>
              <a:t>11   return (old_action.sa_handler);</a:t>
            </a:r>
            <a:endParaRPr/>
          </a:p>
          <a:p>
            <a:pPr>
              <a:buFontTx/>
              <a:buNone/>
            </a:pPr>
            <a:r>
              <a:rPr lang="en-US" sz="2000" b="true">
                <a:latin typeface="Courier New"/>
                <a:ea typeface="宋体"/>
                <a:cs typeface="Courier New"/>
              </a:rPr>
              <a:t>12 }</a:t>
            </a:r>
            <a:endParaRPr/>
          </a:p>
          <a:p>
            <a:pPr>
              <a:buFontTx/>
              <a:buNone/>
            </a:pPr>
            <a:endParaRPr lang="zh-CN" sz="2000" b="true">
              <a:latin typeface="Courier New"/>
              <a:ea typeface="宋体"/>
              <a:cs typeface="Courier New"/>
            </a:endParaRPr>
          </a:p>
        </p:txBody>
      </p:sp>
    </p:spTree>
  </p:cSld>
  <p:clrMapOvr>
    <a:masterClrMapping/>
  </p:clrMapOvr>
</p:sld>
</file>

<file path=ppt/slides/slide66.xml><?xml version="1.0" encoding="utf-8"?>
<p:sld xmlns:a="http://schemas.openxmlformats.org/drawingml/2006/main" xmlns:p="http://schemas.openxmlformats.org/presentationml/2006/main">
  <p:cSld>
    <p:spTree>
      <p:nvGrpSpPr>
        <p:cNvPr id="34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2" name="标题 1"/>
          <p:cNvSpPr>
            <a:spLocks noGrp="true"/>
          </p:cNvSpPr>
          <p:nvPr>
            <p:ph type="title"/>
          </p:nvPr>
        </p:nvSpPr>
        <p:spPr/>
        <p:txBody>
          <a:bodyPr/>
          <a:lstStyle/>
          <a:p>
            <a:pPr/>
            <a:r>
              <a:rPr lang="en-US" altLang="zh-CN"/>
              <a:t>signal()</a:t>
            </a:r>
            <a:r>
              <a:rPr lang="zh-CN" altLang="en-US"/>
              <a:t> </a:t>
            </a:r>
            <a:r>
              <a:rPr lang="en-US" altLang="zh-CN"/>
              <a:t>vs. sigaction()</a:t>
            </a:r>
            <a:endParaRPr kumimoji="true" lang="zh-CN" altLang="en-US"/>
          </a:p>
        </p:txBody>
      </p:sp>
      <p:sp>
        <p:nvSpPr>
          <p:cNvPr id="343" name="内容占位符 2"/>
          <p:cNvSpPr>
            <a:spLocks noGrp="true"/>
          </p:cNvSpPr>
          <p:nvPr>
            <p:ph idx="1"/>
          </p:nvPr>
        </p:nvSpPr>
        <p:spPr/>
        <p:txBody>
          <a:bodyPr/>
          <a:lstStyle/>
          <a:p>
            <a:pPr>
              <a:buChar char="•"/>
            </a:pPr>
            <a:r>
              <a:rPr lang="en-US"/>
              <a:t>signal()</a:t>
            </a:r>
            <a:r>
              <a:rPr lang="zh-CN"/>
              <a:t>：不支持信号传递信息，主要用于非实时信号安装；</a:t>
            </a:r>
            <a:endParaRPr/>
          </a:p>
          <a:p>
            <a:pPr>
              <a:buChar char="•"/>
            </a:pPr>
            <a:r>
              <a:rPr lang="en-US"/>
              <a:t>sigaction</a:t>
            </a:r>
            <a:r>
              <a:rPr lang="en-US"/>
              <a:t>():</a:t>
            </a:r>
            <a:r>
              <a:rPr lang="zh-CN"/>
              <a:t>支持信号传递信息，可用于所有信号安装</a:t>
            </a:r>
            <a:r>
              <a:rPr lang="en-US"/>
              <a:t> (</a:t>
            </a:r>
            <a:r>
              <a:rPr lang="en-US" sz="2000" b="true" i="false" u="none" strike="noStrike">
                <a:ln>
                  <a:noFill/>
                </a:ln>
                <a:solidFill>
                  <a:schemeClr val="tx1">
                    <a:alpha val="100000"/>
                  </a:schemeClr>
                </a:solidFill>
                <a:effectLst/>
                <a:latin typeface="Courier New"/>
                <a:ea typeface="宋体"/>
                <a:cs typeface="Courier New"/>
              </a:rPr>
              <a:t>struct</a:t>
            </a:r>
            <a:r>
              <a:rPr lang="en-US" sz="2000" b="true" i="false" u="none" strike="noStrike">
                <a:ln>
                  <a:noFill/>
                </a:ln>
                <a:solidFill>
                  <a:schemeClr val="tx1">
                    <a:alpha val="100000"/>
                  </a:schemeClr>
                </a:solidFill>
                <a:effectLst/>
                <a:latin typeface="Courier New"/>
                <a:ea typeface="宋体"/>
                <a:cs typeface="Courier New"/>
              </a:rPr>
              <a:t> </a:t>
            </a:r>
            <a:r>
              <a:rPr lang="en-US" sz="2400" b="true" i="false" u="none" strike="noStrike">
                <a:ln>
                  <a:noFill/>
                </a:ln>
                <a:solidFill>
                  <a:schemeClr val="tx1">
                    <a:alpha val="100000"/>
                  </a:schemeClr>
                </a:solidFill>
                <a:effectLst/>
                <a:latin typeface="Courier New"/>
                <a:ea typeface="宋体"/>
                <a:cs typeface="Courier New"/>
              </a:rPr>
              <a:t>sigaction</a:t>
            </a:r>
            <a:r>
              <a:rPr lang="zh-CN" sz="2400" b="true" i="false" u="none" strike="noStrike">
                <a:ln>
                  <a:noFill/>
                </a:ln>
                <a:solidFill>
                  <a:schemeClr val="tx1">
                    <a:alpha val="100000"/>
                  </a:schemeClr>
                </a:solidFill>
                <a:effectLst/>
                <a:latin typeface="Courier New"/>
                <a:ea typeface="宋体"/>
                <a:cs typeface="Courier New"/>
              </a:rPr>
              <a:t>中可设置</a:t>
            </a:r>
            <a:r>
              <a:rPr lang="en-US" sz="2400" b="true" i="false" u="none" strike="noStrike">
                <a:ln>
                  <a:noFill/>
                </a:ln>
                <a:solidFill>
                  <a:schemeClr val="tx1">
                    <a:alpha val="100000"/>
                  </a:schemeClr>
                </a:solidFill>
                <a:effectLst/>
                <a:latin typeface="Courier New"/>
                <a:ea typeface="宋体"/>
                <a:cs typeface="Courier New"/>
              </a:rPr>
              <a:t>3</a:t>
            </a:r>
            <a:r>
              <a:rPr lang="zh-CN" sz="2400" b="true" i="false" u="none" strike="noStrike">
                <a:ln>
                  <a:noFill/>
                </a:ln>
                <a:solidFill>
                  <a:schemeClr val="tx1">
                    <a:alpha val="100000"/>
                  </a:schemeClr>
                </a:solidFill>
                <a:effectLst/>
                <a:latin typeface="Courier New"/>
                <a:ea typeface="宋体"/>
                <a:cs typeface="Courier New"/>
              </a:rPr>
              <a:t>参数的扩展</a:t>
            </a:r>
            <a:r>
              <a:rPr lang="en-US" sz="2400" b="true" i="false" u="none" strike="noStrike">
                <a:ln>
                  <a:noFill/>
                </a:ln>
                <a:solidFill>
                  <a:schemeClr val="tx1">
                    <a:alpha val="100000"/>
                  </a:schemeClr>
                </a:solidFill>
                <a:effectLst/>
                <a:latin typeface="Courier New"/>
                <a:ea typeface="宋体"/>
                <a:cs typeface="Courier New"/>
              </a:rPr>
              <a:t>handler</a:t>
            </a:r>
            <a:r>
              <a:rPr lang="en-US"/>
              <a:t>)</a:t>
            </a:r>
            <a:r>
              <a:rPr lang="zh-CN"/>
              <a:t>；</a:t>
            </a:r>
            <a:endParaRPr/>
          </a:p>
          <a:p>
            <a:pPr>
              <a:buChar char="•"/>
            </a:pPr>
            <a:endParaRPr lang="zh-CN"/>
          </a:p>
        </p:txBody>
      </p:sp>
      <p:sp>
        <p:nvSpPr>
          <p:cNvPr id="344" name="幻灯片编号占位符 3"/>
          <p:cNvSpPr>
            <a:spLocks noGrp="true"/>
          </p:cNvSpPr>
          <p:nvPr>
            <p:ph type="sldNum" sz="quarter" idx="12"/>
          </p:nvPr>
        </p:nvSpPr>
        <p:spPr>
          <a:noFill/>
          <a:extLst>
            <a:ext uri="{909E8E84-426E-40DD-AFC4-6F175D3DCCD1}"/>
            <a:ext uri="{91240B29-F687-4F45-9708-019B960494DF}"/>
          </a:extLst>
        </p:spPr>
        <p:txBody>
          <a:bodyPr/>
          <a:lstStyle>
            <a:lvl1pPr>
              <a:defRPr sz="2000" b="true">
                <a:solidFill>
                  <a:schemeClr val="tx1"/>
                </a:solidFill>
                <a:latin typeface="Comic Sans MS" panose="030F0702030302020204" charset="0"/>
                <a:ea typeface="宋体" pitchFamily="2" charset="-122"/>
              </a:defRPr>
            </a:lvl1pPr>
            <a:lvl2pPr marL="742950" indent="-285750">
              <a:defRPr sz="2000" b="true">
                <a:solidFill>
                  <a:schemeClr val="tx1"/>
                </a:solidFill>
                <a:latin typeface="Comic Sans MS" panose="030F0702030302020204" charset="0"/>
                <a:ea typeface="宋体" pitchFamily="2" charset="-122"/>
              </a:defRPr>
            </a:lvl2pPr>
            <a:lvl3pPr marL="1143000" indent="-228600">
              <a:defRPr sz="2000" b="true">
                <a:solidFill>
                  <a:schemeClr val="tx1"/>
                </a:solidFill>
                <a:latin typeface="Comic Sans MS" panose="030F0702030302020204" charset="0"/>
                <a:ea typeface="宋体" pitchFamily="2" charset="-122"/>
              </a:defRPr>
            </a:lvl3pPr>
            <a:lvl4pPr marL="1600200" indent="-228600">
              <a:defRPr sz="2000" b="true">
                <a:solidFill>
                  <a:schemeClr val="tx1"/>
                </a:solidFill>
                <a:latin typeface="Comic Sans MS" panose="030F0702030302020204" charset="0"/>
                <a:ea typeface="宋体" pitchFamily="2" charset="-122"/>
              </a:defRPr>
            </a:lvl4pPr>
            <a:lvl5pPr marL="2057400" indent="-228600">
              <a:defRPr sz="2000" b="true">
                <a:solidFill>
                  <a:schemeClr val="tx1"/>
                </a:solidFill>
                <a:latin typeface="Comic Sans MS" panose="030F0702030302020204" charset="0"/>
                <a:ea typeface="宋体" pitchFamily="2" charset="-122"/>
              </a:defRPr>
            </a:lvl5pPr>
            <a:lvl6pPr marL="2514600" indent="-228600" eaLnBrk="false" fontAlgn="base" hangingPunct="false">
              <a:spcBef>
                <a:spcPct val="1"/>
              </a:spcBef>
              <a:spcAft>
                <a:spcPct val="1"/>
              </a:spcAft>
              <a:defRPr sz="2000" b="true">
                <a:solidFill>
                  <a:schemeClr val="tx1"/>
                </a:solidFill>
                <a:latin typeface="Comic Sans MS" panose="030F0702030302020204" charset="0"/>
                <a:ea typeface="宋体" pitchFamily="2" charset="-122"/>
              </a:defRPr>
            </a:lvl6pPr>
            <a:lvl7pPr marL="2971800" indent="-228600" eaLnBrk="false" fontAlgn="base" hangingPunct="false">
              <a:spcBef>
                <a:spcPct val="1"/>
              </a:spcBef>
              <a:spcAft>
                <a:spcPct val="1"/>
              </a:spcAft>
              <a:defRPr sz="2000" b="true">
                <a:solidFill>
                  <a:schemeClr val="tx1"/>
                </a:solidFill>
                <a:latin typeface="Comic Sans MS" panose="030F0702030302020204" charset="0"/>
                <a:ea typeface="宋体" pitchFamily="2" charset="-122"/>
              </a:defRPr>
            </a:lvl7pPr>
            <a:lvl8pPr marL="3429000" indent="-228600" eaLnBrk="false" fontAlgn="base" hangingPunct="false">
              <a:spcBef>
                <a:spcPct val="1"/>
              </a:spcBef>
              <a:spcAft>
                <a:spcPct val="1"/>
              </a:spcAft>
              <a:defRPr sz="2000" b="true">
                <a:solidFill>
                  <a:schemeClr val="tx1"/>
                </a:solidFill>
                <a:latin typeface="Comic Sans MS" panose="030F0702030302020204" charset="0"/>
                <a:ea typeface="宋体" pitchFamily="2" charset="-122"/>
              </a:defRPr>
            </a:lvl8pPr>
            <a:lvl9pPr marL="3886200" indent="-228600" eaLnBrk="false" fontAlgn="base" hangingPunct="false">
              <a:spcBef>
                <a:spcPct val="1"/>
              </a:spcBef>
              <a:spcAft>
                <a:spcPct val="1"/>
              </a:spcAft>
              <a:defRPr sz="2000" b="true">
                <a:solidFill>
                  <a:schemeClr val="tx1"/>
                </a:solidFill>
                <a:latin typeface="Comic Sans MS" panose="030F0702030302020204" charset="0"/>
                <a:ea typeface="宋体" pitchFamily="2" charset="-122"/>
              </a:defRPr>
            </a:lvl9pPr>
          </a:lstStyle>
          <a:p>
            <a:pPr/>
            <a:fld id="{182A0300-C1B5-FF4C-8195-B5F82DC0B983}" type="slidenum">
              <a:rPr lang="zh-CN" altLang="en-US" sz="1400" b="false">
                <a:latin typeface="Times New Roman" panose="02020603050405020304" pitchFamily="18" charset="0"/>
              </a:rPr>
              <a:t>61</a:t>
            </a:fld>
            <a:endParaRPr lang="en-US" altLang="zh-CN" sz="1400" b="false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67.xml><?xml version="1.0" encoding="utf-8"?>
<p:sld xmlns:a="http://schemas.openxmlformats.org/drawingml/2006/main" xmlns:p="http://schemas.openxmlformats.org/presentationml/2006/main">
  <p:cSld>
    <p:spTree>
      <p:nvGrpSpPr>
        <p:cNvPr id="345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6" name="灯片编号占位符 5"/>
          <p:cNvSpPr>
            <a:spLocks noGrp="true"/>
          </p:cNvSpPr>
          <p:nvPr>
            <p:ph type="sldNum" sz="quarter" idx="12"/>
          </p:nvPr>
        </p:nvSpPr>
        <p:spPr>
          <a:noFill/>
          <a:extLst>
            <a:ext uri="{909E8E84-426E-40DD-AFC4-6F175D3DCCD1}"/>
            <a:ext uri="{91240B29-F687-4F45-9708-019B960494DF}"/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Comic Sans MS" panose="030F070203030202020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Comic Sans MS" panose="030F070203030202020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anose="030F070203030202020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Comic Sans MS" panose="030F070203030202020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Comic Sans MS" panose="030F0702030302020204" charset="0"/>
              </a:defRPr>
            </a:lvl5pPr>
            <a:lvl6pPr marL="2514600" indent="-228600" eaLnBrk="false" fontAlgn="base" hangingPunct="false">
              <a:spcBef>
                <a:spcPct val="20000"/>
              </a:spcBef>
              <a:spcAft>
                <a:spcPct val="1"/>
              </a:spcAft>
              <a:buChar char="»"/>
              <a:defRPr sz="2000">
                <a:solidFill>
                  <a:schemeClr val="tx1"/>
                </a:solidFill>
                <a:latin typeface="Comic Sans MS" panose="030F0702030302020204" charset="0"/>
              </a:defRPr>
            </a:lvl6pPr>
            <a:lvl7pPr marL="2971800" indent="-228600" eaLnBrk="false" fontAlgn="base" hangingPunct="false">
              <a:spcBef>
                <a:spcPct val="20000"/>
              </a:spcBef>
              <a:spcAft>
                <a:spcPct val="1"/>
              </a:spcAft>
              <a:buChar char="»"/>
              <a:defRPr sz="2000">
                <a:solidFill>
                  <a:schemeClr val="tx1"/>
                </a:solidFill>
                <a:latin typeface="Comic Sans MS" panose="030F0702030302020204" charset="0"/>
              </a:defRPr>
            </a:lvl7pPr>
            <a:lvl8pPr marL="3429000" indent="-228600" eaLnBrk="false" fontAlgn="base" hangingPunct="false">
              <a:spcBef>
                <a:spcPct val="20000"/>
              </a:spcBef>
              <a:spcAft>
                <a:spcPct val="1"/>
              </a:spcAft>
              <a:buChar char="»"/>
              <a:defRPr sz="2000">
                <a:solidFill>
                  <a:schemeClr val="tx1"/>
                </a:solidFill>
                <a:latin typeface="Comic Sans MS" panose="030F0702030302020204" charset="0"/>
              </a:defRPr>
            </a:lvl8pPr>
            <a:lvl9pPr marL="3886200" indent="-228600" eaLnBrk="false" fontAlgn="base" hangingPunct="false">
              <a:spcBef>
                <a:spcPct val="20000"/>
              </a:spcBef>
              <a:spcAft>
                <a:spcPct val="1"/>
              </a:spcAft>
              <a:buChar char="»"/>
              <a:defRPr sz="2000">
                <a:solidFill>
                  <a:schemeClr val="tx1"/>
                </a:solidFill>
                <a:latin typeface="Comic Sans MS" panose="030F0702030302020204" charset="0"/>
              </a:defRPr>
            </a:lvl9pPr>
          </a:lstStyle>
          <a:p>
            <a:pPr>
              <a:spcBef>
                <a:spcPct val="1"/>
              </a:spcBef>
              <a:buFontTx/>
              <a:buNone/>
            </a:pPr>
            <a:fld id="{4074445A-807D-E94E-AA14-F5ACBF4C5B07}" type="slidenum">
              <a:rPr lang="zh-CN" altLang="en-US" sz="1400">
                <a:latin typeface="Times New Roman" panose="02020603050405020304" pitchFamily="18" charset="0"/>
                <a:ea typeface="宋体" pitchFamily="2" charset="-122"/>
              </a:rPr>
              <a:t>62</a:t>
            </a:fld>
            <a:endParaRPr lang="en-US" altLang="zh-CN" sz="1400">
              <a:latin typeface="Times New Roman" panose="02020603050405020304" pitchFamily="18" charset="0"/>
              <a:ea typeface="宋体" pitchFamily="2" charset="-122"/>
            </a:endParaRPr>
          </a:p>
        </p:txBody>
      </p:sp>
      <p:sp>
        <p:nvSpPr>
          <p:cNvPr id="347" name="Rectangle 2"/>
          <p:cNvSpPr>
            <a:spLocks noGrp="true" noChangeArrowheads="true"/>
          </p:cNvSpPr>
          <p:nvPr>
            <p:ph type="title"/>
          </p:nvPr>
        </p:nvSpPr>
        <p:spPr/>
        <p:txBody>
          <a:bodyPr/>
          <a:lstStyle/>
          <a:p>
            <a:pPr/>
            <a:r>
              <a:rPr lang="en-US" altLang="zh-CN">
                <a:ea typeface="宋体" pitchFamily="2" charset="-122"/>
              </a:rPr>
              <a:t>Signal Function</a:t>
            </a:r>
            <a:endParaRPr/>
          </a:p>
        </p:txBody>
      </p:sp>
      <p:sp>
        <p:nvSpPr>
          <p:cNvPr id="348" name="Rectangle 3"/>
          <p:cNvSpPr>
            <a:spLocks noGrp="true" noChangeArrowheads="true"/>
          </p:cNvSpPr>
          <p:nvPr>
            <p:ph type="body" idx="1"/>
          </p:nvPr>
        </p:nvSpPr>
        <p:spPr>
          <a:xfrm>
            <a:off x="457200" y="1600200"/>
            <a:ext cx="8077200" cy="4419600"/>
          </a:xfrm>
        </p:spPr>
        <p:txBody>
          <a:bodyPr/>
          <a:lstStyle/>
          <a:p>
            <a:pPr>
              <a:lnSpc>
                <a:spcPct val="140000"/>
              </a:lnSpc>
            </a:pPr>
            <a:r>
              <a:rPr lang="zh-CN" altLang="en-US" dirty="false">
                <a:solidFill>
                  <a:srgbClr val="C00000"/>
                </a:solidFill>
                <a:ea typeface="宋体" pitchFamily="2" charset="-122"/>
              </a:rPr>
              <a:t>只有正在被处理的信号类型</a:t>
            </a:r>
            <a:r>
              <a:rPr lang="zh-CN" altLang="en-US" dirty="false">
                <a:ea typeface="宋体" pitchFamily="2" charset="-122"/>
              </a:rPr>
              <a:t>被屏蔽</a:t>
            </a:r>
            <a:endParaRPr lang="en-US" altLang="zh-CN" dirty="false">
              <a:ea typeface="宋体" pitchFamily="2" charset="-122"/>
            </a:endParaRPr>
          </a:p>
          <a:p>
            <a:pPr lvl="1">
              <a:lnSpc>
                <a:spcPct val="140000"/>
              </a:lnSpc>
            </a:pPr>
            <a:r>
              <a:rPr lang="zh-CN" altLang="en-US" dirty="false">
                <a:ea typeface="宋体" pitchFamily="2" charset="-122"/>
              </a:rPr>
              <a:t>同类型</a:t>
            </a:r>
            <a:r>
              <a:rPr lang="zh-CN" altLang="en-US">
                <a:ea typeface="宋体" pitchFamily="2" charset="-122"/>
              </a:rPr>
              <a:t>信号无法嵌套</a:t>
            </a:r>
            <a:endParaRPr lang="en-US" altLang="zh-CN" dirty="false">
              <a:ea typeface="宋体" pitchFamily="2" charset="-122"/>
            </a:endParaRPr>
          </a:p>
          <a:p>
            <a:pPr>
              <a:lnSpc>
                <a:spcPct val="140000"/>
              </a:lnSpc>
            </a:pPr>
            <a:r>
              <a:rPr lang="zh-CN" altLang="en-US" dirty="false">
                <a:ea typeface="宋体" pitchFamily="2" charset="-122"/>
              </a:rPr>
              <a:t>在所有版本的</a:t>
            </a:r>
            <a:r>
              <a:rPr lang="en-US" altLang="zh-CN" dirty="false">
                <a:ea typeface="宋体" pitchFamily="2" charset="-122"/>
              </a:rPr>
              <a:t>signal</a:t>
            </a:r>
            <a:r>
              <a:rPr lang="zh-CN" altLang="en-US" dirty="false">
                <a:ea typeface="宋体" pitchFamily="2" charset="-122"/>
              </a:rPr>
              <a:t>实现中，信号都不支持排队</a:t>
            </a:r>
            <a:endParaRPr lang="en-US" altLang="zh-CN" dirty="false">
              <a:ea typeface="宋体" pitchFamily="2" charset="-122"/>
            </a:endParaRPr>
          </a:p>
          <a:p>
            <a:pPr>
              <a:lnSpc>
                <a:spcPct val="140000"/>
              </a:lnSpc>
            </a:pPr>
            <a:r>
              <a:rPr lang="zh-CN" altLang="en-US" dirty="false">
                <a:ea typeface="宋体" pitchFamily="2" charset="-122"/>
              </a:rPr>
              <a:t>被中断的系统调用，会在可以的时候自动重新执行</a:t>
            </a:r>
            <a:endParaRPr lang="en-US" altLang="zh-CN" dirty="false">
              <a:ea typeface="宋体" pitchFamily="2" charset="-122"/>
            </a:endParaRPr>
          </a:p>
        </p:txBody>
      </p:sp>
    </p:spTree>
  </p:cSld>
  <p:clrMapOvr>
    <a:masterClrMapping/>
  </p:clrMapOvr>
</p:sld>
</file>

<file path=ppt/slides/slide68.xml><?xml version="1.0" encoding="utf-8"?>
<p:sld xmlns:a="http://schemas.openxmlformats.org/drawingml/2006/main" xmlns:p="http://schemas.openxmlformats.org/presentationml/2006/main">
  <p:cSld>
    <p:spTree>
      <p:nvGrpSpPr>
        <p:cNvPr id="349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0" name="灯片编号占位符 5"/>
          <p:cNvSpPr>
            <a:spLocks noGrp="true"/>
          </p:cNvSpPr>
          <p:nvPr>
            <p:ph type="sldNum" sz="quarter" idx="12"/>
          </p:nvPr>
        </p:nvSpPr>
        <p:spPr>
          <a:noFill/>
          <a:extLst>
            <a:ext uri="{909E8E84-426E-40DD-AFC4-6F175D3DCCD1}"/>
            <a:ext uri="{91240B29-F687-4F45-9708-019B960494DF}"/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Comic Sans MS" panose="030F070203030202020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Comic Sans MS" panose="030F070203030202020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anose="030F070203030202020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Comic Sans MS" panose="030F070203030202020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Comic Sans MS" panose="030F0702030302020204" charset="0"/>
              </a:defRPr>
            </a:lvl5pPr>
            <a:lvl6pPr marL="2514600" indent="-228600" eaLnBrk="false" fontAlgn="base" hangingPunct="false">
              <a:spcBef>
                <a:spcPct val="20000"/>
              </a:spcBef>
              <a:spcAft>
                <a:spcPct val="1"/>
              </a:spcAft>
              <a:buChar char="»"/>
              <a:defRPr sz="2000">
                <a:solidFill>
                  <a:schemeClr val="tx1"/>
                </a:solidFill>
                <a:latin typeface="Comic Sans MS" panose="030F0702030302020204" charset="0"/>
              </a:defRPr>
            </a:lvl6pPr>
            <a:lvl7pPr marL="2971800" indent="-228600" eaLnBrk="false" fontAlgn="base" hangingPunct="false">
              <a:spcBef>
                <a:spcPct val="20000"/>
              </a:spcBef>
              <a:spcAft>
                <a:spcPct val="1"/>
              </a:spcAft>
              <a:buChar char="»"/>
              <a:defRPr sz="2000">
                <a:solidFill>
                  <a:schemeClr val="tx1"/>
                </a:solidFill>
                <a:latin typeface="Comic Sans MS" panose="030F0702030302020204" charset="0"/>
              </a:defRPr>
            </a:lvl7pPr>
            <a:lvl8pPr marL="3429000" indent="-228600" eaLnBrk="false" fontAlgn="base" hangingPunct="false">
              <a:spcBef>
                <a:spcPct val="20000"/>
              </a:spcBef>
              <a:spcAft>
                <a:spcPct val="1"/>
              </a:spcAft>
              <a:buChar char="»"/>
              <a:defRPr sz="2000">
                <a:solidFill>
                  <a:schemeClr val="tx1"/>
                </a:solidFill>
                <a:latin typeface="Comic Sans MS" panose="030F0702030302020204" charset="0"/>
              </a:defRPr>
            </a:lvl8pPr>
            <a:lvl9pPr marL="3886200" indent="-228600" eaLnBrk="false" fontAlgn="base" hangingPunct="false">
              <a:spcBef>
                <a:spcPct val="20000"/>
              </a:spcBef>
              <a:spcAft>
                <a:spcPct val="1"/>
              </a:spcAft>
              <a:buChar char="»"/>
              <a:defRPr sz="2000">
                <a:solidFill>
                  <a:schemeClr val="tx1"/>
                </a:solidFill>
                <a:latin typeface="Comic Sans MS" panose="030F0702030302020204" charset="0"/>
              </a:defRPr>
            </a:lvl9pPr>
          </a:lstStyle>
          <a:p>
            <a:pPr>
              <a:spcBef>
                <a:spcPct val="1"/>
              </a:spcBef>
              <a:buFontTx/>
              <a:buNone/>
            </a:pPr>
            <a:fld id="{CA491A45-599F-7A4D-9A7A-B176BA012581}" type="slidenum">
              <a:rPr lang="zh-CN" altLang="en-US" sz="1400">
                <a:latin typeface="Times New Roman" panose="02020603050405020304" pitchFamily="18" charset="0"/>
                <a:ea typeface="宋体" pitchFamily="2" charset="-122"/>
              </a:rPr>
              <a:t>63</a:t>
            </a:fld>
            <a:endParaRPr lang="en-US" altLang="zh-CN" sz="1400">
              <a:latin typeface="Times New Roman" panose="02020603050405020304" pitchFamily="18" charset="0"/>
              <a:ea typeface="宋体" pitchFamily="2" charset="-122"/>
            </a:endParaRPr>
          </a:p>
        </p:txBody>
      </p:sp>
      <p:sp>
        <p:nvSpPr>
          <p:cNvPr id="351" name="Rectangle 2"/>
          <p:cNvSpPr>
            <a:spLocks noGrp="true" noChangeArrowheads="true"/>
          </p:cNvSpPr>
          <p:nvPr>
            <p:ph type="title"/>
          </p:nvPr>
        </p:nvSpPr>
        <p:spPr/>
        <p:txBody>
          <a:bodyPr/>
          <a:lstStyle/>
          <a:p>
            <a:pPr/>
            <a:r>
              <a:rPr lang="en-US" altLang="zh-CN">
                <a:ea typeface="宋体" pitchFamily="2" charset="-122"/>
              </a:rPr>
              <a:t>Signal Function</a:t>
            </a:r>
            <a:endParaRPr/>
          </a:p>
        </p:txBody>
      </p:sp>
      <p:sp>
        <p:nvSpPr>
          <p:cNvPr id="352" name="Rectangle 3"/>
          <p:cNvSpPr>
            <a:spLocks noGrp="true" noChangeArrowheads="true"/>
          </p:cNvSpPr>
          <p:nvPr>
            <p:ph type="body" idx="1"/>
          </p:nvPr>
        </p:nvSpPr>
        <p:spPr>
          <a:xfrm>
            <a:off x="457200" y="1600200"/>
            <a:ext cx="8077200" cy="4419600"/>
          </a:xfrm>
        </p:spPr>
        <p:txBody>
          <a:bodyPr/>
          <a:lstStyle/>
          <a:p>
            <a:pPr>
              <a:lnSpc>
                <a:spcPct val="130000"/>
              </a:lnSpc>
            </a:pPr>
            <a:r>
              <a:rPr lang="zh-CN" altLang="en-US" dirty="false">
                <a:ea typeface="宋体" pitchFamily="2" charset="-122"/>
              </a:rPr>
              <a:t>一旦通过</a:t>
            </a:r>
            <a:r>
              <a:rPr lang="en-US" altLang="zh-CN" dirty="false">
                <a:ea typeface="宋体" pitchFamily="2" charset="-122"/>
              </a:rPr>
              <a:t>signal</a:t>
            </a:r>
            <a:r>
              <a:rPr lang="zh-CN" altLang="en-US" dirty="false">
                <a:ea typeface="宋体" pitchFamily="2" charset="-122"/>
              </a:rPr>
              <a:t>函数注册信号对应的处理函数，只有当再次调用</a:t>
            </a:r>
            <a:r>
              <a:rPr lang="en-US" altLang="zh-CN" dirty="false">
                <a:ea typeface="宋体" pitchFamily="2" charset="-122"/>
              </a:rPr>
              <a:t>signal</a:t>
            </a:r>
            <a:r>
              <a:rPr lang="zh-CN" altLang="en-US" dirty="false">
                <a:ea typeface="宋体" pitchFamily="2" charset="-122"/>
              </a:rPr>
              <a:t>函数，并将</a:t>
            </a:r>
            <a:r>
              <a:rPr lang="en-US" altLang="zh-CN" dirty="false">
                <a:ea typeface="宋体" pitchFamily="2" charset="-122"/>
              </a:rPr>
              <a:t>handler</a:t>
            </a:r>
            <a:r>
              <a:rPr lang="zh-CN" altLang="en-US" dirty="false">
                <a:ea typeface="宋体" pitchFamily="2" charset="-122"/>
              </a:rPr>
              <a:t>指定为</a:t>
            </a:r>
            <a:r>
              <a:rPr lang="en-US" altLang="zh-CN" dirty="false">
                <a:solidFill>
                  <a:srgbClr val="FF0000"/>
                </a:solidFill>
                <a:ea typeface="宋体" pitchFamily="2" charset="-122"/>
              </a:rPr>
              <a:t>SIG_IGN</a:t>
            </a:r>
            <a:r>
              <a:rPr lang="zh-CN" altLang="en-US" dirty="false">
                <a:ea typeface="宋体" pitchFamily="2" charset="-122"/>
              </a:rPr>
              <a:t>或</a:t>
            </a:r>
            <a:r>
              <a:rPr lang="en-US" altLang="zh-CN" dirty="false">
                <a:solidFill>
                  <a:srgbClr val="FF0000"/>
                </a:solidFill>
                <a:ea typeface="宋体" pitchFamily="2" charset="-122"/>
              </a:rPr>
              <a:t>SIG_DFL</a:t>
            </a:r>
            <a:r>
              <a:rPr lang="zh-CN" altLang="en-US" dirty="false">
                <a:ea typeface="宋体" pitchFamily="2" charset="-122"/>
              </a:rPr>
              <a:t>才能取消</a:t>
            </a:r>
            <a:endParaRPr lang="en-US" altLang="zh-CN" dirty="false">
              <a:ea typeface="宋体" pitchFamily="2" charset="-122"/>
            </a:endParaRPr>
          </a:p>
          <a:p>
            <a:pPr lvl="1">
              <a:lnSpc>
                <a:spcPct val="130000"/>
              </a:lnSpc>
            </a:pPr>
            <a:r>
              <a:rPr lang="en-US" altLang="zh-CN" dirty="false">
                <a:ea typeface="宋体" pitchFamily="2" charset="-122"/>
              </a:rPr>
              <a:t>SIG_IGN</a:t>
            </a:r>
            <a:r>
              <a:rPr lang="zh-CN" altLang="en-US" dirty="false">
                <a:ea typeface="宋体" pitchFamily="2" charset="-122"/>
              </a:rPr>
              <a:t>：忽略信号</a:t>
            </a:r>
            <a:endParaRPr lang="en-US" altLang="zh-CN" dirty="false">
              <a:ea typeface="宋体" pitchFamily="2" charset="-122"/>
            </a:endParaRPr>
          </a:p>
          <a:p>
            <a:pPr lvl="1">
              <a:lnSpc>
                <a:spcPct val="130000"/>
              </a:lnSpc>
            </a:pPr>
            <a:r>
              <a:rPr lang="en-US" altLang="zh-CN" dirty="false">
                <a:ea typeface="宋体" pitchFamily="2" charset="-122"/>
              </a:rPr>
              <a:t>SIG_DFL</a:t>
            </a:r>
            <a:r>
              <a:rPr lang="zh-CN" altLang="en-US" dirty="false">
                <a:ea typeface="宋体" pitchFamily="2" charset="-122"/>
              </a:rPr>
              <a:t>：恢复默认处理方式</a:t>
            </a:r>
            <a:endParaRPr lang="en-US" altLang="zh-CN" dirty="false">
              <a:ea typeface="宋体" pitchFamily="2" charset="-122"/>
            </a:endParaRPr>
          </a:p>
        </p:txBody>
      </p:sp>
    </p:spTree>
  </p:cSld>
  <p:clrMapOvr>
    <a:masterClrMapping/>
  </p:clrMapOvr>
</p:sld>
</file>

<file path=ppt/slides/slide69.xml><?xml version="1.0" encoding="utf-8"?>
<p:sld xmlns:p="http://schemas.openxmlformats.org/presentationml/2006/main" xmlns:a16="http://schemas.microsoft.com/office/drawing/2014/main" xmlns:a="http://schemas.openxmlformats.org/drawingml/2006/main" xmlns:mc="http://schemas.openxmlformats.org/markup-compatibility/2006" mc:Ignorable="a16">
  <p:cSld>
    <p:spTree>
      <p:nvGrpSpPr>
        <p:cNvPr id="353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4" name="灯片编号占位符 5"/>
          <p:cNvSpPr>
            <a:spLocks noGrp="true"/>
          </p:cNvSpPr>
          <p:nvPr>
            <p:ph type="sldNum" sz="quarter" idx="12"/>
          </p:nvPr>
        </p:nvSpPr>
        <p:spPr>
          <a:noFill/>
          <a:extLst>
            <a:ext uri="{909E8E84-426E-40DD-AFC4-6F175D3DCCD1}"/>
            <a:ext uri="{91240B29-F687-4F45-9708-019B960494DF}"/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Comic Sans MS" panose="030F070203030202020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Comic Sans MS" panose="030F070203030202020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anose="030F070203030202020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Comic Sans MS" panose="030F070203030202020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Comic Sans MS" panose="030F0702030302020204" charset="0"/>
              </a:defRPr>
            </a:lvl5pPr>
            <a:lvl6pPr marL="2514600" indent="-228600" eaLnBrk="false" fontAlgn="base" hangingPunct="false">
              <a:spcBef>
                <a:spcPct val="20000"/>
              </a:spcBef>
              <a:spcAft>
                <a:spcPct val="1"/>
              </a:spcAft>
              <a:buChar char="»"/>
              <a:defRPr sz="2000">
                <a:solidFill>
                  <a:schemeClr val="tx1"/>
                </a:solidFill>
                <a:latin typeface="Comic Sans MS" panose="030F0702030302020204" charset="0"/>
              </a:defRPr>
            </a:lvl6pPr>
            <a:lvl7pPr marL="2971800" indent="-228600" eaLnBrk="false" fontAlgn="base" hangingPunct="false">
              <a:spcBef>
                <a:spcPct val="20000"/>
              </a:spcBef>
              <a:spcAft>
                <a:spcPct val="1"/>
              </a:spcAft>
              <a:buChar char="»"/>
              <a:defRPr sz="2000">
                <a:solidFill>
                  <a:schemeClr val="tx1"/>
                </a:solidFill>
                <a:latin typeface="Comic Sans MS" panose="030F0702030302020204" charset="0"/>
              </a:defRPr>
            </a:lvl7pPr>
            <a:lvl8pPr marL="3429000" indent="-228600" eaLnBrk="false" fontAlgn="base" hangingPunct="false">
              <a:spcBef>
                <a:spcPct val="20000"/>
              </a:spcBef>
              <a:spcAft>
                <a:spcPct val="1"/>
              </a:spcAft>
              <a:buChar char="»"/>
              <a:defRPr sz="2000">
                <a:solidFill>
                  <a:schemeClr val="tx1"/>
                </a:solidFill>
                <a:latin typeface="Comic Sans MS" panose="030F0702030302020204" charset="0"/>
              </a:defRPr>
            </a:lvl8pPr>
            <a:lvl9pPr marL="3886200" indent="-228600" eaLnBrk="false" fontAlgn="base" hangingPunct="false">
              <a:spcBef>
                <a:spcPct val="20000"/>
              </a:spcBef>
              <a:spcAft>
                <a:spcPct val="1"/>
              </a:spcAft>
              <a:buChar char="»"/>
              <a:defRPr sz="2000">
                <a:solidFill>
                  <a:schemeClr val="tx1"/>
                </a:solidFill>
                <a:latin typeface="Comic Sans MS" panose="030F0702030302020204" charset="0"/>
              </a:defRPr>
            </a:lvl9pPr>
          </a:lstStyle>
          <a:p>
            <a:pPr>
              <a:spcBef>
                <a:spcPct val="1"/>
              </a:spcBef>
              <a:buFontTx/>
              <a:buNone/>
            </a:pPr>
            <a:fld id="{8FCAABE6-39B6-E748-AC03-ADD5D834E0BB}" type="slidenum">
              <a:rPr lang="zh-CN" altLang="en-US" sz="1400">
                <a:latin typeface="Times New Roman" panose="02020603050405020304" pitchFamily="18" charset="0"/>
                <a:ea typeface="宋体" pitchFamily="2" charset="-122"/>
              </a:rPr>
              <a:t>64</a:t>
            </a:fld>
            <a:endParaRPr lang="en-US" altLang="zh-CN" sz="1400">
              <a:latin typeface="Times New Roman" panose="02020603050405020304" pitchFamily="18" charset="0"/>
              <a:ea typeface="宋体" pitchFamily="2" charset="-122"/>
            </a:endParaRPr>
          </a:p>
        </p:txBody>
      </p:sp>
      <p:sp>
        <p:nvSpPr>
          <p:cNvPr id="355" name="Rectangle 2"/>
          <p:cNvSpPr>
            <a:spLocks noGrp="true" noChangeArrowheads="true"/>
          </p:cNvSpPr>
          <p:nvPr>
            <p:ph type="title"/>
          </p:nvPr>
        </p:nvSpPr>
        <p:spPr>
          <a:xfrm>
            <a:off x="457200" y="533400"/>
            <a:ext cx="8077200" cy="685800"/>
          </a:xfrm>
        </p:spPr>
        <p:txBody>
          <a:bodyPr/>
          <a:lstStyle/>
          <a:p>
            <a:pPr/>
            <a:r>
              <a:rPr lang="en-US" altLang="zh-CN">
                <a:ea typeface="宋体" pitchFamily="2" charset="-122"/>
              </a:rPr>
              <a:t>Explicitly Blocking Signals</a:t>
            </a:r>
            <a:endParaRPr/>
          </a:p>
        </p:txBody>
      </p:sp>
      <p:graphicFrame>
        <p:nvGraphicFramePr>
          <p:cNvPr id="356" name="Group 3"/>
          <p:cNvGraphicFramePr/>
          <p:nvPr/>
        </p:nvGraphicFramePr>
        <p:xfrm>
          <a:off x="457200" y="1600200"/>
          <a:ext cx="8153400" cy="4292600"/>
        </p:xfrm>
        <a:graphic>
          <a:graphicData uri="http://schemas.openxmlformats.org/drawingml/2006/table">
            <a:tbl>
              <a:tblPr/>
              <a:tblGrid>
                <a:gridCol w="8153400">
                  <a:extLst>
                    <a:ext uri="{9D8B030D-6E8A-4147-A177-3AD203B41FA5}">
                      <a16:colId val="1"/>
                    </a:ext>
                  </a:extLst>
                </a:gridCol>
              </a:tblGrid>
              <a:tr h="4292600">
                <a:tc>
                  <a:txBody>
                    <a:bodyPr/>
                    <a:lstStyle/>
                    <a:p>
                      <a:pPr marL="0" marR="0" lvl="0" indent="0" algn="l" defTabSz="914400" rtl="false" eaLnBrk="false" fontAlgn="base" latinLnBrk="false" hangingPunct="false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1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false" lang="zh-CN" altLang="en-US" sz="2000" b="true" i="false" u="none" strike="noStrike" cap="none" normalizeH="false" baseline="0" dirty="false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anose="02070309020205020404" charset="0"/>
                          <a:ea typeface="宋体" pitchFamily="2" charset="-122"/>
                          <a:cs typeface="Courier New" panose="02070309020205020404" charset="0"/>
                        </a:rPr>
                        <a:t>#</a:t>
                      </a:r>
                      <a:r>
                        <a:rPr kumimoji="false" lang="en-US" altLang="zh-CN" sz="2000" b="true" i="false" u="none" strike="noStrike" cap="none" normalizeH="false" baseline="0" dirty="false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anose="02070309020205020404" charset="0"/>
                          <a:ea typeface="宋体" pitchFamily="2" charset="-122"/>
                          <a:cs typeface="Courier New" panose="02070309020205020404" charset="0"/>
                        </a:rPr>
                        <a:t>include &lt;</a:t>
                      </a:r>
                      <a:r>
                        <a:rPr kumimoji="false" lang="en-US" altLang="zh-CN" sz="2000" b="true" i="false" u="none" strike="noStrike" cap="none" normalizeH="false" baseline="0" dirty="false" err="true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anose="02070309020205020404" charset="0"/>
                          <a:ea typeface="宋体" pitchFamily="2" charset="-122"/>
                          <a:cs typeface="Courier New" panose="02070309020205020404" charset="0"/>
                        </a:rPr>
                        <a:t>signal.h</a:t>
                      </a:r>
                      <a:r>
                        <a:rPr kumimoji="false" lang="en-US" altLang="zh-CN" sz="2000" b="true" i="false" u="none" strike="noStrike" cap="none" normalizeH="false" baseline="0" dirty="false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anose="02070309020205020404" charset="0"/>
                          <a:ea typeface="宋体" pitchFamily="2" charset="-122"/>
                          <a:cs typeface="Courier New" panose="02070309020205020404" charset="0"/>
                        </a:rPr>
                        <a:t>&gt;</a:t>
                      </a:r>
                      <a:endParaRPr/>
                    </a:p>
                    <a:p>
                      <a:pPr marL="0" marR="0" lvl="0" indent="0" algn="l" defTabSz="914400" rtl="false" eaLnBrk="false" fontAlgn="base" latinLnBrk="false" hangingPunct="false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1"/>
                        </a:spcAft>
                        <a:buClrTx/>
                        <a:buSzTx/>
                        <a:buFontTx/>
                        <a:buNone/>
                      </a:pPr>
                      <a:endParaRPr kumimoji="false" lang="en-US" altLang="zh-CN" sz="800" b="true" i="false" u="none" strike="noStrike" cap="none" normalizeH="false" baseline="0" dirty="false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urier New" panose="02070309020205020404" charset="0"/>
                        <a:ea typeface="宋体" pitchFamily="2" charset="-122"/>
                        <a:cs typeface="Courier New" panose="02070309020205020404" charset="0"/>
                      </a:endParaRPr>
                    </a:p>
                    <a:p>
                      <a:pPr marL="0" marR="0" lvl="0" indent="0" algn="l" defTabSz="914400" rtl="false" eaLnBrk="false" fontAlgn="base" latinLnBrk="false" hangingPunct="false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1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false" lang="en-US" altLang="zh-CN" sz="2000" b="true" i="false" u="none" strike="noStrike" cap="none" normalizeH="false" baseline="0" dirty="false" err="true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anose="02070309020205020404" charset="0"/>
                          <a:ea typeface="宋体" pitchFamily="2" charset="-122"/>
                          <a:cs typeface="Courier New" panose="02070309020205020404" charset="0"/>
                        </a:rPr>
                        <a:t>int</a:t>
                      </a:r>
                      <a:r>
                        <a:rPr kumimoji="false" lang="en-US" altLang="zh-CN" sz="2000" b="true" i="false" u="none" strike="noStrike" cap="none" normalizeH="false" baseline="0" dirty="false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anose="02070309020205020404" charset="0"/>
                          <a:ea typeface="宋体" pitchFamily="2" charset="-122"/>
                          <a:cs typeface="Courier New" panose="02070309020205020404" charset="0"/>
                        </a:rPr>
                        <a:t>  </a:t>
                      </a:r>
                      <a:r>
                        <a:rPr kumimoji="false" lang="en-US" altLang="zh-CN" sz="2400" b="true" i="false" u="none" strike="noStrike" cap="none" normalizeH="false" baseline="0" dirty="false" err="true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anose="02070309020205020404" charset="0"/>
                          <a:ea typeface="宋体" pitchFamily="2" charset="-122"/>
                          <a:cs typeface="Courier New" panose="02070309020205020404" charset="0"/>
                        </a:rPr>
                        <a:t>sigprocmask</a:t>
                      </a:r>
                      <a:r>
                        <a:rPr kumimoji="false" lang="en-US" altLang="zh-CN" sz="2000" b="true" i="false" u="none" strike="noStrike" cap="none" normalizeH="false" baseline="0" dirty="false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anose="02070309020205020404" charset="0"/>
                          <a:ea typeface="宋体" pitchFamily="2" charset="-122"/>
                          <a:cs typeface="Courier New" panose="02070309020205020404" charset="0"/>
                        </a:rPr>
                        <a:t>(</a:t>
                      </a:r>
                      <a:r>
                        <a:rPr kumimoji="false" lang="en-US" altLang="zh-CN" sz="2000" b="true" i="false" u="none" strike="noStrike" cap="none" normalizeH="false" baseline="0" dirty="false" err="true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anose="02070309020205020404" charset="0"/>
                          <a:ea typeface="宋体" pitchFamily="2" charset="-122"/>
                          <a:cs typeface="Courier New" panose="02070309020205020404" charset="0"/>
                        </a:rPr>
                        <a:t>int</a:t>
                      </a:r>
                      <a:r>
                        <a:rPr kumimoji="false" lang="en-US" altLang="zh-CN" sz="2000" b="true" i="false" u="none" strike="noStrike" cap="none" normalizeH="false" baseline="0" dirty="false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anose="02070309020205020404" charset="0"/>
                          <a:ea typeface="宋体" pitchFamily="2" charset="-122"/>
                          <a:cs typeface="Courier New" panose="02070309020205020404" charset="0"/>
                        </a:rPr>
                        <a:t> how, const </a:t>
                      </a:r>
                      <a:r>
                        <a:rPr kumimoji="false" lang="en-US" altLang="zh-CN" sz="2000" b="true" i="false" u="none" strike="noStrike" cap="none" normalizeH="false" baseline="0" dirty="false" err="true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anose="02070309020205020404" charset="0"/>
                          <a:ea typeface="宋体" pitchFamily="2" charset="-122"/>
                          <a:cs typeface="Courier New" panose="02070309020205020404" charset="0"/>
                        </a:rPr>
                        <a:t>sigset_t</a:t>
                      </a:r>
                      <a:r>
                        <a:rPr kumimoji="false" lang="en-US" altLang="zh-CN" sz="2000" b="true" i="false" u="none" strike="noStrike" cap="none" normalizeH="false" baseline="0" dirty="false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anose="02070309020205020404" charset="0"/>
                          <a:ea typeface="宋体" pitchFamily="2" charset="-122"/>
                          <a:cs typeface="Courier New" panose="02070309020205020404" charset="0"/>
                        </a:rPr>
                        <a:t> *set, </a:t>
                      </a:r>
                      <a:br>
                        <a:rPr kumimoji="false" lang="en-US" altLang="zh-CN" sz="2000" b="true" i="false" u="none" strike="noStrike" cap="none" normalizeH="false" baseline="0" dirty="false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anose="02070309020205020404" charset="0"/>
                          <a:ea typeface="宋体" pitchFamily="2" charset="-122"/>
                          <a:cs typeface="Courier New" panose="02070309020205020404" charset="0"/>
                        </a:rPr>
                      </a:br>
                      <a:r>
                        <a:rPr kumimoji="false" lang="en-US" altLang="zh-CN" sz="2000" b="true" i="false" u="none" strike="noStrike" cap="none" normalizeH="false" baseline="0" dirty="false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anose="02070309020205020404" charset="0"/>
                          <a:ea typeface="宋体" pitchFamily="2" charset="-122"/>
                          <a:cs typeface="Courier New" panose="02070309020205020404" charset="0"/>
                        </a:rPr>
                        <a:t>                   </a:t>
                      </a:r>
                      <a:r>
                        <a:rPr kumimoji="false" lang="en-US" altLang="zh-CN" sz="2000" b="true" i="false" u="none" strike="noStrike" cap="none" normalizeH="false" baseline="0" dirty="false" err="true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anose="02070309020205020404" charset="0"/>
                          <a:ea typeface="宋体" pitchFamily="2" charset="-122"/>
                          <a:cs typeface="Courier New" panose="02070309020205020404" charset="0"/>
                        </a:rPr>
                        <a:t>sigset_t</a:t>
                      </a:r>
                      <a:r>
                        <a:rPr kumimoji="false" lang="en-US" altLang="zh-CN" sz="2000" b="true" i="false" u="none" strike="noStrike" cap="none" normalizeH="false" baseline="0" dirty="false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anose="02070309020205020404" charset="0"/>
                          <a:ea typeface="宋体" pitchFamily="2" charset="-122"/>
                          <a:cs typeface="Courier New" panose="02070309020205020404" charset="0"/>
                        </a:rPr>
                        <a:t> *</a:t>
                      </a:r>
                      <a:r>
                        <a:rPr kumimoji="false" lang="en-US" altLang="zh-CN" sz="2000" b="true" i="false" u="none" strike="noStrike" cap="none" normalizeH="false" baseline="0" dirty="false" err="true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anose="02070309020205020404" charset="0"/>
                          <a:ea typeface="宋体" pitchFamily="2" charset="-122"/>
                          <a:cs typeface="Courier New" panose="02070309020205020404" charset="0"/>
                        </a:rPr>
                        <a:t>oldset</a:t>
                      </a:r>
                      <a:r>
                        <a:rPr kumimoji="false" lang="en-US" altLang="zh-CN" sz="2000" b="true" i="false" u="none" strike="noStrike" cap="none" normalizeH="false" baseline="0" dirty="false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anose="02070309020205020404" charset="0"/>
                          <a:ea typeface="宋体" pitchFamily="2" charset="-122"/>
                          <a:cs typeface="Courier New" panose="02070309020205020404" charset="0"/>
                        </a:rPr>
                        <a:t>)</a:t>
                      </a:r>
                      <a:endParaRPr/>
                    </a:p>
                    <a:p>
                      <a:pPr marL="0" marR="0" lvl="0" indent="0" algn="l" defTabSz="914400" rtl="false" eaLnBrk="false" fontAlgn="base" latinLnBrk="false" hangingPunct="false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1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false" lang="en-US" altLang="zh-CN" sz="2000" b="true" i="false" u="none" strike="noStrike" cap="none" normalizeH="false" baseline="0" dirty="false" err="true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anose="02070309020205020404" charset="0"/>
                          <a:ea typeface="宋体" pitchFamily="2" charset="-122"/>
                          <a:cs typeface="Courier New" panose="02070309020205020404" charset="0"/>
                        </a:rPr>
                        <a:t>int</a:t>
                      </a:r>
                      <a:r>
                        <a:rPr kumimoji="false" lang="en-US" altLang="zh-CN" sz="2000" b="true" i="false" u="none" strike="noStrike" cap="none" normalizeH="false" baseline="0" dirty="false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anose="02070309020205020404" charset="0"/>
                          <a:ea typeface="宋体" pitchFamily="2" charset="-122"/>
                          <a:cs typeface="Courier New" panose="02070309020205020404" charset="0"/>
                        </a:rPr>
                        <a:t>  </a:t>
                      </a:r>
                      <a:r>
                        <a:rPr kumimoji="false" lang="en-US" altLang="zh-CN" sz="2400" b="true" i="false" u="none" strike="noStrike" cap="none" normalizeH="false" baseline="0" dirty="false" err="true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anose="02070309020205020404" charset="0"/>
                          <a:ea typeface="宋体" pitchFamily="2" charset="-122"/>
                          <a:cs typeface="Courier New" panose="02070309020205020404" charset="0"/>
                        </a:rPr>
                        <a:t>sigemptyset</a:t>
                      </a:r>
                      <a:r>
                        <a:rPr kumimoji="false" lang="en-US" altLang="zh-CN" sz="2000" b="true" i="false" u="none" strike="noStrike" cap="none" normalizeH="false" baseline="0" dirty="false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anose="02070309020205020404" charset="0"/>
                          <a:ea typeface="宋体" pitchFamily="2" charset="-122"/>
                          <a:cs typeface="Courier New" panose="02070309020205020404" charset="0"/>
                        </a:rPr>
                        <a:t>(</a:t>
                      </a:r>
                      <a:r>
                        <a:rPr kumimoji="false" lang="en-US" altLang="zh-CN" sz="2000" b="true" i="false" u="none" strike="noStrike" cap="none" normalizeH="false" baseline="0" dirty="false" err="true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anose="02070309020205020404" charset="0"/>
                          <a:ea typeface="宋体" pitchFamily="2" charset="-122"/>
                          <a:cs typeface="Courier New" panose="02070309020205020404" charset="0"/>
                        </a:rPr>
                        <a:t>sigset_t</a:t>
                      </a:r>
                      <a:r>
                        <a:rPr kumimoji="false" lang="en-US" altLang="zh-CN" sz="2000" b="true" i="false" u="none" strike="noStrike" cap="none" normalizeH="false" baseline="0" dirty="false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anose="02070309020205020404" charset="0"/>
                          <a:ea typeface="宋体" pitchFamily="2" charset="-122"/>
                          <a:cs typeface="Courier New" panose="02070309020205020404" charset="0"/>
                        </a:rPr>
                        <a:t> *set) ;</a:t>
                      </a:r>
                      <a:endParaRPr/>
                    </a:p>
                    <a:p>
                      <a:pPr marL="0" marR="0" lvl="0" indent="0" algn="l" defTabSz="914400" rtl="false" eaLnBrk="false" fontAlgn="base" latinLnBrk="false" hangingPunct="false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1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false" lang="en-US" altLang="zh-CN" sz="2000" b="true" i="false" u="none" strike="noStrike" cap="none" normalizeH="false" baseline="0" dirty="false" err="true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anose="02070309020205020404" charset="0"/>
                          <a:ea typeface="宋体" pitchFamily="2" charset="-122"/>
                          <a:cs typeface="Courier New" panose="02070309020205020404" charset="0"/>
                        </a:rPr>
                        <a:t>int</a:t>
                      </a:r>
                      <a:r>
                        <a:rPr kumimoji="false" lang="en-US" altLang="zh-CN" sz="2000" b="true" i="false" u="none" strike="noStrike" cap="none" normalizeH="false" baseline="0" dirty="false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anose="02070309020205020404" charset="0"/>
                          <a:ea typeface="宋体" pitchFamily="2" charset="-122"/>
                          <a:cs typeface="Courier New" panose="02070309020205020404" charset="0"/>
                        </a:rPr>
                        <a:t>  </a:t>
                      </a:r>
                      <a:r>
                        <a:rPr kumimoji="false" lang="en-US" altLang="zh-CN" sz="2400" b="true" i="false" u="none" strike="noStrike" cap="none" normalizeH="false" baseline="0" dirty="false" err="true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anose="02070309020205020404" charset="0"/>
                          <a:ea typeface="宋体" pitchFamily="2" charset="-122"/>
                          <a:cs typeface="Courier New" panose="02070309020205020404" charset="0"/>
                        </a:rPr>
                        <a:t>sigfillset</a:t>
                      </a:r>
                      <a:r>
                        <a:rPr kumimoji="false" lang="en-US" altLang="zh-CN" sz="2000" b="true" i="false" u="none" strike="noStrike" cap="none" normalizeH="false" baseline="0" dirty="false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anose="02070309020205020404" charset="0"/>
                          <a:ea typeface="宋体" pitchFamily="2" charset="-122"/>
                          <a:cs typeface="Courier New" panose="02070309020205020404" charset="0"/>
                        </a:rPr>
                        <a:t>(</a:t>
                      </a:r>
                      <a:r>
                        <a:rPr kumimoji="false" lang="en-US" altLang="zh-CN" sz="2000" b="true" i="false" u="none" strike="noStrike" cap="none" normalizeH="false" baseline="0" dirty="false" err="true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anose="02070309020205020404" charset="0"/>
                          <a:ea typeface="宋体" pitchFamily="2" charset="-122"/>
                          <a:cs typeface="Courier New" panose="02070309020205020404" charset="0"/>
                        </a:rPr>
                        <a:t>sigset_t</a:t>
                      </a:r>
                      <a:r>
                        <a:rPr kumimoji="false" lang="en-US" altLang="zh-CN" sz="2000" b="true" i="false" u="none" strike="noStrike" cap="none" normalizeH="false" baseline="0" dirty="false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anose="02070309020205020404" charset="0"/>
                          <a:ea typeface="宋体" pitchFamily="2" charset="-122"/>
                          <a:cs typeface="Courier New" panose="02070309020205020404" charset="0"/>
                        </a:rPr>
                        <a:t> *set);</a:t>
                      </a:r>
                      <a:endParaRPr/>
                    </a:p>
                    <a:p>
                      <a:pPr marL="0" marR="0" lvl="0" indent="0" algn="l" defTabSz="914400" rtl="false" eaLnBrk="false" fontAlgn="base" latinLnBrk="false" hangingPunct="false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1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false" lang="en-US" altLang="zh-CN" sz="2000" b="true" i="false" u="none" strike="noStrike" cap="none" normalizeH="false" baseline="0" dirty="false" err="true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anose="02070309020205020404" charset="0"/>
                          <a:ea typeface="宋体" pitchFamily="2" charset="-122"/>
                          <a:cs typeface="Courier New" panose="02070309020205020404" charset="0"/>
                        </a:rPr>
                        <a:t>int</a:t>
                      </a:r>
                      <a:r>
                        <a:rPr kumimoji="false" lang="en-US" altLang="zh-CN" sz="2000" b="true" i="false" u="none" strike="noStrike" cap="none" normalizeH="false" baseline="0" dirty="false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anose="02070309020205020404" charset="0"/>
                          <a:ea typeface="宋体" pitchFamily="2" charset="-122"/>
                          <a:cs typeface="Courier New" panose="02070309020205020404" charset="0"/>
                        </a:rPr>
                        <a:t>  </a:t>
                      </a:r>
                      <a:r>
                        <a:rPr kumimoji="false" lang="en-US" altLang="zh-CN" sz="2400" b="true" i="false" u="none" strike="noStrike" cap="none" normalizeH="false" baseline="0" dirty="false" err="true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anose="02070309020205020404" charset="0"/>
                          <a:ea typeface="宋体" pitchFamily="2" charset="-122"/>
                          <a:cs typeface="Courier New" panose="02070309020205020404" charset="0"/>
                        </a:rPr>
                        <a:t>sigaddset</a:t>
                      </a:r>
                      <a:r>
                        <a:rPr kumimoji="false" lang="en-US" altLang="zh-CN" sz="2000" b="true" i="false" u="none" strike="noStrike" cap="none" normalizeH="false" baseline="0" dirty="false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anose="02070309020205020404" charset="0"/>
                          <a:ea typeface="宋体" pitchFamily="2" charset="-122"/>
                          <a:cs typeface="Courier New" panose="02070309020205020404" charset="0"/>
                        </a:rPr>
                        <a:t>(</a:t>
                      </a:r>
                      <a:r>
                        <a:rPr kumimoji="false" lang="en-US" altLang="zh-CN" sz="2000" b="true" i="false" u="none" strike="noStrike" cap="none" normalizeH="false" baseline="0" dirty="false" err="true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anose="02070309020205020404" charset="0"/>
                          <a:ea typeface="宋体" pitchFamily="2" charset="-122"/>
                          <a:cs typeface="Courier New" panose="02070309020205020404" charset="0"/>
                        </a:rPr>
                        <a:t>sigset_t</a:t>
                      </a:r>
                      <a:r>
                        <a:rPr kumimoji="false" lang="en-US" altLang="zh-CN" sz="2000" b="true" i="false" u="none" strike="noStrike" cap="none" normalizeH="false" baseline="0" dirty="false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anose="02070309020205020404" charset="0"/>
                          <a:ea typeface="宋体" pitchFamily="2" charset="-122"/>
                          <a:cs typeface="Courier New" panose="02070309020205020404" charset="0"/>
                        </a:rPr>
                        <a:t> *set, </a:t>
                      </a:r>
                      <a:r>
                        <a:rPr kumimoji="false" lang="en-US" altLang="zh-CN" sz="2000" b="true" i="false" u="none" strike="noStrike" cap="none" normalizeH="false" baseline="0" dirty="false" err="true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anose="02070309020205020404" charset="0"/>
                          <a:ea typeface="宋体" pitchFamily="2" charset="-122"/>
                          <a:cs typeface="Courier New" panose="02070309020205020404" charset="0"/>
                        </a:rPr>
                        <a:t>int</a:t>
                      </a:r>
                      <a:r>
                        <a:rPr kumimoji="false" lang="en-US" altLang="zh-CN" sz="2000" b="true" i="false" u="none" strike="noStrike" cap="none" normalizeH="false" baseline="0" dirty="false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anose="02070309020205020404" charset="0"/>
                          <a:ea typeface="宋体" pitchFamily="2" charset="-122"/>
                          <a:cs typeface="Courier New" panose="02070309020205020404" charset="0"/>
                        </a:rPr>
                        <a:t> </a:t>
                      </a:r>
                      <a:r>
                        <a:rPr kumimoji="false" lang="en-US" altLang="zh-CN" sz="2000" b="true" i="false" u="none" strike="noStrike" cap="none" normalizeH="false" baseline="0" dirty="false" err="true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anose="02070309020205020404" charset="0"/>
                          <a:ea typeface="宋体" pitchFamily="2" charset="-122"/>
                          <a:cs typeface="Courier New" panose="02070309020205020404" charset="0"/>
                        </a:rPr>
                        <a:t>signum</a:t>
                      </a:r>
                      <a:r>
                        <a:rPr kumimoji="false" lang="en-US" altLang="zh-CN" sz="2000" b="true" i="false" u="none" strike="noStrike" cap="none" normalizeH="false" baseline="0" dirty="false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anose="02070309020205020404" charset="0"/>
                          <a:ea typeface="宋体" pitchFamily="2" charset="-122"/>
                          <a:cs typeface="Courier New" panose="02070309020205020404" charset="0"/>
                        </a:rPr>
                        <a:t>);</a:t>
                      </a:r>
                      <a:endParaRPr/>
                    </a:p>
                    <a:p>
                      <a:pPr marL="0" marR="0" lvl="0" indent="0" algn="l" defTabSz="914400" rtl="false" eaLnBrk="false" fontAlgn="base" latinLnBrk="false" hangingPunct="false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1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false" lang="en-US" altLang="zh-CN" sz="2000" b="true" i="false" u="none" strike="noStrike" cap="none" normalizeH="false" baseline="0" dirty="false" err="true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anose="02070309020205020404" charset="0"/>
                          <a:ea typeface="宋体" pitchFamily="2" charset="-122"/>
                          <a:cs typeface="Courier New" panose="02070309020205020404" charset="0"/>
                        </a:rPr>
                        <a:t>int</a:t>
                      </a:r>
                      <a:r>
                        <a:rPr kumimoji="false" lang="en-US" altLang="zh-CN" sz="2000" b="true" i="false" u="none" strike="noStrike" cap="none" normalizeH="false" baseline="0" dirty="false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anose="02070309020205020404" charset="0"/>
                          <a:ea typeface="宋体" pitchFamily="2" charset="-122"/>
                          <a:cs typeface="Courier New" panose="02070309020205020404" charset="0"/>
                        </a:rPr>
                        <a:t>  </a:t>
                      </a:r>
                      <a:r>
                        <a:rPr kumimoji="false" lang="en-US" altLang="zh-CN" sz="2400" b="true" i="false" u="none" strike="noStrike" cap="none" normalizeH="false" baseline="0" dirty="false" err="true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anose="02070309020205020404" charset="0"/>
                          <a:ea typeface="宋体" pitchFamily="2" charset="-122"/>
                          <a:cs typeface="Courier New" panose="02070309020205020404" charset="0"/>
                        </a:rPr>
                        <a:t>sigdelset</a:t>
                      </a:r>
                      <a:r>
                        <a:rPr kumimoji="false" lang="en-US" altLang="zh-CN" sz="2000" b="true" i="false" u="none" strike="noStrike" cap="none" normalizeH="false" baseline="0" dirty="false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anose="02070309020205020404" charset="0"/>
                          <a:ea typeface="宋体" pitchFamily="2" charset="-122"/>
                          <a:cs typeface="Courier New" panose="02070309020205020404" charset="0"/>
                        </a:rPr>
                        <a:t>(</a:t>
                      </a:r>
                      <a:r>
                        <a:rPr kumimoji="false" lang="en-US" altLang="zh-CN" sz="2000" b="true" i="false" u="none" strike="noStrike" cap="none" normalizeH="false" baseline="0" dirty="false" err="true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anose="02070309020205020404" charset="0"/>
                          <a:ea typeface="宋体" pitchFamily="2" charset="-122"/>
                          <a:cs typeface="Courier New" panose="02070309020205020404" charset="0"/>
                        </a:rPr>
                        <a:t>sigset_t</a:t>
                      </a:r>
                      <a:r>
                        <a:rPr kumimoji="false" lang="en-US" altLang="zh-CN" sz="2000" b="true" i="false" u="none" strike="noStrike" cap="none" normalizeH="false" baseline="0" dirty="false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anose="02070309020205020404" charset="0"/>
                          <a:ea typeface="宋体" pitchFamily="2" charset="-122"/>
                          <a:cs typeface="Courier New" panose="02070309020205020404" charset="0"/>
                        </a:rPr>
                        <a:t> *set, </a:t>
                      </a:r>
                      <a:r>
                        <a:rPr kumimoji="false" lang="en-US" altLang="zh-CN" sz="2000" b="true" i="false" u="none" strike="noStrike" cap="none" normalizeH="false" baseline="0" dirty="false" err="true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anose="02070309020205020404" charset="0"/>
                          <a:ea typeface="宋体" pitchFamily="2" charset="-122"/>
                          <a:cs typeface="Courier New" panose="02070309020205020404" charset="0"/>
                        </a:rPr>
                        <a:t>int</a:t>
                      </a:r>
                      <a:r>
                        <a:rPr kumimoji="false" lang="en-US" altLang="zh-CN" sz="2000" b="true" i="false" u="none" strike="noStrike" cap="none" normalizeH="false" baseline="0" dirty="false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anose="02070309020205020404" charset="0"/>
                          <a:ea typeface="宋体" pitchFamily="2" charset="-122"/>
                          <a:cs typeface="Courier New" panose="02070309020205020404" charset="0"/>
                        </a:rPr>
                        <a:t> </a:t>
                      </a:r>
                      <a:r>
                        <a:rPr kumimoji="false" lang="en-US" altLang="zh-CN" sz="2000" b="true" i="false" u="none" strike="noStrike" cap="none" normalizeH="false" baseline="0" dirty="false" err="true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anose="02070309020205020404" charset="0"/>
                          <a:ea typeface="宋体" pitchFamily="2" charset="-122"/>
                          <a:cs typeface="Courier New" panose="02070309020205020404" charset="0"/>
                        </a:rPr>
                        <a:t>signum</a:t>
                      </a:r>
                      <a:r>
                        <a:rPr kumimoji="false" lang="en-US" altLang="zh-CN" sz="2000" b="true" i="false" u="none" strike="noStrike" cap="none" normalizeH="false" baseline="0" dirty="false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anose="02070309020205020404" charset="0"/>
                          <a:ea typeface="宋体" pitchFamily="2" charset="-122"/>
                          <a:cs typeface="Courier New" panose="02070309020205020404" charset="0"/>
                        </a:rPr>
                        <a:t>);</a:t>
                      </a:r>
                      <a:endParaRPr/>
                    </a:p>
                    <a:p>
                      <a:pPr marL="0" marR="0" lvl="0" indent="0" algn="r" defTabSz="914400" rtl="false" eaLnBrk="false" fontAlgn="base" latinLnBrk="false" hangingPunct="false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1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false" lang="en-US" altLang="zh-CN" sz="2000" b="true" i="false" u="none" strike="noStrike" cap="none" normalizeH="false" baseline="0" dirty="false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Courier New" panose="02070309020205020404" charset="0"/>
                          <a:ea typeface="宋体" pitchFamily="2" charset="-122"/>
                          <a:cs typeface="Courier New" panose="02070309020205020404" charset="0"/>
                        </a:rPr>
                        <a:t>Return: 0 if OK, -1 on error</a:t>
                      </a:r>
                      <a:endParaRPr/>
                    </a:p>
                    <a:p>
                      <a:pPr marL="0" marR="0" lvl="0" indent="0" algn="l" defTabSz="914400" rtl="false" eaLnBrk="false" fontAlgn="base" latinLnBrk="false" hangingPunct="false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1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false" lang="en-US" altLang="zh-CN" sz="2000" b="true" i="false" u="none" strike="noStrike" cap="none" normalizeH="false" baseline="0" dirty="false" err="true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anose="02070309020205020404" charset="0"/>
                          <a:ea typeface="宋体" pitchFamily="2" charset="-122"/>
                          <a:cs typeface="Courier New" panose="02070309020205020404" charset="0"/>
                        </a:rPr>
                        <a:t>Int</a:t>
                      </a:r>
                      <a:r>
                        <a:rPr kumimoji="false" lang="en-US" altLang="zh-CN" sz="2000" b="true" i="false" u="none" strike="noStrike" cap="none" normalizeH="false" baseline="0" dirty="false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anose="02070309020205020404" charset="0"/>
                          <a:ea typeface="宋体" pitchFamily="2" charset="-122"/>
                          <a:cs typeface="Courier New" panose="02070309020205020404" charset="0"/>
                        </a:rPr>
                        <a:t>  </a:t>
                      </a:r>
                      <a:r>
                        <a:rPr kumimoji="false" lang="en-US" altLang="zh-CN" sz="2400" b="true" i="false" u="none" strike="noStrike" cap="none" normalizeH="false" baseline="0" dirty="false" err="true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anose="02070309020205020404" charset="0"/>
                          <a:ea typeface="宋体" pitchFamily="2" charset="-122"/>
                          <a:cs typeface="Courier New" panose="02070309020205020404" charset="0"/>
                        </a:rPr>
                        <a:t>sigismember</a:t>
                      </a:r>
                      <a:r>
                        <a:rPr kumimoji="false" lang="en-US" altLang="zh-CN" sz="2000" b="true" i="false" u="none" strike="noStrike" cap="none" normalizeH="false" baseline="0" dirty="false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anose="02070309020205020404" charset="0"/>
                          <a:ea typeface="宋体" pitchFamily="2" charset="-122"/>
                          <a:cs typeface="Courier New" panose="02070309020205020404" charset="0"/>
                        </a:rPr>
                        <a:t>(const </a:t>
                      </a:r>
                      <a:r>
                        <a:rPr kumimoji="false" lang="en-US" altLang="zh-CN" sz="2000" b="true" i="false" u="none" strike="noStrike" cap="none" normalizeH="false" baseline="0" dirty="false" err="true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anose="02070309020205020404" charset="0"/>
                          <a:ea typeface="宋体" pitchFamily="2" charset="-122"/>
                          <a:cs typeface="Courier New" panose="02070309020205020404" charset="0"/>
                        </a:rPr>
                        <a:t>sigset_t</a:t>
                      </a:r>
                      <a:r>
                        <a:rPr kumimoji="false" lang="en-US" altLang="zh-CN" sz="2000" b="true" i="false" u="none" strike="noStrike" cap="none" normalizeH="false" baseline="0" dirty="false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anose="02070309020205020404" charset="0"/>
                          <a:ea typeface="宋体" pitchFamily="2" charset="-122"/>
                          <a:cs typeface="Courier New" panose="02070309020205020404" charset="0"/>
                        </a:rPr>
                        <a:t> *set, </a:t>
                      </a:r>
                      <a:r>
                        <a:rPr kumimoji="false" lang="en-US" altLang="zh-CN" sz="2000" b="true" i="false" u="none" strike="noStrike" cap="none" normalizeH="false" baseline="0" dirty="false" err="true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anose="02070309020205020404" charset="0"/>
                          <a:ea typeface="宋体" pitchFamily="2" charset="-122"/>
                          <a:cs typeface="Courier New" panose="02070309020205020404" charset="0"/>
                        </a:rPr>
                        <a:t>int</a:t>
                      </a:r>
                      <a:r>
                        <a:rPr kumimoji="false" lang="en-US" altLang="zh-CN" sz="2000" b="true" i="false" u="none" strike="noStrike" cap="none" normalizeH="false" baseline="0" dirty="false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anose="02070309020205020404" charset="0"/>
                          <a:ea typeface="宋体" pitchFamily="2" charset="-122"/>
                          <a:cs typeface="Courier New" panose="02070309020205020404" charset="0"/>
                        </a:rPr>
                        <a:t> </a:t>
                      </a:r>
                      <a:r>
                        <a:rPr kumimoji="false" lang="en-US" altLang="zh-CN" sz="2000" b="true" i="false" u="none" strike="noStrike" cap="none" normalizeH="false" baseline="0" dirty="false" err="true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anose="02070309020205020404" charset="0"/>
                          <a:ea typeface="宋体" pitchFamily="2" charset="-122"/>
                          <a:cs typeface="Courier New" panose="02070309020205020404" charset="0"/>
                        </a:rPr>
                        <a:t>signum</a:t>
                      </a:r>
                      <a:r>
                        <a:rPr kumimoji="false" lang="en-US" altLang="zh-CN" sz="2000" b="true" i="false" u="none" strike="noStrike" cap="none" normalizeH="false" baseline="0" dirty="false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anose="02070309020205020404" charset="0"/>
                          <a:ea typeface="宋体" pitchFamily="2" charset="-122"/>
                          <a:cs typeface="Courier New" panose="02070309020205020404" charset="0"/>
                        </a:rPr>
                        <a:t>);</a:t>
                      </a:r>
                      <a:endParaRPr/>
                    </a:p>
                    <a:p>
                      <a:pPr marL="0" marR="0" lvl="0" indent="0" algn="r" defTabSz="914400" rtl="false" eaLnBrk="false" fontAlgn="base" latinLnBrk="false" hangingPunct="false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1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false" lang="en-US" altLang="zh-CN" sz="2000" b="true" i="false" u="none" strike="noStrike" cap="none" normalizeH="false" baseline="0" dirty="false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Courier New" panose="02070309020205020404" charset="0"/>
                          <a:ea typeface="宋体" pitchFamily="2" charset="-122"/>
                          <a:cs typeface="Courier New" panose="02070309020205020404" charset="0"/>
                        </a:rPr>
                        <a:t>Returns: 1 if member, 0 if not, -1 on error</a:t>
                      </a:r>
                      <a:endParaRPr/>
                    </a:p>
                  </a:txBody>
                  <a:tcPr marT="45705" marB="45705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CC"/>
                    </a:solidFill>
                  </a:tcPr>
                </a:tc>
                <a:extLst>
                  <a:ext uri="{0D108BD9-81ED-4DB2-BD59-A6C34878D82A}">
                    <a16:rowId val="1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70.xml><?xml version="1.0" encoding="utf-8"?>
<p:sld xmlns:a="http://schemas.openxmlformats.org/drawingml/2006/main" xmlns:p="http://schemas.openxmlformats.org/presentationml/2006/main">
  <p:cSld>
    <p:spTree>
      <p:nvGrpSpPr>
        <p:cNvPr id="36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2" name="灯片编号占位符 5"/>
          <p:cNvSpPr>
            <a:spLocks noGrp="true"/>
          </p:cNvSpPr>
          <p:nvPr>
            <p:ph type="sldNum" sz="quarter" idx="12"/>
          </p:nvPr>
        </p:nvSpPr>
        <p:spPr>
          <a:noFill/>
          <a:extLst>
            <a:ext uri="{909E8E84-426E-40DD-AFC4-6F175D3DCCD1}"/>
            <a:ext uri="{91240B29-F687-4F45-9708-019B960494DF}"/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Comic Sans MS" panose="030F070203030202020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Comic Sans MS" panose="030F070203030202020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anose="030F070203030202020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Comic Sans MS" panose="030F070203030202020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Comic Sans MS" panose="030F0702030302020204" charset="0"/>
              </a:defRPr>
            </a:lvl5pPr>
            <a:lvl6pPr marL="2514600" indent="-228600" eaLnBrk="false" fontAlgn="base" hangingPunct="false">
              <a:spcBef>
                <a:spcPct val="20000"/>
              </a:spcBef>
              <a:spcAft>
                <a:spcPct val="1"/>
              </a:spcAft>
              <a:buChar char="»"/>
              <a:defRPr sz="2000">
                <a:solidFill>
                  <a:schemeClr val="tx1"/>
                </a:solidFill>
                <a:latin typeface="Comic Sans MS" panose="030F0702030302020204" charset="0"/>
              </a:defRPr>
            </a:lvl6pPr>
            <a:lvl7pPr marL="2971800" indent="-228600" eaLnBrk="false" fontAlgn="base" hangingPunct="false">
              <a:spcBef>
                <a:spcPct val="20000"/>
              </a:spcBef>
              <a:spcAft>
                <a:spcPct val="1"/>
              </a:spcAft>
              <a:buChar char="»"/>
              <a:defRPr sz="2000">
                <a:solidFill>
                  <a:schemeClr val="tx1"/>
                </a:solidFill>
                <a:latin typeface="Comic Sans MS" panose="030F0702030302020204" charset="0"/>
              </a:defRPr>
            </a:lvl7pPr>
            <a:lvl8pPr marL="3429000" indent="-228600" eaLnBrk="false" fontAlgn="base" hangingPunct="false">
              <a:spcBef>
                <a:spcPct val="20000"/>
              </a:spcBef>
              <a:spcAft>
                <a:spcPct val="1"/>
              </a:spcAft>
              <a:buChar char="»"/>
              <a:defRPr sz="2000">
                <a:solidFill>
                  <a:schemeClr val="tx1"/>
                </a:solidFill>
                <a:latin typeface="Comic Sans MS" panose="030F0702030302020204" charset="0"/>
              </a:defRPr>
            </a:lvl8pPr>
            <a:lvl9pPr marL="3886200" indent="-228600" eaLnBrk="false" fontAlgn="base" hangingPunct="false">
              <a:spcBef>
                <a:spcPct val="20000"/>
              </a:spcBef>
              <a:spcAft>
                <a:spcPct val="1"/>
              </a:spcAft>
              <a:buChar char="»"/>
              <a:defRPr sz="2000">
                <a:solidFill>
                  <a:schemeClr val="tx1"/>
                </a:solidFill>
                <a:latin typeface="Comic Sans MS" panose="030F0702030302020204" charset="0"/>
              </a:defRPr>
            </a:lvl9pPr>
          </a:lstStyle>
          <a:p>
            <a:pPr>
              <a:spcBef>
                <a:spcPct val="1"/>
              </a:spcBef>
              <a:buFontTx/>
              <a:buNone/>
            </a:pPr>
            <a:fld id="{80488257-99AE-CE41-A0F7-A2EDE96E1076}" type="slidenum">
              <a:rPr lang="zh-CN" altLang="en-US" sz="1400">
                <a:latin typeface="Times New Roman" panose="02020603050405020304" pitchFamily="18" charset="0"/>
                <a:ea typeface="宋体" pitchFamily="2" charset="-122"/>
              </a:rPr>
              <a:t>65</a:t>
            </a:fld>
            <a:endParaRPr lang="en-US" altLang="zh-CN" sz="1400">
              <a:latin typeface="Times New Roman" panose="02020603050405020304" pitchFamily="18" charset="0"/>
              <a:ea typeface="宋体" pitchFamily="2" charset="-122"/>
            </a:endParaRPr>
          </a:p>
        </p:txBody>
      </p:sp>
      <p:sp>
        <p:nvSpPr>
          <p:cNvPr id="363" name="Rectangle 2"/>
          <p:cNvSpPr>
            <a:spLocks noGrp="true" noChangeArrowheads="true"/>
          </p:cNvSpPr>
          <p:nvPr>
            <p:ph type="title"/>
          </p:nvPr>
        </p:nvSpPr>
        <p:spPr/>
        <p:txBody>
          <a:bodyPr/>
          <a:lstStyle/>
          <a:p>
            <a:pPr/>
            <a:r>
              <a:rPr lang="en-US" altLang="zh-CN">
                <a:ea typeface="宋体" pitchFamily="2" charset="-122"/>
              </a:rPr>
              <a:t>Explicitly Blocking Signals</a:t>
            </a:r>
            <a:endParaRPr/>
          </a:p>
        </p:txBody>
      </p:sp>
      <p:sp>
        <p:nvSpPr>
          <p:cNvPr id="364" name="Rectangle 3"/>
          <p:cNvSpPr>
            <a:spLocks noGrp="true" noChangeArrowheads="true"/>
          </p:cNvSpPr>
          <p:nvPr>
            <p:ph type="body" idx="1"/>
          </p:nvPr>
        </p:nvSpPr>
        <p:spPr>
          <a:xfrm>
            <a:off x="457200" y="1600200"/>
            <a:ext cx="8077200" cy="4419600"/>
          </a:xfrm>
        </p:spPr>
        <p:txBody>
          <a:bodyPr/>
          <a:lstStyle/>
          <a:p>
            <a:pPr>
              <a:buChar char="•"/>
            </a:pPr>
            <a:r>
              <a:rPr lang="en-US">
                <a:latin typeface="Comic Sans MS"/>
                <a:ea typeface="宋体"/>
                <a:cs typeface="+mn-cs"/>
              </a:rPr>
              <a:t>sigprocmask</a:t>
            </a:r>
            <a:endParaRPr lang="en-US">
              <a:latin typeface="Comic Sans MS"/>
              <a:ea typeface="宋体"/>
              <a:cs typeface="+mn-cs"/>
            </a:endParaRPr>
          </a:p>
          <a:p>
            <a:pPr lvl="1">
              <a:buChar char="–"/>
            </a:pPr>
            <a:r>
              <a:rPr lang="zh-CN">
                <a:latin typeface="Comic Sans MS"/>
                <a:ea typeface="宋体"/>
              </a:rPr>
              <a:t>改变当前屏蔽信号集合（</a:t>
            </a:r>
            <a:r>
              <a:rPr lang="en-US">
                <a:latin typeface="Comic Sans MS"/>
                <a:ea typeface="宋体"/>
              </a:rPr>
              <a:t>blocked bit vector</a:t>
            </a:r>
            <a:r>
              <a:rPr lang="zh-CN">
                <a:latin typeface="Comic Sans MS"/>
                <a:ea typeface="宋体"/>
              </a:rPr>
              <a:t>）的状态</a:t>
            </a:r>
            <a:endParaRPr lang="en-US">
              <a:latin typeface="Comic Sans MS"/>
              <a:ea typeface="宋体"/>
            </a:endParaRPr>
          </a:p>
          <a:p>
            <a:pPr lvl="1">
              <a:buChar char="–"/>
            </a:pPr>
            <a:r>
              <a:rPr lang="en-US">
                <a:solidFill>
                  <a:srgbClr val="FF0000">
                    <a:alpha val="100000"/>
                  </a:srgbClr>
                </a:solidFill>
                <a:latin typeface="Comic Sans MS"/>
                <a:ea typeface="宋体"/>
              </a:rPr>
              <a:t>SIG_BLOCK</a:t>
            </a:r>
            <a:r>
              <a:rPr lang="en-US">
                <a:latin typeface="Comic Sans MS"/>
                <a:ea typeface="宋体"/>
              </a:rPr>
              <a:t>: add the signals in set to blocked (blocked = blocked | set )</a:t>
            </a:r>
            <a:endParaRPr/>
          </a:p>
          <a:p>
            <a:pPr lvl="1">
              <a:buChar char="–"/>
            </a:pPr>
            <a:r>
              <a:rPr lang="en-US">
                <a:solidFill>
                  <a:srgbClr val="FF0000">
                    <a:alpha val="100000"/>
                  </a:srgbClr>
                </a:solidFill>
                <a:latin typeface="Comic Sans MS"/>
                <a:ea typeface="宋体"/>
              </a:rPr>
              <a:t>SIG_UNBLOCK</a:t>
            </a:r>
            <a:r>
              <a:rPr lang="en-US">
                <a:latin typeface="Comic Sans MS"/>
                <a:ea typeface="宋体"/>
              </a:rPr>
              <a:t>: Remove the signals in set from blocked (blocked = blocked &amp; ~set)</a:t>
            </a:r>
            <a:endParaRPr/>
          </a:p>
          <a:p>
            <a:pPr lvl="1">
              <a:buChar char="–"/>
            </a:pPr>
            <a:r>
              <a:rPr lang="en-US">
                <a:solidFill>
                  <a:srgbClr val="FF0000">
                    <a:alpha val="100000"/>
                  </a:srgbClr>
                </a:solidFill>
                <a:latin typeface="Comic Sans MS"/>
                <a:ea typeface="宋体"/>
              </a:rPr>
              <a:t>SIG_SETMASK</a:t>
            </a:r>
            <a:r>
              <a:rPr lang="en-US">
                <a:latin typeface="Comic Sans MS"/>
                <a:ea typeface="宋体"/>
              </a:rPr>
              <a:t>: blocked = set</a:t>
            </a:r>
            <a:endParaRPr/>
          </a:p>
          <a:p>
            <a:pPr lvl="1">
              <a:buChar char="–"/>
            </a:pPr>
            <a:r>
              <a:rPr lang="en-US">
                <a:latin typeface="Comic Sans MS"/>
                <a:ea typeface="宋体"/>
              </a:rPr>
              <a:t>If </a:t>
            </a:r>
            <a:r>
              <a:rPr lang="en-US">
                <a:latin typeface="Comic Sans MS"/>
                <a:ea typeface="宋体"/>
              </a:rPr>
              <a:t>oldset</a:t>
            </a:r>
            <a:r>
              <a:rPr lang="en-US">
                <a:latin typeface="Comic Sans MS"/>
                <a:ea typeface="宋体"/>
              </a:rPr>
              <a:t> is non-NULL, the previous value of the blocked bit vector is stored in </a:t>
            </a:r>
            <a:r>
              <a:rPr lang="en-US">
                <a:latin typeface="Comic Sans MS"/>
                <a:ea typeface="宋体"/>
              </a:rPr>
              <a:t>oldset</a:t>
            </a:r>
            <a:endParaRPr lang="en-US">
              <a:latin typeface="Comic Sans MS"/>
              <a:ea typeface="宋体"/>
            </a:endParaRPr>
          </a:p>
        </p:txBody>
      </p:sp>
    </p:spTree>
  </p:cSld>
  <p:clrMapOvr>
    <a:masterClrMapping/>
  </p:clrMapOvr>
</p:sld>
</file>

<file path=ppt/slides/slide71.xml><?xml version="1.0" encoding="utf-8"?>
<p:sld xmlns:a="http://schemas.openxmlformats.org/drawingml/2006/main" xmlns:p="http://schemas.openxmlformats.org/presentationml/2006/main">
  <p:cSld>
    <p:spTree>
      <p:nvGrpSpPr>
        <p:cNvPr id="365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6" name="灯片编号占位符 5"/>
          <p:cNvSpPr>
            <a:spLocks noGrp="true"/>
          </p:cNvSpPr>
          <p:nvPr>
            <p:ph type="sldNum" sz="quarter" idx="12"/>
          </p:nvPr>
        </p:nvSpPr>
        <p:spPr>
          <a:noFill/>
          <a:extLst>
            <a:ext uri="{909E8E84-426E-40DD-AFC4-6F175D3DCCD1}"/>
            <a:ext uri="{91240B29-F687-4F45-9708-019B960494DF}"/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Comic Sans MS" panose="030F070203030202020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Comic Sans MS" panose="030F070203030202020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anose="030F070203030202020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Comic Sans MS" panose="030F070203030202020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Comic Sans MS" panose="030F0702030302020204" charset="0"/>
              </a:defRPr>
            </a:lvl5pPr>
            <a:lvl6pPr marL="2514600" indent="-228600" eaLnBrk="false" fontAlgn="base" hangingPunct="false">
              <a:spcBef>
                <a:spcPct val="20000"/>
              </a:spcBef>
              <a:spcAft>
                <a:spcPct val="1"/>
              </a:spcAft>
              <a:buChar char="»"/>
              <a:defRPr sz="2000">
                <a:solidFill>
                  <a:schemeClr val="tx1"/>
                </a:solidFill>
                <a:latin typeface="Comic Sans MS" panose="030F0702030302020204" charset="0"/>
              </a:defRPr>
            </a:lvl6pPr>
            <a:lvl7pPr marL="2971800" indent="-228600" eaLnBrk="false" fontAlgn="base" hangingPunct="false">
              <a:spcBef>
                <a:spcPct val="20000"/>
              </a:spcBef>
              <a:spcAft>
                <a:spcPct val="1"/>
              </a:spcAft>
              <a:buChar char="»"/>
              <a:defRPr sz="2000">
                <a:solidFill>
                  <a:schemeClr val="tx1"/>
                </a:solidFill>
                <a:latin typeface="Comic Sans MS" panose="030F0702030302020204" charset="0"/>
              </a:defRPr>
            </a:lvl7pPr>
            <a:lvl8pPr marL="3429000" indent="-228600" eaLnBrk="false" fontAlgn="base" hangingPunct="false">
              <a:spcBef>
                <a:spcPct val="20000"/>
              </a:spcBef>
              <a:spcAft>
                <a:spcPct val="1"/>
              </a:spcAft>
              <a:buChar char="»"/>
              <a:defRPr sz="2000">
                <a:solidFill>
                  <a:schemeClr val="tx1"/>
                </a:solidFill>
                <a:latin typeface="Comic Sans MS" panose="030F0702030302020204" charset="0"/>
              </a:defRPr>
            </a:lvl8pPr>
            <a:lvl9pPr marL="3886200" indent="-228600" eaLnBrk="false" fontAlgn="base" hangingPunct="false">
              <a:spcBef>
                <a:spcPct val="20000"/>
              </a:spcBef>
              <a:spcAft>
                <a:spcPct val="1"/>
              </a:spcAft>
              <a:buChar char="»"/>
              <a:defRPr sz="2000">
                <a:solidFill>
                  <a:schemeClr val="tx1"/>
                </a:solidFill>
                <a:latin typeface="Comic Sans MS" panose="030F0702030302020204" charset="0"/>
              </a:defRPr>
            </a:lvl9pPr>
          </a:lstStyle>
          <a:p>
            <a:pPr>
              <a:spcBef>
                <a:spcPct val="1"/>
              </a:spcBef>
              <a:buFontTx/>
              <a:buNone/>
            </a:pPr>
            <a:fld id="{09EDBB08-14F9-B748-AF02-FA8328186930}" type="slidenum">
              <a:rPr lang="zh-CN" altLang="en-US" sz="1400">
                <a:latin typeface="Times New Roman" panose="02020603050405020304" pitchFamily="18" charset="0"/>
                <a:ea typeface="宋体" pitchFamily="2" charset="-122"/>
              </a:rPr>
              <a:t>66</a:t>
            </a:fld>
            <a:endParaRPr lang="en-US" altLang="zh-CN" sz="1400">
              <a:latin typeface="Times New Roman" panose="02020603050405020304" pitchFamily="18" charset="0"/>
              <a:ea typeface="宋体" pitchFamily="2" charset="-122"/>
            </a:endParaRPr>
          </a:p>
        </p:txBody>
      </p:sp>
      <p:sp>
        <p:nvSpPr>
          <p:cNvPr id="367" name="Rectangle 2"/>
          <p:cNvSpPr>
            <a:spLocks noGrp="true" noChangeArrowheads="true"/>
          </p:cNvSpPr>
          <p:nvPr>
            <p:ph type="title"/>
          </p:nvPr>
        </p:nvSpPr>
        <p:spPr/>
        <p:txBody>
          <a:bodyPr/>
          <a:lstStyle/>
          <a:p>
            <a:pPr/>
            <a:r>
              <a:rPr lang="en-US" altLang="zh-CN" dirty="false">
                <a:ea typeface="宋体" pitchFamily="2" charset="-122"/>
              </a:rPr>
              <a:t>Explicitly Blocking Signals</a:t>
            </a:r>
            <a:endParaRPr/>
          </a:p>
        </p:txBody>
      </p:sp>
      <p:sp>
        <p:nvSpPr>
          <p:cNvPr id="368" name="Rectangle 3"/>
          <p:cNvSpPr>
            <a:spLocks noGrp="true" noChangeArrowheads="true"/>
          </p:cNvSpPr>
          <p:nvPr>
            <p:ph type="body" idx="1"/>
          </p:nvPr>
        </p:nvSpPr>
        <p:spPr>
          <a:xfrm>
            <a:off x="457200" y="1600200"/>
            <a:ext cx="8077200" cy="4419600"/>
          </a:xfrm>
        </p:spPr>
        <p:txBody>
          <a:bodyPr/>
          <a:lstStyle/>
          <a:p>
            <a:pPr>
              <a:buChar char="•"/>
            </a:pPr>
            <a:r>
              <a:rPr lang="en-US">
                <a:latin typeface="Comic Sans MS"/>
                <a:ea typeface="宋体"/>
                <a:cs typeface="+mn-cs"/>
              </a:rPr>
              <a:t>Signal set</a:t>
            </a:r>
            <a:r>
              <a:rPr lang="en-US">
                <a:latin typeface="Comic Sans MS"/>
                <a:ea typeface="宋体"/>
              </a:rPr>
              <a:t> </a:t>
            </a:r>
            <a:endParaRPr/>
          </a:p>
          <a:p>
            <a:pPr lvl="2">
              <a:buChar char="•"/>
            </a:pPr>
            <a:r>
              <a:rPr lang="en-US" sz="2400">
                <a:latin typeface="Comic Sans MS"/>
                <a:ea typeface="宋体"/>
              </a:rPr>
              <a:t>Sigemptyset</a:t>
            </a:r>
            <a:r>
              <a:rPr lang="zh-CN" sz="2400">
                <a:latin typeface="Comic Sans MS"/>
                <a:ea typeface="宋体"/>
              </a:rPr>
              <a:t>：将</a:t>
            </a:r>
            <a:r>
              <a:rPr lang="en-US" sz="2400">
                <a:latin typeface="Comic Sans MS"/>
                <a:ea typeface="宋体"/>
              </a:rPr>
              <a:t>set</a:t>
            </a:r>
            <a:r>
              <a:rPr lang="zh-CN" sz="2400">
                <a:latin typeface="Comic Sans MS"/>
                <a:ea typeface="宋体"/>
              </a:rPr>
              <a:t>每一个</a:t>
            </a:r>
            <a:r>
              <a:rPr lang="en-US" sz="2400">
                <a:latin typeface="Comic Sans MS"/>
                <a:ea typeface="宋体"/>
              </a:rPr>
              <a:t>bit</a:t>
            </a:r>
            <a:r>
              <a:rPr lang="zh-CN" sz="2400">
                <a:latin typeface="Comic Sans MS"/>
                <a:ea typeface="宋体"/>
              </a:rPr>
              <a:t>设置为</a:t>
            </a:r>
            <a:r>
              <a:rPr lang="en-US" sz="2400">
                <a:latin typeface="Comic Sans MS"/>
                <a:ea typeface="宋体"/>
              </a:rPr>
              <a:t>0</a:t>
            </a:r>
            <a:endParaRPr/>
          </a:p>
          <a:p>
            <a:pPr lvl="2">
              <a:buChar char="•"/>
            </a:pPr>
            <a:r>
              <a:rPr lang="en-US" sz="2400">
                <a:latin typeface="Comic Sans MS"/>
                <a:ea typeface="宋体"/>
              </a:rPr>
              <a:t>Sigfillset</a:t>
            </a:r>
            <a:r>
              <a:rPr lang="zh-CN" sz="2400">
                <a:latin typeface="Comic Sans MS"/>
                <a:ea typeface="宋体"/>
              </a:rPr>
              <a:t> </a:t>
            </a:r>
            <a:r>
              <a:rPr lang="zh-CN" sz="2400">
                <a:latin typeface="Comic Sans MS"/>
                <a:ea typeface="宋体"/>
              </a:rPr>
              <a:t>：将</a:t>
            </a:r>
            <a:r>
              <a:rPr lang="en-US" sz="2400">
                <a:latin typeface="Comic Sans MS"/>
                <a:ea typeface="宋体"/>
              </a:rPr>
              <a:t>set</a:t>
            </a:r>
            <a:r>
              <a:rPr lang="zh-CN" sz="2400">
                <a:latin typeface="Comic Sans MS"/>
                <a:ea typeface="宋体"/>
              </a:rPr>
              <a:t>每一个</a:t>
            </a:r>
            <a:r>
              <a:rPr lang="en-US" sz="2400">
                <a:latin typeface="Comic Sans MS"/>
                <a:ea typeface="宋体"/>
              </a:rPr>
              <a:t>bit</a:t>
            </a:r>
            <a:r>
              <a:rPr lang="zh-CN" sz="2400">
                <a:latin typeface="Comic Sans MS"/>
                <a:ea typeface="宋体"/>
              </a:rPr>
              <a:t>设置为</a:t>
            </a:r>
            <a:r>
              <a:rPr lang="en-US" sz="2400">
                <a:latin typeface="Comic Sans MS"/>
                <a:ea typeface="宋体"/>
              </a:rPr>
              <a:t>1</a:t>
            </a:r>
            <a:endParaRPr/>
          </a:p>
          <a:p>
            <a:pPr lvl="2">
              <a:buChar char="•"/>
            </a:pPr>
            <a:r>
              <a:rPr lang="en-US" sz="2400">
                <a:latin typeface="Comic Sans MS"/>
                <a:ea typeface="宋体"/>
              </a:rPr>
              <a:t>Sigaddset</a:t>
            </a:r>
            <a:r>
              <a:rPr lang="zh-CN" sz="2400">
                <a:latin typeface="Comic Sans MS"/>
                <a:ea typeface="宋体"/>
              </a:rPr>
              <a:t> </a:t>
            </a:r>
            <a:r>
              <a:rPr lang="zh-CN" sz="2400">
                <a:latin typeface="Comic Sans MS"/>
                <a:ea typeface="宋体"/>
              </a:rPr>
              <a:t>：在</a:t>
            </a:r>
            <a:r>
              <a:rPr lang="en-US" sz="2400">
                <a:latin typeface="Comic Sans MS"/>
                <a:ea typeface="宋体"/>
              </a:rPr>
              <a:t>set</a:t>
            </a:r>
            <a:r>
              <a:rPr lang="zh-CN" sz="2400">
                <a:latin typeface="Comic Sans MS"/>
                <a:ea typeface="宋体"/>
              </a:rPr>
              <a:t>中增加一个屏蔽信号</a:t>
            </a:r>
            <a:endParaRPr lang="en-US" sz="2400">
              <a:latin typeface="Comic Sans MS"/>
              <a:ea typeface="宋体"/>
            </a:endParaRPr>
          </a:p>
          <a:p>
            <a:pPr lvl="2">
              <a:buChar char="•"/>
            </a:pPr>
            <a:r>
              <a:rPr lang="en-US" sz="2400">
                <a:latin typeface="Comic Sans MS"/>
                <a:ea typeface="宋体"/>
              </a:rPr>
              <a:t>Sigdelset</a:t>
            </a:r>
            <a:r>
              <a:rPr lang="zh-CN" sz="2400">
                <a:latin typeface="Comic Sans MS"/>
                <a:ea typeface="宋体"/>
              </a:rPr>
              <a:t>：在</a:t>
            </a:r>
            <a:r>
              <a:rPr lang="en-US" sz="2400">
                <a:latin typeface="Comic Sans MS"/>
                <a:ea typeface="宋体"/>
              </a:rPr>
              <a:t>set</a:t>
            </a:r>
            <a:r>
              <a:rPr lang="zh-CN" sz="2400">
                <a:latin typeface="Comic Sans MS"/>
                <a:ea typeface="宋体"/>
              </a:rPr>
              <a:t>中删除一个屏蔽信号</a:t>
            </a:r>
            <a:endParaRPr/>
          </a:p>
          <a:p>
            <a:pPr lvl="2">
              <a:buChar char="•"/>
            </a:pPr>
            <a:endParaRPr lang="en-US">
              <a:latin typeface="Comic Sans MS"/>
              <a:ea typeface="宋体"/>
            </a:endParaRPr>
          </a:p>
        </p:txBody>
      </p:sp>
    </p:spTree>
  </p:cSld>
  <p:clrMapOvr>
    <a:masterClrMapping/>
  </p:clrMapOvr>
</p:sld>
</file>

<file path=ppt/slides/slide7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369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0" name="标题 1"/>
          <p:cNvSpPr>
            <a:spLocks noGrp="true"/>
          </p:cNvSpPr>
          <p:nvPr>
            <p:ph type="title"/>
          </p:nvPr>
        </p:nvSpPr>
        <p:spPr/>
        <p:txBody>
          <a:bodyPr/>
          <a:lstStyle/>
          <a:p>
            <a:pPr/>
            <a:r>
              <a:rPr lang="en-US" altLang="zh-CN" dirty="false">
                <a:ea typeface="宋体" pitchFamily="2" charset="-122"/>
              </a:rPr>
              <a:t>Explicitly Blocking Signals</a:t>
            </a:r>
            <a:endParaRPr kumimoji="true" lang="zh-CN" altLang="en-US" dirty="false"/>
          </a:p>
        </p:txBody>
      </p:sp>
      <p:pic>
        <p:nvPicPr>
          <p:cNvPr id="371" name="内容占位符 4"/>
          <p:cNvPicPr>
            <a:picLocks noGrp="true" noChangeAspect="true"/>
          </p:cNvPicPr>
          <p:nvPr>
            <p:ph idx="1"/>
          </p:nvPr>
        </p:nvPicPr>
        <p:blipFill>
          <a:blip r:embed="rId1">
            <a:extLst>
              <a:ext uri="{28A0092B-C50C-407E-A947-70E740481C1C}"/>
            </a:extLst>
          </a:blip>
          <a:stretch>
            <a:fillRect/>
          </a:stretch>
        </p:blipFill>
        <p:spPr>
          <a:xfrm>
            <a:off x="457200" y="1902706"/>
            <a:ext cx="8305800" cy="3814588"/>
          </a:xfrm>
        </p:spPr>
      </p:pic>
      <p:sp>
        <p:nvSpPr>
          <p:cNvPr id="372" name="幻灯片编号占位符 3"/>
          <p:cNvSpPr>
            <a:spLocks noGrp="true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2760C1E7-882C-B144-B98E-7DCF290C58DE}" type="slidenum">
              <a:rPr lang="zh-CN" altLang="en-US" smtClean="false"/>
              <a:t>67</a:t>
            </a:fld>
            <a:endParaRPr lang="en-US" altLang="zh-CN"/>
          </a:p>
        </p:txBody>
      </p:sp>
    </p:spTree>
  </p:cSld>
  <p:clrMapOvr>
    <a:masterClrMapping/>
  </p:clrMapOvr>
</p:sld>
</file>

<file path=ppt/slides/slide73.xml><?xml version="1.0" encoding="utf-8"?>
<p:sld xmlns:a="http://schemas.openxmlformats.org/drawingml/2006/main" xmlns:p="http://schemas.openxmlformats.org/presentationml/2006/main">
  <p:cSld>
    <p:spTree>
      <p:nvGrpSpPr>
        <p:cNvPr id="373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4" name="标题 1"/>
          <p:cNvSpPr>
            <a:spLocks noGrp="true"/>
          </p:cNvSpPr>
          <p:nvPr>
            <p:ph type="title"/>
          </p:nvPr>
        </p:nvSpPr>
        <p:spPr/>
        <p:txBody>
          <a:bodyPr/>
          <a:lstStyle/>
          <a:p>
            <a:pPr/>
            <a:r>
              <a:rPr kumimoji="true" lang="en-US" altLang="zh-CN" dirty="false"/>
              <a:t>Linux</a:t>
            </a:r>
            <a:r>
              <a:rPr kumimoji="true" lang="zh-CN" altLang="en-US" dirty="false"/>
              <a:t>信号处理程序的难点</a:t>
            </a:r>
            <a:endParaRPr/>
          </a:p>
        </p:txBody>
      </p:sp>
      <p:sp>
        <p:nvSpPr>
          <p:cNvPr id="375" name="内容占位符 2"/>
          <p:cNvSpPr>
            <a:spLocks noGrp="true"/>
          </p:cNvSpPr>
          <p:nvPr>
            <p:ph idx="1"/>
          </p:nvPr>
        </p:nvSpPr>
        <p:spPr>
          <a:xfrm>
            <a:off x="457200" y="1600200"/>
            <a:ext cx="8458200" cy="4419600"/>
          </a:xfrm>
        </p:spPr>
        <p:txBody>
          <a:bodyPr/>
          <a:lstStyle/>
          <a:p>
            <a:pPr/>
            <a:r>
              <a:rPr kumimoji="true" lang="zh-CN" altLang="en-US" dirty="false"/>
              <a:t>处理程序与主程序</a:t>
            </a:r>
            <a:r>
              <a:rPr kumimoji="true" lang="zh-CN" altLang="en-US" dirty="false">
                <a:solidFill>
                  <a:srgbClr val="FF0000"/>
                </a:solidFill>
              </a:rPr>
              <a:t>并发</a:t>
            </a:r>
            <a:r>
              <a:rPr kumimoji="true" lang="zh-CN" altLang="en-US" dirty="false"/>
              <a:t>，</a:t>
            </a:r>
            <a:r>
              <a:rPr kumimoji="true" lang="zh-CN" altLang="en-US" dirty="false">
                <a:solidFill>
                  <a:srgbClr val="FF0000"/>
                </a:solidFill>
              </a:rPr>
              <a:t>共享</a:t>
            </a:r>
            <a:r>
              <a:rPr kumimoji="true" lang="zh-CN" altLang="en-US" dirty="false"/>
              <a:t>同样的</a:t>
            </a:r>
            <a:r>
              <a:rPr kumimoji="true" lang="zh-CN" altLang="en-US" dirty="false">
                <a:solidFill>
                  <a:srgbClr val="FF0000"/>
                </a:solidFill>
              </a:rPr>
              <a:t>全局变量</a:t>
            </a:r>
            <a:r>
              <a:rPr kumimoji="true" lang="zh-CN" altLang="en-US" dirty="false"/>
              <a:t>，因此可能互相干扰；</a:t>
            </a:r>
            <a:endParaRPr kumimoji="true" lang="en-US" altLang="zh-CN" dirty="false"/>
          </a:p>
          <a:p>
            <a:pPr/>
            <a:r>
              <a:rPr kumimoji="true" lang="zh-CN" altLang="en-US" dirty="false"/>
              <a:t>如何以及何时接收信号的规则常常</a:t>
            </a:r>
            <a:r>
              <a:rPr kumimoji="true" lang="zh-CN" altLang="en-US" dirty="false">
                <a:solidFill>
                  <a:srgbClr val="FF0000"/>
                </a:solidFill>
              </a:rPr>
              <a:t>有违人的直觉</a:t>
            </a:r>
            <a:r>
              <a:rPr kumimoji="true" lang="zh-CN" altLang="en-US" dirty="false"/>
              <a:t>；</a:t>
            </a:r>
            <a:endParaRPr kumimoji="true" lang="en-US" altLang="zh-CN" dirty="false"/>
          </a:p>
          <a:p>
            <a:pPr/>
            <a:r>
              <a:rPr kumimoji="true" lang="zh-CN" altLang="en-US" dirty="false"/>
              <a:t>不同的系统有不同的信号处理语义</a:t>
            </a:r>
            <a:endParaRPr kumimoji="true" lang="en-US" altLang="zh-CN" dirty="false"/>
          </a:p>
        </p:txBody>
      </p:sp>
      <p:sp>
        <p:nvSpPr>
          <p:cNvPr id="376" name="幻灯片编号占位符 3"/>
          <p:cNvSpPr>
            <a:spLocks noGrp="true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2760C1E7-882C-B144-B98E-7DCF290C58DE}" type="slidenum">
              <a:rPr lang="zh-CN" altLang="en-US" smtClean="false"/>
              <a:t>68</a:t>
            </a:fld>
            <a:endParaRPr lang="en-US" altLang="zh-CN"/>
          </a:p>
        </p:txBody>
      </p:sp>
    </p:spTree>
  </p:cSld>
  <p:clrMapOvr>
    <a:masterClrMapping/>
  </p:clrMapOvr>
</p:sld>
</file>

<file path=ppt/slides/slide7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377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78" name="图片 5"/>
          <p:cNvPicPr>
            <a:picLocks noChangeAspect="true"/>
          </p:cNvPicPr>
          <p:nvPr/>
        </p:nvPicPr>
        <p:blipFill>
          <a:blip r:embed="rId1">
            <a:extLst>
              <a:ext uri="{28A0092B-C50C-407E-A947-70E740481C1C}"/>
            </a:extLst>
          </a:blip>
          <a:stretch>
            <a:fillRect/>
          </a:stretch>
        </p:blipFill>
        <p:spPr>
          <a:xfrm rot="0" flipH="false" flipV="false">
            <a:off x="2852176" y="4667343"/>
            <a:ext cx="6126724" cy="2212428"/>
          </a:xfrm>
          <a:prstGeom prst="rect">
            <a:avLst/>
          </a:prstGeom>
        </p:spPr>
      </p:pic>
      <p:sp>
        <p:nvSpPr>
          <p:cNvPr id="379" name="标题 1"/>
          <p:cNvSpPr>
            <a:spLocks noGrp="true"/>
          </p:cNvSpPr>
          <p:nvPr>
            <p:ph type="title"/>
          </p:nvPr>
        </p:nvSpPr>
        <p:spPr/>
        <p:txBody>
          <a:bodyPr/>
          <a:lstStyle/>
          <a:p>
            <a:pPr/>
            <a:r>
              <a:rPr kumimoji="true" lang="zh-CN" altLang="en-US" dirty="false"/>
              <a:t>课堂练习</a:t>
            </a:r>
            <a:endParaRPr/>
          </a:p>
        </p:txBody>
      </p:sp>
      <p:sp>
        <p:nvSpPr>
          <p:cNvPr id="380" name="内容占位符 2"/>
          <p:cNvSpPr>
            <a:spLocks noGrp="true"/>
          </p:cNvSpPr>
          <p:nvPr>
            <p:ph idx="1"/>
          </p:nvPr>
        </p:nvSpPr>
        <p:spPr>
          <a:xfrm rot="0" flipH="false" flipV="false">
            <a:off x="457200" y="1482634"/>
            <a:ext cx="2206171" cy="4419600"/>
          </a:xfrm>
        </p:spPr>
        <p:txBody>
          <a:bodyPr/>
          <a:lstStyle/>
          <a:p>
            <a:pPr/>
            <a:r>
              <a:rPr kumimoji="true" lang="zh-CN" altLang="en-US" dirty="false"/>
              <a:t>下列程序的输出是什么？</a:t>
            </a:r>
            <a:endParaRPr/>
          </a:p>
        </p:txBody>
      </p:sp>
      <p:sp>
        <p:nvSpPr>
          <p:cNvPr id="381" name="幻灯片编号占位符 3"/>
          <p:cNvSpPr>
            <a:spLocks noGrp="true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2760C1E7-882C-B144-B98E-7DCF290C58DE}" type="slidenum">
              <a:rPr lang="zh-CN" altLang="en-US" smtClean="false"/>
              <a:t>72</a:t>
            </a:fld>
            <a:endParaRPr lang="en-US" altLang="zh-CN"/>
          </a:p>
        </p:txBody>
      </p:sp>
      <p:pic>
        <p:nvPicPr>
          <p:cNvPr id="382" name="图片 4"/>
          <p:cNvPicPr>
            <a:picLocks noChangeAspect="true"/>
          </p:cNvPicPr>
          <p:nvPr/>
        </p:nvPicPr>
        <p:blipFill>
          <a:blip r:embed="rId2">
            <a:extLst>
              <a:ext uri="{28A0092B-C50C-407E-A947-70E740481C1C}"/>
            </a:extLst>
          </a:blip>
          <a:stretch>
            <a:fillRect/>
          </a:stretch>
        </p:blipFill>
        <p:spPr>
          <a:xfrm>
            <a:off x="2895600" y="76200"/>
            <a:ext cx="5863771" cy="4689531"/>
          </a:xfrm>
          <a:prstGeom prst="rect">
            <a:avLst/>
          </a:prstGeom>
        </p:spPr>
      </p:pic>
      <p:sp>
        <p:nvSpPr>
          <p:cNvPr id="383" name=""/>
          <p:cNvSpPr txBox="true"/>
          <p:nvPr/>
        </p:nvSpPr>
        <p:spPr>
          <a:xfrm rot="0" flipH="false" flipV="false">
            <a:off x="191860" y="3359243"/>
            <a:ext cx="2736850" cy="1308100"/>
          </a:xfrm>
          <a:prstGeom prst="rect">
            <a:avLst/>
          </a:prstGeom>
          <a:ln w="6350">
            <a:prstDash val="solid"/>
          </a:ln>
        </p:spPr>
        <p:txBody>
          <a:bodyPr wrap="square">
            <a:spAutoFit/>
          </a:bodyPr>
          <a:lstStyle/>
          <a:p>
            <a:pPr/>
            <a:r>
              <a:rPr lang="en-US"/>
              <a:t>A child created via fork(2) inherits a copy of its parent's signal dispositions.  </a:t>
            </a:r>
            <a:endParaRPr/>
          </a:p>
        </p:txBody>
      </p:sp>
    </p:spTree>
  </p:cSld>
  <p:clrMapOvr>
    <a:masterClrMapping/>
  </p:clrMapOvr>
</p:sld>
</file>

<file path=ppt/slides/slide7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384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85" name="图片 5"/>
          <p:cNvPicPr>
            <a:picLocks noChangeAspect="true"/>
          </p:cNvPicPr>
          <p:nvPr/>
        </p:nvPicPr>
        <p:blipFill>
          <a:blip r:embed="rId1">
            <a:extLst>
              <a:ext uri="{28A0092B-C50C-407E-A947-70E740481C1C}"/>
            </a:extLst>
          </a:blip>
          <a:stretch>
            <a:fillRect/>
          </a:stretch>
        </p:blipFill>
        <p:spPr>
          <a:xfrm rot="0" flipH="false" flipV="false">
            <a:off x="2979176" y="4667343"/>
            <a:ext cx="6126724" cy="2212428"/>
          </a:xfrm>
          <a:prstGeom prst="rect">
            <a:avLst/>
          </a:prstGeom>
        </p:spPr>
      </p:pic>
      <p:sp>
        <p:nvSpPr>
          <p:cNvPr id="386" name="标题 1"/>
          <p:cNvSpPr>
            <a:spLocks noGrp="true"/>
          </p:cNvSpPr>
          <p:nvPr>
            <p:ph type="title"/>
          </p:nvPr>
        </p:nvSpPr>
        <p:spPr/>
        <p:txBody>
          <a:bodyPr/>
          <a:lstStyle/>
          <a:p>
            <a:pPr/>
            <a:r>
              <a:rPr lang="zh-CN"/>
              <a:t>课堂练习</a:t>
            </a:r>
            <a:r>
              <a:rPr lang="en-US"/>
              <a:t>-</a:t>
            </a:r>
            <a:r>
              <a:rPr lang="zh-CN"/>
              <a:t>答案</a:t>
            </a:r>
            <a:endParaRPr/>
          </a:p>
        </p:txBody>
      </p:sp>
      <p:sp>
        <p:nvSpPr>
          <p:cNvPr id="387" name="内容占位符 2"/>
          <p:cNvSpPr>
            <a:spLocks noGrp="true"/>
          </p:cNvSpPr>
          <p:nvPr>
            <p:ph idx="1"/>
          </p:nvPr>
        </p:nvSpPr>
        <p:spPr>
          <a:xfrm rot="0" flipH="false" flipV="false">
            <a:off x="457200" y="1482634"/>
            <a:ext cx="2206171" cy="4419600"/>
          </a:xfrm>
        </p:spPr>
        <p:txBody>
          <a:bodyPr/>
          <a:lstStyle/>
          <a:p>
            <a:pPr>
              <a:buChar char="•"/>
            </a:pPr>
            <a:r>
              <a:rPr lang="zh-CN"/>
              <a:t>下列程序的输出是什么？</a:t>
            </a:r>
            <a:endParaRPr/>
          </a:p>
          <a:p>
            <a:pPr>
              <a:buChar char="•"/>
            </a:pPr>
            <a:r>
              <a:rPr lang="en-US"/>
              <a:t>213</a:t>
            </a:r>
            <a:endParaRPr/>
          </a:p>
        </p:txBody>
      </p:sp>
      <p:sp>
        <p:nvSpPr>
          <p:cNvPr id="388" name="幻灯片编号占位符 3"/>
          <p:cNvSpPr>
            <a:spLocks noGrp="true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2760C1E7-882C-B144-B98E-7DCF290C58DE}" type="slidenum">
              <a:rPr lang="zh-CN" altLang="en-US" smtClean="false"/>
              <a:t>72</a:t>
            </a:fld>
            <a:endParaRPr lang="en-US" altLang="zh-CN"/>
          </a:p>
        </p:txBody>
      </p:sp>
      <p:pic>
        <p:nvPicPr>
          <p:cNvPr id="389" name="图片 4"/>
          <p:cNvPicPr>
            <a:picLocks noChangeAspect="true"/>
          </p:cNvPicPr>
          <p:nvPr/>
        </p:nvPicPr>
        <p:blipFill>
          <a:blip r:embed="rId2">
            <a:extLst>
              <a:ext uri="{28A0092B-C50C-407E-A947-70E740481C1C}"/>
            </a:extLst>
          </a:blip>
          <a:stretch>
            <a:fillRect/>
          </a:stretch>
        </p:blipFill>
        <p:spPr>
          <a:xfrm rot="0" flipH="false" flipV="false">
            <a:off x="3009900" y="76200"/>
            <a:ext cx="5863771" cy="4689531"/>
          </a:xfrm>
          <a:prstGeom prst="rect">
            <a:avLst/>
          </a:prstGeom>
        </p:spPr>
      </p:pic>
      <p:sp>
        <p:nvSpPr>
          <p:cNvPr id="390" name=""/>
          <p:cNvSpPr txBox="true"/>
          <p:nvPr/>
        </p:nvSpPr>
        <p:spPr>
          <a:xfrm rot="0" flipH="false" flipV="false">
            <a:off x="3383280" y="3692434"/>
            <a:ext cx="336550" cy="393700"/>
          </a:xfrm>
          <a:prstGeom prst="rect">
            <a:avLst/>
          </a:prstGeom>
          <a:ln w="6350">
            <a:prstDash val="solid"/>
          </a:ln>
        </p:spPr>
        <p:txBody>
          <a:bodyPr wrap="none">
            <a:spAutoFit/>
          </a:bodyPr>
          <a:p>
            <a:pPr/>
            <a:r>
              <a:rPr lang="en-US">
                <a:solidFill>
                  <a:srgbClr val="FF0000">
                    <a:alpha val="100000"/>
                  </a:srgbClr>
                </a:solidFill>
              </a:rPr>
              <a:t>2</a:t>
            </a:r>
            <a:endParaRPr/>
          </a:p>
        </p:txBody>
      </p:sp>
      <p:sp>
        <p:nvSpPr>
          <p:cNvPr id="391" name=""/>
          <p:cNvSpPr txBox="true"/>
          <p:nvPr/>
        </p:nvSpPr>
        <p:spPr>
          <a:xfrm rot="0" flipH="false" flipV="false">
            <a:off x="3383280" y="1482634"/>
            <a:ext cx="336550" cy="393700"/>
          </a:xfrm>
          <a:prstGeom prst="rect">
            <a:avLst/>
          </a:prstGeom>
          <a:ln w="6350">
            <a:prstDash val="solid"/>
          </a:ln>
        </p:spPr>
        <p:txBody>
          <a:bodyPr wrap="none">
            <a:spAutoFit/>
          </a:bodyPr>
          <a:p>
            <a:pPr/>
            <a:r>
              <a:rPr lang="en-US">
                <a:solidFill>
                  <a:srgbClr val="FF0000">
                    <a:alpha val="100000"/>
                  </a:srgbClr>
                </a:solidFill>
              </a:rPr>
              <a:t>1</a:t>
            </a:r>
            <a:endParaRPr/>
          </a:p>
        </p:txBody>
      </p:sp>
      <p:sp>
        <p:nvSpPr>
          <p:cNvPr id="392" name=""/>
          <p:cNvSpPr txBox="true"/>
          <p:nvPr/>
        </p:nvSpPr>
        <p:spPr>
          <a:xfrm rot="0" flipH="false" flipV="false">
            <a:off x="3383280" y="5902234"/>
            <a:ext cx="336550" cy="393700"/>
          </a:xfrm>
          <a:prstGeom prst="rect">
            <a:avLst/>
          </a:prstGeom>
          <a:ln w="6350">
            <a:prstDash val="solid"/>
          </a:ln>
        </p:spPr>
        <p:txBody>
          <a:bodyPr wrap="none">
            <a:spAutoFit/>
          </a:bodyPr>
          <a:p>
            <a:pPr/>
            <a:r>
              <a:rPr lang="en-US">
                <a:solidFill>
                  <a:srgbClr val="FF0000">
                    <a:alpha val="100000"/>
                  </a:srgbClr>
                </a:solidFill>
              </a:rPr>
              <a:t>3</a:t>
            </a:r>
            <a:endParaRPr/>
          </a:p>
        </p:txBody>
      </p:sp>
    </p:spTree>
  </p:cSld>
  <p:clrMapOvr>
    <a:masterClrMapping/>
  </p:clrMapOvr>
</p:sld>
</file>

<file path=ppt/slides/slide76.xml><?xml version="1.0" encoding="utf-8"?>
<p:sld xmlns:a="http://schemas.openxmlformats.org/drawingml/2006/main" xmlns:p="http://schemas.openxmlformats.org/presentationml/2006/main">
  <p:cSld>
    <p:spTree>
      <p:nvGrpSpPr>
        <p:cNvPr id="393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4" name="灯片编号占位符 5"/>
          <p:cNvSpPr>
            <a:spLocks noGrp="true"/>
          </p:cNvSpPr>
          <p:nvPr>
            <p:ph type="sldNum" sz="quarter" idx="12"/>
          </p:nvPr>
        </p:nvSpPr>
        <p:spPr>
          <a:noFill/>
          <a:extLst>
            <a:ext uri="{909E8E84-426E-40DD-AFC4-6F175D3DCCD1}"/>
            <a:ext uri="{91240B29-F687-4F45-9708-019B960494DF}"/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Comic Sans MS" panose="030F070203030202020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Comic Sans MS" panose="030F070203030202020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anose="030F070203030202020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Comic Sans MS" panose="030F070203030202020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Comic Sans MS" panose="030F0702030302020204" charset="0"/>
              </a:defRPr>
            </a:lvl5pPr>
            <a:lvl6pPr marL="2514600" indent="-228600" eaLnBrk="false" fontAlgn="base" hangingPunct="false">
              <a:spcBef>
                <a:spcPct val="20000"/>
              </a:spcBef>
              <a:spcAft>
                <a:spcPct val="1"/>
              </a:spcAft>
              <a:buChar char="»"/>
              <a:defRPr sz="2000">
                <a:solidFill>
                  <a:schemeClr val="tx1"/>
                </a:solidFill>
                <a:latin typeface="Comic Sans MS" panose="030F0702030302020204" charset="0"/>
              </a:defRPr>
            </a:lvl6pPr>
            <a:lvl7pPr marL="2971800" indent="-228600" eaLnBrk="false" fontAlgn="base" hangingPunct="false">
              <a:spcBef>
                <a:spcPct val="20000"/>
              </a:spcBef>
              <a:spcAft>
                <a:spcPct val="1"/>
              </a:spcAft>
              <a:buChar char="»"/>
              <a:defRPr sz="2000">
                <a:solidFill>
                  <a:schemeClr val="tx1"/>
                </a:solidFill>
                <a:latin typeface="Comic Sans MS" panose="030F0702030302020204" charset="0"/>
              </a:defRPr>
            </a:lvl7pPr>
            <a:lvl8pPr marL="3429000" indent="-228600" eaLnBrk="false" fontAlgn="base" hangingPunct="false">
              <a:spcBef>
                <a:spcPct val="20000"/>
              </a:spcBef>
              <a:spcAft>
                <a:spcPct val="1"/>
              </a:spcAft>
              <a:buChar char="»"/>
              <a:defRPr sz="2000">
                <a:solidFill>
                  <a:schemeClr val="tx1"/>
                </a:solidFill>
                <a:latin typeface="Comic Sans MS" panose="030F0702030302020204" charset="0"/>
              </a:defRPr>
            </a:lvl8pPr>
            <a:lvl9pPr marL="3886200" indent="-228600" eaLnBrk="false" fontAlgn="base" hangingPunct="false">
              <a:spcBef>
                <a:spcPct val="20000"/>
              </a:spcBef>
              <a:spcAft>
                <a:spcPct val="1"/>
              </a:spcAft>
              <a:buChar char="»"/>
              <a:defRPr sz="2000">
                <a:solidFill>
                  <a:schemeClr val="tx1"/>
                </a:solidFill>
                <a:latin typeface="Comic Sans MS" panose="030F0702030302020204" charset="0"/>
              </a:defRPr>
            </a:lvl9pPr>
          </a:lstStyle>
          <a:p>
            <a:pPr>
              <a:spcBef>
                <a:spcPct val="1"/>
              </a:spcBef>
              <a:buFontTx/>
              <a:buNone/>
            </a:pPr>
            <a:fld id="{759F028D-86AD-2C4F-AE08-3D073C085AE1}" type="slidenum">
              <a:rPr lang="zh-CN" altLang="en-US" sz="1400">
                <a:latin typeface="Times New Roman" panose="02020603050405020304" pitchFamily="18" charset="0"/>
                <a:ea typeface="宋体" pitchFamily="2" charset="-122"/>
              </a:rPr>
              <a:t>73</a:t>
            </a:fld>
            <a:endParaRPr lang="en-US" altLang="zh-CN" sz="1400">
              <a:latin typeface="Times New Roman" panose="02020603050405020304" pitchFamily="18" charset="0"/>
              <a:ea typeface="宋体" pitchFamily="2" charset="-122"/>
            </a:endParaRPr>
          </a:p>
        </p:txBody>
      </p:sp>
      <p:sp>
        <p:nvSpPr>
          <p:cNvPr id="395" name="Rectangle 2"/>
          <p:cNvSpPr>
            <a:spLocks noGrp="true" noChangeArrowheads="true"/>
          </p:cNvSpPr>
          <p:nvPr>
            <p:ph type="title"/>
          </p:nvPr>
        </p:nvSpPr>
        <p:spPr/>
        <p:txBody>
          <a:bodyPr/>
          <a:lstStyle/>
          <a:p>
            <a:pPr/>
            <a:r>
              <a:rPr lang="en-US" altLang="zh-CN" dirty="false">
                <a:ea typeface="宋体" pitchFamily="2" charset="-122"/>
              </a:rPr>
              <a:t>Nasty Concurrency Bugs</a:t>
            </a:r>
            <a:endParaRPr/>
          </a:p>
        </p:txBody>
      </p:sp>
      <p:sp>
        <p:nvSpPr>
          <p:cNvPr id="396" name="Rectangle 2"/>
          <p:cNvSpPr txBox="true">
            <a:spLocks noChangeArrowheads="true"/>
          </p:cNvSpPr>
          <p:nvPr/>
        </p:nvSpPr>
        <p:spPr bwMode="auto">
          <a:xfrm>
            <a:off x="381000" y="1447800"/>
            <a:ext cx="8458200" cy="5257800"/>
          </a:xfrm>
          <a:prstGeom prst="rect">
            <a:avLst/>
          </a:prstGeom>
          <a:solidFill>
            <a:schemeClr val="bg1"/>
          </a:solidFill>
          <a:ln>
            <a:noFill/>
          </a:ln>
          <a:extLst>
            <a:ext uri="{91240B29-F687-4F45-9708-019B960494DF}"/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Comic Sans MS" panose="030F070203030202020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Comic Sans MS" panose="030F070203030202020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anose="030F070203030202020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Comic Sans MS" panose="030F070203030202020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Comic Sans MS" panose="030F0702030302020204" charset="0"/>
              </a:defRPr>
            </a:lvl5pPr>
            <a:lvl6pPr marL="2514600" indent="-228600" eaLnBrk="false" fontAlgn="base" hangingPunct="false">
              <a:spcBef>
                <a:spcPct val="20000"/>
              </a:spcBef>
              <a:spcAft>
                <a:spcPct val="1"/>
              </a:spcAft>
              <a:buChar char="»"/>
              <a:defRPr sz="2000">
                <a:solidFill>
                  <a:schemeClr val="tx1"/>
                </a:solidFill>
                <a:latin typeface="Comic Sans MS" panose="030F0702030302020204" charset="0"/>
              </a:defRPr>
            </a:lvl6pPr>
            <a:lvl7pPr marL="2971800" indent="-228600" eaLnBrk="false" fontAlgn="base" hangingPunct="false">
              <a:spcBef>
                <a:spcPct val="20000"/>
              </a:spcBef>
              <a:spcAft>
                <a:spcPct val="1"/>
              </a:spcAft>
              <a:buChar char="»"/>
              <a:defRPr sz="2000">
                <a:solidFill>
                  <a:schemeClr val="tx1"/>
                </a:solidFill>
                <a:latin typeface="Comic Sans MS" panose="030F0702030302020204" charset="0"/>
              </a:defRPr>
            </a:lvl7pPr>
            <a:lvl8pPr marL="3429000" indent="-228600" eaLnBrk="false" fontAlgn="base" hangingPunct="false">
              <a:spcBef>
                <a:spcPct val="20000"/>
              </a:spcBef>
              <a:spcAft>
                <a:spcPct val="1"/>
              </a:spcAft>
              <a:buChar char="»"/>
              <a:defRPr sz="2000">
                <a:solidFill>
                  <a:schemeClr val="tx1"/>
                </a:solidFill>
                <a:latin typeface="Comic Sans MS" panose="030F0702030302020204" charset="0"/>
              </a:defRPr>
            </a:lvl8pPr>
            <a:lvl9pPr marL="3886200" indent="-228600" eaLnBrk="false" fontAlgn="base" hangingPunct="false">
              <a:spcBef>
                <a:spcPct val="20000"/>
              </a:spcBef>
              <a:spcAft>
                <a:spcPct val="1"/>
              </a:spcAft>
              <a:buChar char="»"/>
              <a:defRPr sz="2000">
                <a:solidFill>
                  <a:schemeClr val="tx1"/>
                </a:solidFill>
                <a:latin typeface="Comic Sans MS" panose="030F0702030302020204" charset="0"/>
              </a:defRPr>
            </a:lvl9pPr>
          </a:lstStyle>
          <a:p>
            <a:pPr>
              <a:buFontTx/>
              <a:buNone/>
            </a:pPr>
            <a:r>
              <a:rPr lang="en-US" sz="1800">
                <a:latin typeface="Courier New"/>
                <a:ea typeface="宋体"/>
                <a:cs typeface="Courier New"/>
              </a:rPr>
              <a:t>10 int main(int argc, char **argv)</a:t>
            </a:r>
            <a:endParaRPr/>
          </a:p>
          <a:p>
            <a:pPr>
              <a:buFontTx/>
              <a:buNone/>
            </a:pPr>
            <a:r>
              <a:rPr lang="en-US" sz="1800">
                <a:latin typeface="Courier New"/>
                <a:ea typeface="宋体"/>
                <a:cs typeface="Courier New"/>
              </a:rPr>
              <a:t>11 {</a:t>
            </a:r>
            <a:endParaRPr/>
          </a:p>
          <a:p>
            <a:pPr>
              <a:buFontTx/>
              <a:buNone/>
            </a:pPr>
            <a:r>
              <a:rPr lang="en-US" sz="1800">
                <a:latin typeface="Courier New"/>
                <a:ea typeface="宋体"/>
                <a:cs typeface="Courier New"/>
              </a:rPr>
              <a:t>12    int pid;	</a:t>
            </a:r>
            <a:endParaRPr/>
          </a:p>
          <a:p>
            <a:pPr>
              <a:buFontTx/>
              <a:buNone/>
            </a:pPr>
            <a:r>
              <a:rPr lang="en-US" sz="1800">
                <a:latin typeface="Courier New"/>
                <a:ea typeface="宋体"/>
                <a:cs typeface="Courier New"/>
              </a:rPr>
              <a:t>14    signal(SIGCHLD, handler);</a:t>
            </a:r>
            <a:endParaRPr/>
          </a:p>
          <a:p>
            <a:pPr>
              <a:buFontTx/>
              <a:buNone/>
            </a:pPr>
            <a:r>
              <a:rPr lang="en-US" sz="1800">
                <a:latin typeface="Courier New"/>
                <a:ea typeface="宋体"/>
                <a:cs typeface="Courier New"/>
              </a:rPr>
              <a:t>15    initjobs(); </a:t>
            </a:r>
            <a:r>
              <a:rPr lang="en-US" sz="1800">
                <a:solidFill>
                  <a:srgbClr val="00B050">
                    <a:alpha val="100000"/>
                  </a:srgbClr>
                </a:solidFill>
                <a:latin typeface="Courier New"/>
                <a:ea typeface="宋体"/>
                <a:cs typeface="Courier New"/>
              </a:rPr>
              <a:t>/* initialize the job list */</a:t>
            </a:r>
            <a:endParaRPr/>
          </a:p>
          <a:p>
            <a:pPr>
              <a:buFontTx/>
              <a:buNone/>
            </a:pPr>
            <a:r>
              <a:rPr lang="en-US" sz="1800">
                <a:latin typeface="Courier New"/>
                <a:ea typeface="宋体"/>
                <a:cs typeface="Courier New"/>
              </a:rPr>
              <a:t>16</a:t>
            </a:r>
            <a:endParaRPr/>
          </a:p>
          <a:p>
            <a:pPr>
              <a:buFontTx/>
              <a:buNone/>
            </a:pPr>
            <a:r>
              <a:rPr lang="en-US" sz="1800">
                <a:latin typeface="Courier New"/>
                <a:ea typeface="宋体"/>
                <a:cs typeface="Courier New"/>
              </a:rPr>
              <a:t>17    while(1) {</a:t>
            </a:r>
            <a:endParaRPr/>
          </a:p>
          <a:p>
            <a:pPr>
              <a:buFontTx/>
              <a:buNone/>
            </a:pPr>
            <a:r>
              <a:rPr lang="en-US" sz="1800">
                <a:latin typeface="Courier New"/>
                <a:ea typeface="宋体"/>
                <a:cs typeface="Courier New"/>
              </a:rPr>
              <a:t>18        </a:t>
            </a:r>
            <a:r>
              <a:rPr lang="en-US" sz="1800">
                <a:solidFill>
                  <a:srgbClr val="00B050">
                    <a:alpha val="100000"/>
                  </a:srgbClr>
                </a:solidFill>
                <a:latin typeface="Courier New"/>
                <a:ea typeface="宋体"/>
                <a:cs typeface="Courier New"/>
              </a:rPr>
              <a:t>/*child process */</a:t>
            </a:r>
            <a:endParaRPr/>
          </a:p>
          <a:p>
            <a:pPr>
              <a:buFontTx/>
              <a:buNone/>
            </a:pPr>
            <a:r>
              <a:rPr lang="en-US" sz="1800">
                <a:latin typeface="Courier New"/>
                <a:ea typeface="宋体"/>
                <a:cs typeface="Courier New"/>
              </a:rPr>
              <a:t>19        if ((pid = fork()) == 0)</a:t>
            </a:r>
            <a:endParaRPr/>
          </a:p>
          <a:p>
            <a:pPr>
              <a:buFontTx/>
              <a:buNone/>
            </a:pPr>
            <a:r>
              <a:rPr lang="en-US" sz="1800">
                <a:latin typeface="Courier New"/>
                <a:ea typeface="宋体"/>
                <a:cs typeface="Courier New"/>
              </a:rPr>
              <a:t>20           execve(</a:t>
            </a:r>
            <a:r>
              <a:rPr lang="en-US" sz="1800">
                <a:latin typeface="Courier New"/>
                <a:ea typeface="宋体"/>
                <a:cs typeface="Courier New"/>
              </a:rPr>
              <a:t>“</a:t>
            </a:r>
            <a:r>
              <a:rPr lang="en-US" sz="1800">
                <a:latin typeface="Courier New"/>
                <a:ea typeface="宋体"/>
                <a:cs typeface="Courier New"/>
              </a:rPr>
              <a:t>/bin/ls</a:t>
            </a:r>
            <a:r>
              <a:rPr lang="en-US" sz="1800">
                <a:latin typeface="Courier New"/>
                <a:ea typeface="宋体"/>
                <a:cs typeface="Courier New"/>
              </a:rPr>
              <a:t>”</a:t>
            </a:r>
            <a:r>
              <a:rPr lang="en-US" sz="1800">
                <a:latin typeface="Courier New"/>
                <a:ea typeface="宋体"/>
                <a:cs typeface="Courier New"/>
              </a:rPr>
              <a:t>, argv, NULL);</a:t>
            </a:r>
            <a:endParaRPr/>
          </a:p>
          <a:p>
            <a:pPr>
              <a:buFontTx/>
              <a:buNone/>
            </a:pPr>
            <a:r>
              <a:rPr lang="en-US" sz="1800">
                <a:latin typeface="Courier New"/>
                <a:ea typeface="宋体"/>
                <a:cs typeface="Courier New"/>
              </a:rPr>
              <a:t>21</a:t>
            </a:r>
            <a:endParaRPr/>
          </a:p>
          <a:p>
            <a:pPr>
              <a:buFontTx/>
              <a:buNone/>
            </a:pPr>
            <a:r>
              <a:rPr lang="en-US" sz="1800">
                <a:latin typeface="Courier New"/>
                <a:ea typeface="宋体"/>
                <a:cs typeface="Courier New"/>
              </a:rPr>
              <a:t>22        </a:t>
            </a:r>
            <a:r>
              <a:rPr lang="en-US" sz="1800">
                <a:solidFill>
                  <a:srgbClr val="00B050">
                    <a:alpha val="100000"/>
                  </a:srgbClr>
                </a:solidFill>
                <a:latin typeface="Courier New"/>
                <a:ea typeface="宋体"/>
                <a:cs typeface="Courier New"/>
              </a:rPr>
              <a:t>/* parent process */</a:t>
            </a:r>
            <a:endParaRPr/>
          </a:p>
          <a:p>
            <a:pPr>
              <a:buFontTx/>
              <a:buNone/>
            </a:pPr>
            <a:r>
              <a:rPr lang="en-US" sz="1800">
                <a:latin typeface="Courier New"/>
                <a:ea typeface="宋体"/>
                <a:cs typeface="Courier New"/>
              </a:rPr>
              <a:t>23        </a:t>
            </a:r>
            <a:r>
              <a:rPr lang="en-US" sz="1800">
                <a:solidFill>
                  <a:srgbClr val="FF0000">
                    <a:alpha val="100000"/>
                  </a:srgbClr>
                </a:solidFill>
                <a:latin typeface="Courier New"/>
                <a:ea typeface="宋体"/>
                <a:cs typeface="Courier New"/>
              </a:rPr>
              <a:t>addjob</a:t>
            </a:r>
            <a:r>
              <a:rPr lang="en-US" sz="1800">
                <a:latin typeface="Courier New"/>
                <a:ea typeface="宋体"/>
                <a:cs typeface="Courier New"/>
              </a:rPr>
              <a:t>(pid) ; </a:t>
            </a:r>
            <a:r>
              <a:rPr lang="en-US" sz="1800">
                <a:solidFill>
                  <a:srgbClr val="00B050">
                    <a:alpha val="100000"/>
                  </a:srgbClr>
                </a:solidFill>
                <a:latin typeface="Courier New"/>
                <a:ea typeface="宋体"/>
                <a:cs typeface="Courier New"/>
              </a:rPr>
              <a:t>/* Add the child to the job list */</a:t>
            </a:r>
            <a:endParaRPr/>
          </a:p>
          <a:p>
            <a:pPr>
              <a:buFontTx/>
              <a:buNone/>
            </a:pPr>
            <a:r>
              <a:rPr lang="en-US" sz="1800">
                <a:latin typeface="Courier New"/>
                <a:ea typeface="宋体"/>
                <a:cs typeface="Courier New"/>
              </a:rPr>
              <a:t>24    }</a:t>
            </a:r>
            <a:endParaRPr/>
          </a:p>
          <a:p>
            <a:pPr>
              <a:buFontTx/>
              <a:buNone/>
            </a:pPr>
            <a:r>
              <a:rPr lang="en-US" sz="1800">
                <a:latin typeface="Courier New"/>
                <a:ea typeface="宋体"/>
                <a:cs typeface="Courier New"/>
              </a:rPr>
              <a:t>25    exit(0)</a:t>
            </a:r>
            <a:endParaRPr/>
          </a:p>
          <a:p>
            <a:pPr>
              <a:buFontTx/>
              <a:buNone/>
            </a:pPr>
            <a:r>
              <a:rPr lang="en-US" sz="1800">
                <a:latin typeface="Courier New"/>
                <a:ea typeface="宋体"/>
                <a:cs typeface="Courier New"/>
              </a:rPr>
              <a:t>26 }</a:t>
            </a:r>
            <a:endParaRPr/>
          </a:p>
        </p:txBody>
      </p:sp>
    </p:spTree>
  </p:cSld>
  <p:clrMapOvr>
    <a:masterClrMapping/>
  </p:clrMapOvr>
</p:sld>
</file>

<file path=ppt/slides/slide77.xml><?xml version="1.0" encoding="utf-8"?>
<p:sld xmlns:a="http://schemas.openxmlformats.org/drawingml/2006/main" xmlns:p="http://schemas.openxmlformats.org/presentationml/2006/main">
  <p:cSld>
    <p:spTree>
      <p:nvGrpSpPr>
        <p:cNvPr id="397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8" name="灯片编号占位符 5"/>
          <p:cNvSpPr>
            <a:spLocks noGrp="true"/>
          </p:cNvSpPr>
          <p:nvPr>
            <p:ph type="sldNum" sz="quarter" idx="12"/>
          </p:nvPr>
        </p:nvSpPr>
        <p:spPr>
          <a:noFill/>
          <a:extLst>
            <a:ext uri="{909E8E84-426E-40DD-AFC4-6F175D3DCCD1}"/>
            <a:ext uri="{91240B29-F687-4F45-9708-019B960494DF}"/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Comic Sans MS" panose="030F070203030202020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Comic Sans MS" panose="030F070203030202020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anose="030F070203030202020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Comic Sans MS" panose="030F070203030202020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Comic Sans MS" panose="030F0702030302020204" charset="0"/>
              </a:defRPr>
            </a:lvl5pPr>
            <a:lvl6pPr marL="2514600" indent="-228600" eaLnBrk="false" fontAlgn="base" hangingPunct="false">
              <a:spcBef>
                <a:spcPct val="20000"/>
              </a:spcBef>
              <a:spcAft>
                <a:spcPct val="1"/>
              </a:spcAft>
              <a:buChar char="»"/>
              <a:defRPr sz="2000">
                <a:solidFill>
                  <a:schemeClr val="tx1"/>
                </a:solidFill>
                <a:latin typeface="Comic Sans MS" panose="030F0702030302020204" charset="0"/>
              </a:defRPr>
            </a:lvl6pPr>
            <a:lvl7pPr marL="2971800" indent="-228600" eaLnBrk="false" fontAlgn="base" hangingPunct="false">
              <a:spcBef>
                <a:spcPct val="20000"/>
              </a:spcBef>
              <a:spcAft>
                <a:spcPct val="1"/>
              </a:spcAft>
              <a:buChar char="»"/>
              <a:defRPr sz="2000">
                <a:solidFill>
                  <a:schemeClr val="tx1"/>
                </a:solidFill>
                <a:latin typeface="Comic Sans MS" panose="030F0702030302020204" charset="0"/>
              </a:defRPr>
            </a:lvl7pPr>
            <a:lvl8pPr marL="3429000" indent="-228600" eaLnBrk="false" fontAlgn="base" hangingPunct="false">
              <a:spcBef>
                <a:spcPct val="20000"/>
              </a:spcBef>
              <a:spcAft>
                <a:spcPct val="1"/>
              </a:spcAft>
              <a:buChar char="»"/>
              <a:defRPr sz="2000">
                <a:solidFill>
                  <a:schemeClr val="tx1"/>
                </a:solidFill>
                <a:latin typeface="Comic Sans MS" panose="030F0702030302020204" charset="0"/>
              </a:defRPr>
            </a:lvl8pPr>
            <a:lvl9pPr marL="3886200" indent="-228600" eaLnBrk="false" fontAlgn="base" hangingPunct="false">
              <a:spcBef>
                <a:spcPct val="20000"/>
              </a:spcBef>
              <a:spcAft>
                <a:spcPct val="1"/>
              </a:spcAft>
              <a:buChar char="»"/>
              <a:defRPr sz="2000">
                <a:solidFill>
                  <a:schemeClr val="tx1"/>
                </a:solidFill>
                <a:latin typeface="Comic Sans MS" panose="030F0702030302020204" charset="0"/>
              </a:defRPr>
            </a:lvl9pPr>
          </a:lstStyle>
          <a:p>
            <a:pPr>
              <a:spcBef>
                <a:spcPct val="1"/>
              </a:spcBef>
              <a:buFontTx/>
              <a:buNone/>
            </a:pPr>
            <a:fld id="{45619019-9A14-4049-9DEA-0E63D3E11D25}" type="slidenum">
              <a:rPr lang="zh-CN" altLang="en-US" sz="1400">
                <a:latin typeface="Times New Roman" panose="02020603050405020304" pitchFamily="18" charset="0"/>
                <a:ea typeface="宋体" pitchFamily="2" charset="-122"/>
              </a:rPr>
              <a:t>74</a:t>
            </a:fld>
            <a:endParaRPr lang="en-US" altLang="zh-CN" sz="1400">
              <a:latin typeface="Times New Roman" panose="02020603050405020304" pitchFamily="18" charset="0"/>
              <a:ea typeface="宋体" pitchFamily="2" charset="-122"/>
            </a:endParaRPr>
          </a:p>
        </p:txBody>
      </p:sp>
      <p:sp>
        <p:nvSpPr>
          <p:cNvPr id="399" name="Rectangle 2"/>
          <p:cNvSpPr>
            <a:spLocks noGrp="true" noChangeArrowheads="true"/>
          </p:cNvSpPr>
          <p:nvPr>
            <p:ph type="title"/>
          </p:nvPr>
        </p:nvSpPr>
        <p:spPr/>
        <p:txBody>
          <a:bodyPr/>
          <a:lstStyle/>
          <a:p>
            <a:pPr/>
            <a:r>
              <a:rPr lang="en-US" altLang="zh-CN" dirty="false">
                <a:ea typeface="宋体" pitchFamily="2" charset="-122"/>
              </a:rPr>
              <a:t>Nasty Concurrency Bugs</a:t>
            </a:r>
            <a:endParaRPr/>
          </a:p>
        </p:txBody>
      </p:sp>
      <p:sp>
        <p:nvSpPr>
          <p:cNvPr id="400" name="Rectangle 2"/>
          <p:cNvSpPr txBox="true">
            <a:spLocks noChangeArrowheads="true"/>
          </p:cNvSpPr>
          <p:nvPr/>
        </p:nvSpPr>
        <p:spPr bwMode="auto">
          <a:xfrm>
            <a:off x="381000" y="1447800"/>
            <a:ext cx="7772400" cy="3886200"/>
          </a:xfrm>
          <a:prstGeom prst="rect">
            <a:avLst/>
          </a:prstGeom>
          <a:solidFill>
            <a:schemeClr val="bg1"/>
          </a:solidFill>
          <a:ln>
            <a:noFill/>
          </a:ln>
          <a:extLst>
            <a:ext uri="{91240B29-F687-4F45-9708-019B960494DF}"/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Comic Sans MS" panose="030F070203030202020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Comic Sans MS" panose="030F070203030202020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anose="030F070203030202020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Comic Sans MS" panose="030F070203030202020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Comic Sans MS" panose="030F0702030302020204" charset="0"/>
              </a:defRPr>
            </a:lvl5pPr>
            <a:lvl6pPr marL="2514600" indent="-228600" eaLnBrk="false" fontAlgn="base" hangingPunct="false">
              <a:spcBef>
                <a:spcPct val="20000"/>
              </a:spcBef>
              <a:spcAft>
                <a:spcPct val="1"/>
              </a:spcAft>
              <a:buChar char="»"/>
              <a:defRPr sz="2000">
                <a:solidFill>
                  <a:schemeClr val="tx1"/>
                </a:solidFill>
                <a:latin typeface="Comic Sans MS" panose="030F0702030302020204" charset="0"/>
              </a:defRPr>
            </a:lvl6pPr>
            <a:lvl7pPr marL="2971800" indent="-228600" eaLnBrk="false" fontAlgn="base" hangingPunct="false">
              <a:spcBef>
                <a:spcPct val="20000"/>
              </a:spcBef>
              <a:spcAft>
                <a:spcPct val="1"/>
              </a:spcAft>
              <a:buChar char="»"/>
              <a:defRPr sz="2000">
                <a:solidFill>
                  <a:schemeClr val="tx1"/>
                </a:solidFill>
                <a:latin typeface="Comic Sans MS" panose="030F0702030302020204" charset="0"/>
              </a:defRPr>
            </a:lvl7pPr>
            <a:lvl8pPr marL="3429000" indent="-228600" eaLnBrk="false" fontAlgn="base" hangingPunct="false">
              <a:spcBef>
                <a:spcPct val="20000"/>
              </a:spcBef>
              <a:spcAft>
                <a:spcPct val="1"/>
              </a:spcAft>
              <a:buChar char="»"/>
              <a:defRPr sz="2000">
                <a:solidFill>
                  <a:schemeClr val="tx1"/>
                </a:solidFill>
                <a:latin typeface="Comic Sans MS" panose="030F0702030302020204" charset="0"/>
              </a:defRPr>
            </a:lvl8pPr>
            <a:lvl9pPr marL="3886200" indent="-228600" eaLnBrk="false" fontAlgn="base" hangingPunct="false">
              <a:spcBef>
                <a:spcPct val="20000"/>
              </a:spcBef>
              <a:spcAft>
                <a:spcPct val="1"/>
              </a:spcAft>
              <a:buChar char="»"/>
              <a:defRPr sz="2000">
                <a:solidFill>
                  <a:schemeClr val="tx1"/>
                </a:solidFill>
                <a:latin typeface="Comic Sans MS" panose="030F0702030302020204" charset="0"/>
              </a:defRPr>
            </a:lvl9pPr>
          </a:lstStyle>
          <a:p>
            <a:pPr>
              <a:buFontTx/>
              <a:buNone/>
            </a:pPr>
            <a:r>
              <a:rPr lang="en-US" sz="1800">
                <a:latin typeface="Courier New"/>
                <a:ea typeface="宋体"/>
                <a:cs typeface="Courier New"/>
              </a:rPr>
              <a:t>1  void handler(</a:t>
            </a:r>
            <a:r>
              <a:rPr lang="en-US" sz="1800">
                <a:latin typeface="Courier New"/>
                <a:ea typeface="宋体"/>
                <a:cs typeface="Courier New"/>
              </a:rPr>
              <a:t>int</a:t>
            </a:r>
            <a:r>
              <a:rPr lang="en-US" sz="1800">
                <a:latin typeface="Courier New"/>
                <a:ea typeface="宋体"/>
                <a:cs typeface="Courier New"/>
              </a:rPr>
              <a:t> sig)</a:t>
            </a:r>
            <a:endParaRPr/>
          </a:p>
          <a:p>
            <a:pPr>
              <a:buFontTx/>
              <a:buNone/>
            </a:pPr>
            <a:r>
              <a:rPr lang="en-US" sz="1800">
                <a:latin typeface="Courier New"/>
                <a:ea typeface="宋体"/>
                <a:cs typeface="Courier New"/>
              </a:rPr>
              <a:t>2  {</a:t>
            </a:r>
            <a:endParaRPr/>
          </a:p>
          <a:p>
            <a:pPr>
              <a:buFontTx/>
              <a:buNone/>
            </a:pPr>
            <a:r>
              <a:rPr lang="en-US" sz="1800">
                <a:latin typeface="Courier New"/>
                <a:ea typeface="宋体"/>
                <a:cs typeface="Courier New"/>
              </a:rPr>
              <a:t>3     </a:t>
            </a:r>
            <a:r>
              <a:rPr lang="en-US" sz="1800">
                <a:latin typeface="Courier New"/>
                <a:ea typeface="宋体"/>
                <a:cs typeface="Courier New"/>
              </a:rPr>
              <a:t>pid_t</a:t>
            </a:r>
            <a:r>
              <a:rPr lang="en-US" sz="1800">
                <a:latin typeface="Courier New"/>
                <a:ea typeface="宋体"/>
                <a:cs typeface="Courier New"/>
              </a:rPr>
              <a:t> </a:t>
            </a:r>
            <a:r>
              <a:rPr lang="en-US" sz="1800">
                <a:latin typeface="Courier New"/>
                <a:ea typeface="宋体"/>
                <a:cs typeface="Courier New"/>
              </a:rPr>
              <a:t>pid</a:t>
            </a:r>
            <a:r>
              <a:rPr lang="en-US" sz="1800">
                <a:latin typeface="Courier New"/>
                <a:ea typeface="宋体"/>
                <a:cs typeface="Courier New"/>
              </a:rPr>
              <a:t> ;</a:t>
            </a:r>
            <a:endParaRPr/>
          </a:p>
          <a:p>
            <a:pPr>
              <a:buFontTx/>
              <a:buNone/>
            </a:pPr>
            <a:r>
              <a:rPr lang="en-US" sz="1800">
                <a:latin typeface="Courier New"/>
                <a:ea typeface="宋体"/>
                <a:cs typeface="Courier New"/>
              </a:rPr>
              <a:t>      </a:t>
            </a:r>
            <a:r>
              <a:rPr lang="en-US" sz="1800">
                <a:solidFill>
                  <a:srgbClr val="00B050">
                    <a:alpha val="100000"/>
                  </a:srgbClr>
                </a:solidFill>
                <a:latin typeface="Courier New"/>
                <a:ea typeface="宋体"/>
                <a:cs typeface="Courier New"/>
              </a:rPr>
              <a:t>/*reap a zombie child */</a:t>
            </a:r>
            <a:endParaRPr lang="en-US" sz="1800">
              <a:latin typeface="Courier New"/>
              <a:ea typeface="宋体"/>
              <a:cs typeface="Courier New"/>
            </a:endParaRPr>
          </a:p>
          <a:p>
            <a:pPr>
              <a:buFontTx/>
              <a:buNone/>
            </a:pPr>
            <a:r>
              <a:rPr lang="en-US" sz="1800">
                <a:latin typeface="Courier New"/>
                <a:ea typeface="宋体"/>
                <a:cs typeface="Courier New"/>
              </a:rPr>
              <a:t>4     while (</a:t>
            </a:r>
            <a:r>
              <a:rPr lang="en-US" sz="1800">
                <a:latin typeface="Courier New"/>
                <a:ea typeface="宋体"/>
                <a:cs typeface="Courier New"/>
              </a:rPr>
              <a:t>pid</a:t>
            </a:r>
            <a:r>
              <a:rPr lang="en-US" sz="1800">
                <a:latin typeface="Courier New"/>
                <a:ea typeface="宋体"/>
                <a:cs typeface="Courier New"/>
              </a:rPr>
              <a:t> = </a:t>
            </a:r>
            <a:r>
              <a:rPr lang="en-US" sz="1800">
                <a:latin typeface="Courier New"/>
                <a:ea typeface="宋体"/>
                <a:cs typeface="Courier New"/>
              </a:rPr>
              <a:t>waitpid</a:t>
            </a:r>
            <a:r>
              <a:rPr lang="en-US" sz="1800">
                <a:latin typeface="Courier New"/>
                <a:ea typeface="宋体"/>
                <a:cs typeface="Courier New"/>
              </a:rPr>
              <a:t>(-1, NULL, </a:t>
            </a:r>
            <a:r>
              <a:rPr lang="en-US" sz="1800">
                <a:solidFill>
                  <a:srgbClr val="7030A0">
                    <a:alpha val="100000"/>
                  </a:srgbClr>
                </a:solidFill>
                <a:latin typeface="Courier New"/>
                <a:ea typeface="宋体"/>
                <a:cs typeface="Courier New"/>
              </a:rPr>
              <a:t>WNOHANG</a:t>
            </a:r>
            <a:r>
              <a:rPr lang="en-US" sz="1800">
                <a:latin typeface="Courier New"/>
                <a:ea typeface="宋体"/>
                <a:cs typeface="Courier New"/>
              </a:rPr>
              <a:t>) &gt; 0)  </a:t>
            </a:r>
            <a:endParaRPr/>
          </a:p>
          <a:p>
            <a:pPr>
              <a:buFontTx/>
              <a:buNone/>
            </a:pPr>
            <a:r>
              <a:rPr lang="en-US" sz="1800">
                <a:solidFill>
                  <a:srgbClr val="00B050">
                    <a:alpha val="100000"/>
                  </a:srgbClr>
                </a:solidFill>
                <a:latin typeface="Courier New"/>
                <a:ea typeface="宋体"/>
                <a:cs typeface="Courier New"/>
              </a:rPr>
              <a:t>        /* delete the child from the job list */</a:t>
            </a:r>
            <a:endParaRPr/>
          </a:p>
          <a:p>
            <a:pPr>
              <a:buFontTx/>
              <a:buNone/>
            </a:pPr>
            <a:r>
              <a:rPr lang="en-US" sz="1800">
                <a:latin typeface="Courier New"/>
                <a:ea typeface="宋体"/>
                <a:cs typeface="Courier New"/>
              </a:rPr>
              <a:t>5       </a:t>
            </a:r>
            <a:r>
              <a:rPr lang="en-US" sz="1800">
                <a:solidFill>
                  <a:srgbClr val="FF0000">
                    <a:alpha val="100000"/>
                  </a:srgbClr>
                </a:solidFill>
                <a:latin typeface="Courier New"/>
                <a:ea typeface="宋体"/>
                <a:cs typeface="Courier New"/>
              </a:rPr>
              <a:t>deletejob</a:t>
            </a:r>
            <a:r>
              <a:rPr lang="en-US" sz="1800">
                <a:latin typeface="Courier New"/>
                <a:ea typeface="宋体"/>
                <a:cs typeface="Courier New"/>
              </a:rPr>
              <a:t>(</a:t>
            </a:r>
            <a:r>
              <a:rPr lang="en-US" sz="1800">
                <a:latin typeface="Courier New"/>
                <a:ea typeface="宋体"/>
                <a:cs typeface="Courier New"/>
              </a:rPr>
              <a:t>pid</a:t>
            </a:r>
            <a:r>
              <a:rPr lang="en-US" sz="1800">
                <a:latin typeface="Courier New"/>
                <a:ea typeface="宋体"/>
                <a:cs typeface="Courier New"/>
              </a:rPr>
              <a:t>); </a:t>
            </a:r>
            <a:endParaRPr/>
          </a:p>
          <a:p>
            <a:pPr>
              <a:buFontTx/>
              <a:buNone/>
            </a:pPr>
            <a:r>
              <a:rPr lang="en-US" sz="1800">
                <a:latin typeface="Courier New"/>
                <a:ea typeface="宋体"/>
                <a:cs typeface="Courier New"/>
              </a:rPr>
              <a:t>6</a:t>
            </a:r>
            <a:endParaRPr/>
          </a:p>
          <a:p>
            <a:pPr>
              <a:buFontTx/>
              <a:buNone/>
            </a:pPr>
            <a:r>
              <a:rPr lang="en-US" sz="1800">
                <a:latin typeface="Courier New"/>
                <a:ea typeface="宋体"/>
                <a:cs typeface="Courier New"/>
              </a:rPr>
              <a:t>7     if (</a:t>
            </a:r>
            <a:r>
              <a:rPr lang="en-US" sz="1800">
                <a:latin typeface="Courier New"/>
                <a:ea typeface="宋体"/>
                <a:cs typeface="Courier New"/>
              </a:rPr>
              <a:t>errno</a:t>
            </a:r>
            <a:r>
              <a:rPr lang="en-US" sz="1800">
                <a:latin typeface="Courier New"/>
                <a:ea typeface="宋体"/>
                <a:cs typeface="Courier New"/>
              </a:rPr>
              <a:t> != ECHILD)</a:t>
            </a:r>
            <a:endParaRPr/>
          </a:p>
          <a:p>
            <a:pPr>
              <a:buFontTx/>
              <a:buNone/>
            </a:pPr>
            <a:r>
              <a:rPr lang="en-US" sz="1800">
                <a:latin typeface="Courier New"/>
                <a:ea typeface="宋体"/>
                <a:cs typeface="Courier New"/>
              </a:rPr>
              <a:t>8       </a:t>
            </a:r>
            <a:r>
              <a:rPr lang="en-US" sz="1800">
                <a:latin typeface="Courier New"/>
                <a:ea typeface="宋体"/>
                <a:cs typeface="Courier New"/>
              </a:rPr>
              <a:t>unix_error</a:t>
            </a:r>
            <a:r>
              <a:rPr lang="en-US" sz="1800">
                <a:latin typeface="Courier New"/>
                <a:ea typeface="宋体"/>
                <a:cs typeface="Courier New"/>
              </a:rPr>
              <a:t>(</a:t>
            </a:r>
            <a:r>
              <a:rPr lang="en-US" sz="1800">
                <a:latin typeface="Courier New"/>
                <a:ea typeface="宋体"/>
                <a:cs typeface="Courier New"/>
              </a:rPr>
              <a:t>“</a:t>
            </a:r>
            <a:r>
              <a:rPr lang="en-US" sz="1800">
                <a:latin typeface="Courier New"/>
                <a:ea typeface="宋体"/>
                <a:cs typeface="Courier New"/>
              </a:rPr>
              <a:t>waitpid</a:t>
            </a:r>
            <a:r>
              <a:rPr lang="en-US" sz="1800">
                <a:latin typeface="Courier New"/>
                <a:ea typeface="宋体"/>
                <a:cs typeface="Courier New"/>
              </a:rPr>
              <a:t> error</a:t>
            </a:r>
            <a:r>
              <a:rPr lang="en-US" sz="1800">
                <a:latin typeface="Courier New"/>
                <a:ea typeface="宋体"/>
                <a:cs typeface="Courier New"/>
              </a:rPr>
              <a:t>”</a:t>
            </a:r>
            <a:r>
              <a:rPr lang="en-US" sz="1800">
                <a:latin typeface="Courier New"/>
                <a:ea typeface="宋体"/>
                <a:cs typeface="Courier New"/>
              </a:rPr>
              <a:t>) ;</a:t>
            </a:r>
            <a:endParaRPr/>
          </a:p>
          <a:p>
            <a:pPr>
              <a:buFontTx/>
              <a:buNone/>
            </a:pPr>
            <a:r>
              <a:rPr lang="en-US" sz="1800">
                <a:latin typeface="Courier New"/>
                <a:ea typeface="宋体"/>
                <a:cs typeface="Courier New"/>
              </a:rPr>
              <a:t>9  } </a:t>
            </a:r>
            <a:endParaRPr/>
          </a:p>
        </p:txBody>
      </p:sp>
      <p:sp>
        <p:nvSpPr>
          <p:cNvPr id="401" name="矩形 1"/>
          <p:cNvSpPr/>
          <p:nvPr/>
        </p:nvSpPr>
        <p:spPr>
          <a:xfrm>
            <a:off x="914400" y="5772090"/>
            <a:ext cx="2401619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/>
            <a:r>
              <a:rPr lang="zh-CN" altLang="en-US" dirty="false"/>
              <a:t>该程序有什么</a:t>
            </a:r>
            <a:r>
              <a:rPr lang="en-US" altLang="zh-CN" dirty="false"/>
              <a:t>bug</a:t>
            </a:r>
            <a:r>
              <a:rPr lang="zh-CN" altLang="en-US" dirty="false"/>
              <a:t>？</a:t>
            </a:r>
            <a:endParaRPr/>
          </a:p>
        </p:txBody>
      </p:sp>
    </p:spTree>
  </p:cSld>
  <p:clrMapOvr>
    <a:masterClrMapping/>
  </p:clrMapOvr>
</p:sld>
</file>

<file path=ppt/slides/slide78.xml><?xml version="1.0" encoding="utf-8"?>
<p:sld xmlns:a="http://schemas.openxmlformats.org/drawingml/2006/main" xmlns:p="http://schemas.openxmlformats.org/presentationml/2006/main">
  <p:cSld>
    <p:spTree>
      <p:nvGrpSpPr>
        <p:cNvPr id="40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3" name="灯片编号占位符 5"/>
          <p:cNvSpPr>
            <a:spLocks noGrp="true"/>
          </p:cNvSpPr>
          <p:nvPr>
            <p:ph type="sldNum" sz="quarter" idx="12"/>
          </p:nvPr>
        </p:nvSpPr>
        <p:spPr>
          <a:noFill/>
          <a:extLst>
            <a:ext uri="{909E8E84-426E-40DD-AFC4-6F175D3DCCD1}"/>
            <a:ext uri="{91240B29-F687-4F45-9708-019B960494DF}"/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Comic Sans MS" panose="030F070203030202020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Comic Sans MS" panose="030F070203030202020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anose="030F070203030202020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Comic Sans MS" panose="030F070203030202020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Comic Sans MS" panose="030F0702030302020204" charset="0"/>
              </a:defRPr>
            </a:lvl5pPr>
            <a:lvl6pPr marL="2514600" indent="-228600" eaLnBrk="false" fontAlgn="base" hangingPunct="false">
              <a:spcBef>
                <a:spcPct val="20000"/>
              </a:spcBef>
              <a:spcAft>
                <a:spcPct val="1"/>
              </a:spcAft>
              <a:buChar char="»"/>
              <a:defRPr sz="2000">
                <a:solidFill>
                  <a:schemeClr val="tx1"/>
                </a:solidFill>
                <a:latin typeface="Comic Sans MS" panose="030F0702030302020204" charset="0"/>
              </a:defRPr>
            </a:lvl6pPr>
            <a:lvl7pPr marL="2971800" indent="-228600" eaLnBrk="false" fontAlgn="base" hangingPunct="false">
              <a:spcBef>
                <a:spcPct val="20000"/>
              </a:spcBef>
              <a:spcAft>
                <a:spcPct val="1"/>
              </a:spcAft>
              <a:buChar char="»"/>
              <a:defRPr sz="2000">
                <a:solidFill>
                  <a:schemeClr val="tx1"/>
                </a:solidFill>
                <a:latin typeface="Comic Sans MS" panose="030F0702030302020204" charset="0"/>
              </a:defRPr>
            </a:lvl7pPr>
            <a:lvl8pPr marL="3429000" indent="-228600" eaLnBrk="false" fontAlgn="base" hangingPunct="false">
              <a:spcBef>
                <a:spcPct val="20000"/>
              </a:spcBef>
              <a:spcAft>
                <a:spcPct val="1"/>
              </a:spcAft>
              <a:buChar char="»"/>
              <a:defRPr sz="2000">
                <a:solidFill>
                  <a:schemeClr val="tx1"/>
                </a:solidFill>
                <a:latin typeface="Comic Sans MS" panose="030F0702030302020204" charset="0"/>
              </a:defRPr>
            </a:lvl8pPr>
            <a:lvl9pPr marL="3886200" indent="-228600" eaLnBrk="false" fontAlgn="base" hangingPunct="false">
              <a:spcBef>
                <a:spcPct val="20000"/>
              </a:spcBef>
              <a:spcAft>
                <a:spcPct val="1"/>
              </a:spcAft>
              <a:buChar char="»"/>
              <a:defRPr sz="2000">
                <a:solidFill>
                  <a:schemeClr val="tx1"/>
                </a:solidFill>
                <a:latin typeface="Comic Sans MS" panose="030F0702030302020204" charset="0"/>
              </a:defRPr>
            </a:lvl9pPr>
          </a:lstStyle>
          <a:p>
            <a:pPr>
              <a:spcBef>
                <a:spcPct val="1"/>
              </a:spcBef>
              <a:buFontTx/>
              <a:buNone/>
            </a:pPr>
            <a:fld id="{2EBB53CC-A158-1946-BE68-A2D4D9073EC5}" type="slidenum">
              <a:rPr lang="zh-CN" altLang="en-US" sz="1400">
                <a:latin typeface="Times New Roman" panose="02020603050405020304" pitchFamily="18" charset="0"/>
                <a:ea typeface="宋体" pitchFamily="2" charset="-122"/>
              </a:rPr>
              <a:t>75</a:t>
            </a:fld>
            <a:endParaRPr lang="en-US" altLang="zh-CN" sz="1400">
              <a:latin typeface="Times New Roman" panose="02020603050405020304" pitchFamily="18" charset="0"/>
              <a:ea typeface="宋体" pitchFamily="2" charset="-122"/>
            </a:endParaRPr>
          </a:p>
        </p:txBody>
      </p:sp>
      <p:sp>
        <p:nvSpPr>
          <p:cNvPr id="404" name="Rectangle 2"/>
          <p:cNvSpPr>
            <a:spLocks noGrp="true" noChangeArrowheads="true"/>
          </p:cNvSpPr>
          <p:nvPr>
            <p:ph type="title"/>
          </p:nvPr>
        </p:nvSpPr>
        <p:spPr/>
        <p:txBody>
          <a:bodyPr/>
          <a:lstStyle/>
          <a:p>
            <a:pPr/>
            <a:r>
              <a:rPr lang="en-US" altLang="zh-CN">
                <a:ea typeface="宋体" pitchFamily="2" charset="-122"/>
              </a:rPr>
              <a:t>Nasty Concurrency Bugs</a:t>
            </a:r>
            <a:endParaRPr/>
          </a:p>
        </p:txBody>
      </p:sp>
      <p:sp>
        <p:nvSpPr>
          <p:cNvPr id="405" name="Rectangle 3"/>
          <p:cNvSpPr>
            <a:spLocks noGrp="true" noChangeArrowheads="true"/>
          </p:cNvSpPr>
          <p:nvPr>
            <p:ph type="body" idx="1"/>
          </p:nvPr>
        </p:nvSpPr>
        <p:spPr>
          <a:xfrm>
            <a:off x="457200" y="1600200"/>
            <a:ext cx="8077200" cy="4419600"/>
          </a:xfrm>
        </p:spPr>
        <p:txBody>
          <a:bodyPr/>
          <a:lstStyle/>
          <a:p>
            <a:pPr>
              <a:buChar char="•"/>
            </a:pPr>
            <a:r>
              <a:rPr lang="en-US">
                <a:latin typeface="Comic Sans MS"/>
                <a:ea typeface="宋体"/>
                <a:cs typeface="+mn-cs"/>
              </a:rPr>
              <a:t>Possibly incorrect sequence of events</a:t>
            </a:r>
            <a:endParaRPr/>
          </a:p>
          <a:p>
            <a:pPr lvl="1">
              <a:buChar char="–"/>
            </a:pPr>
            <a:r>
              <a:rPr lang="en-US">
                <a:latin typeface="Comic Sans MS"/>
                <a:ea typeface="宋体"/>
              </a:rPr>
              <a:t>Parent executes </a:t>
            </a:r>
            <a:r>
              <a:rPr lang="en-US" b="true">
                <a:latin typeface="Courier New"/>
                <a:ea typeface="宋体"/>
                <a:cs typeface="Courier New"/>
              </a:rPr>
              <a:t>fork</a:t>
            </a:r>
            <a:r>
              <a:rPr lang="en-US">
                <a:latin typeface="Comic Sans MS"/>
                <a:ea typeface="宋体"/>
              </a:rPr>
              <a:t> and kernel </a:t>
            </a:r>
            <a:r>
              <a:rPr lang="en-US">
                <a:solidFill>
                  <a:srgbClr val="FF0000">
                    <a:alpha val="100000"/>
                  </a:srgbClr>
                </a:solidFill>
                <a:latin typeface="Comic Sans MS"/>
                <a:ea typeface="宋体"/>
              </a:rPr>
              <a:t>schedules</a:t>
            </a:r>
            <a:r>
              <a:rPr lang="en-US">
                <a:latin typeface="Comic Sans MS"/>
                <a:ea typeface="宋体"/>
              </a:rPr>
              <a:t> the </a:t>
            </a:r>
            <a:r>
              <a:rPr lang="en-US">
                <a:solidFill>
                  <a:srgbClr val="FF0000">
                    <a:alpha val="100000"/>
                  </a:srgbClr>
                </a:solidFill>
                <a:latin typeface="Comic Sans MS"/>
                <a:ea typeface="宋体"/>
              </a:rPr>
              <a:t>newly created child</a:t>
            </a:r>
            <a:endParaRPr/>
          </a:p>
          <a:p>
            <a:pPr lvl="1">
              <a:buChar char="–"/>
            </a:pPr>
            <a:r>
              <a:rPr lang="en-US">
                <a:latin typeface="Comic Sans MS"/>
                <a:ea typeface="宋体"/>
              </a:rPr>
              <a:t>Child terminates and kernel delivers a SIGCHLD signal to parent</a:t>
            </a:r>
            <a:endParaRPr/>
          </a:p>
          <a:p>
            <a:pPr lvl="1">
              <a:buChar char="–"/>
            </a:pPr>
            <a:r>
              <a:rPr lang="en-US">
                <a:latin typeface="Comic Sans MS"/>
                <a:ea typeface="宋体"/>
              </a:rPr>
              <a:t>Parent receives the SIGCHLD signal and runs the signal handler</a:t>
            </a:r>
            <a:endParaRPr/>
          </a:p>
          <a:p>
            <a:pPr lvl="1">
              <a:buChar char="–"/>
            </a:pPr>
            <a:r>
              <a:rPr lang="en-US">
                <a:latin typeface="Comic Sans MS"/>
                <a:ea typeface="宋体"/>
              </a:rPr>
              <a:t>Signal handler calls </a:t>
            </a:r>
            <a:r>
              <a:rPr lang="en-US" b="true">
                <a:solidFill>
                  <a:srgbClr val="FF0000">
                    <a:alpha val="100000"/>
                  </a:srgbClr>
                </a:solidFill>
                <a:latin typeface="Courier New"/>
                <a:ea typeface="宋体"/>
              </a:rPr>
              <a:t>deletejob</a:t>
            </a:r>
            <a:endParaRPr lang="en-US" b="true">
              <a:solidFill>
                <a:srgbClr val="FF0000">
                  <a:alpha val="100000"/>
                </a:srgbClr>
              </a:solidFill>
              <a:latin typeface="Courier New"/>
              <a:ea typeface="宋体"/>
            </a:endParaRPr>
          </a:p>
          <a:p>
            <a:pPr lvl="1">
              <a:buChar char="–"/>
            </a:pPr>
            <a:r>
              <a:rPr lang="en-US">
                <a:latin typeface="Comic Sans MS"/>
                <a:ea typeface="宋体"/>
              </a:rPr>
              <a:t>Parent return from </a:t>
            </a:r>
            <a:r>
              <a:rPr lang="en-US" b="true">
                <a:latin typeface="Courier New"/>
                <a:ea typeface="宋体"/>
              </a:rPr>
              <a:t>fork</a:t>
            </a:r>
            <a:r>
              <a:rPr lang="en-US">
                <a:latin typeface="Comic Sans MS"/>
                <a:ea typeface="宋体"/>
              </a:rPr>
              <a:t> and calls </a:t>
            </a:r>
            <a:r>
              <a:rPr lang="en-US" b="true">
                <a:solidFill>
                  <a:srgbClr val="FF0000">
                    <a:alpha val="100000"/>
                  </a:srgbClr>
                </a:solidFill>
                <a:latin typeface="Courier New"/>
                <a:ea typeface="宋体"/>
              </a:rPr>
              <a:t>addjob</a:t>
            </a:r>
            <a:endParaRPr lang="en-US" b="true">
              <a:solidFill>
                <a:srgbClr val="FF0000">
                  <a:alpha val="100000"/>
                </a:srgbClr>
              </a:solidFill>
              <a:latin typeface="Courier New"/>
              <a:ea typeface="宋体"/>
            </a:endParaRPr>
          </a:p>
        </p:txBody>
      </p:sp>
      <p:sp>
        <p:nvSpPr>
          <p:cNvPr id="406" name="矩形 4"/>
          <p:cNvSpPr/>
          <p:nvPr/>
        </p:nvSpPr>
        <p:spPr>
          <a:xfrm>
            <a:off x="914400" y="5772090"/>
            <a:ext cx="3910045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/>
            <a:r>
              <a:rPr lang="zh-CN" altLang="en-US" dirty="false"/>
              <a:t>对还有没有添加的</a:t>
            </a:r>
            <a:r>
              <a:rPr lang="en-US" altLang="zh-CN" dirty="false"/>
              <a:t>job</a:t>
            </a:r>
            <a:r>
              <a:rPr lang="zh-CN" altLang="en-US" dirty="false"/>
              <a:t>进行删除！</a:t>
            </a:r>
            <a:endParaRPr/>
          </a:p>
        </p:txBody>
      </p:sp>
    </p:spTree>
  </p:cSld>
  <p:clrMapOvr>
    <a:masterClrMapping/>
  </p:clrMapOvr>
</p:sld>
</file>

<file path=ppt/slides/slide79.xml><?xml version="1.0" encoding="utf-8"?>
<p:sld xmlns:a="http://schemas.openxmlformats.org/drawingml/2006/main" xmlns:p="http://schemas.openxmlformats.org/presentationml/2006/main">
  <p:cSld>
    <p:spTree>
      <p:nvGrpSpPr>
        <p:cNvPr id="407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8" name="灯片编号占位符 5"/>
          <p:cNvSpPr>
            <a:spLocks noGrp="true"/>
          </p:cNvSpPr>
          <p:nvPr>
            <p:ph type="sldNum" sz="quarter" idx="12"/>
          </p:nvPr>
        </p:nvSpPr>
        <p:spPr>
          <a:noFill/>
          <a:extLst>
            <a:ext uri="{909E8E84-426E-40DD-AFC4-6F175D3DCCD1}"/>
            <a:ext uri="{91240B29-F687-4F45-9708-019B960494DF}"/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Comic Sans MS" panose="030F070203030202020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Comic Sans MS" panose="030F070203030202020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anose="030F070203030202020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Comic Sans MS" panose="030F070203030202020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Comic Sans MS" panose="030F0702030302020204" charset="0"/>
              </a:defRPr>
            </a:lvl5pPr>
            <a:lvl6pPr marL="2514600" indent="-228600" eaLnBrk="false" fontAlgn="base" hangingPunct="false">
              <a:spcBef>
                <a:spcPct val="20000"/>
              </a:spcBef>
              <a:spcAft>
                <a:spcPct val="1"/>
              </a:spcAft>
              <a:buChar char="»"/>
              <a:defRPr sz="2000">
                <a:solidFill>
                  <a:schemeClr val="tx1"/>
                </a:solidFill>
                <a:latin typeface="Comic Sans MS" panose="030F0702030302020204" charset="0"/>
              </a:defRPr>
            </a:lvl6pPr>
            <a:lvl7pPr marL="2971800" indent="-228600" eaLnBrk="false" fontAlgn="base" hangingPunct="false">
              <a:spcBef>
                <a:spcPct val="20000"/>
              </a:spcBef>
              <a:spcAft>
                <a:spcPct val="1"/>
              </a:spcAft>
              <a:buChar char="»"/>
              <a:defRPr sz="2000">
                <a:solidFill>
                  <a:schemeClr val="tx1"/>
                </a:solidFill>
                <a:latin typeface="Comic Sans MS" panose="030F0702030302020204" charset="0"/>
              </a:defRPr>
            </a:lvl7pPr>
            <a:lvl8pPr marL="3429000" indent="-228600" eaLnBrk="false" fontAlgn="base" hangingPunct="false">
              <a:spcBef>
                <a:spcPct val="20000"/>
              </a:spcBef>
              <a:spcAft>
                <a:spcPct val="1"/>
              </a:spcAft>
              <a:buChar char="»"/>
              <a:defRPr sz="2000">
                <a:solidFill>
                  <a:schemeClr val="tx1"/>
                </a:solidFill>
                <a:latin typeface="Comic Sans MS" panose="030F0702030302020204" charset="0"/>
              </a:defRPr>
            </a:lvl8pPr>
            <a:lvl9pPr marL="3886200" indent="-228600" eaLnBrk="false" fontAlgn="base" hangingPunct="false">
              <a:spcBef>
                <a:spcPct val="20000"/>
              </a:spcBef>
              <a:spcAft>
                <a:spcPct val="1"/>
              </a:spcAft>
              <a:buChar char="»"/>
              <a:defRPr sz="2000">
                <a:solidFill>
                  <a:schemeClr val="tx1"/>
                </a:solidFill>
                <a:latin typeface="Comic Sans MS" panose="030F0702030302020204" charset="0"/>
              </a:defRPr>
            </a:lvl9pPr>
          </a:lstStyle>
          <a:p>
            <a:pPr>
              <a:spcBef>
                <a:spcPct val="1"/>
              </a:spcBef>
              <a:buFontTx/>
              <a:buNone/>
            </a:pPr>
            <a:fld id="{474B3D69-4B9B-5A41-B214-E300C6325545}" type="slidenum">
              <a:rPr lang="zh-CN" altLang="en-US" sz="1400">
                <a:latin typeface="Times New Roman" panose="02020603050405020304" pitchFamily="18" charset="0"/>
                <a:ea typeface="宋体" pitchFamily="2" charset="-122"/>
              </a:rPr>
              <a:t>76</a:t>
            </a:fld>
            <a:endParaRPr lang="en-US" altLang="zh-CN" sz="1400">
              <a:latin typeface="Times New Roman" panose="02020603050405020304" pitchFamily="18" charset="0"/>
              <a:ea typeface="宋体" pitchFamily="2" charset="-122"/>
            </a:endParaRPr>
          </a:p>
        </p:txBody>
      </p:sp>
      <p:sp>
        <p:nvSpPr>
          <p:cNvPr id="409" name="Rectangle 2"/>
          <p:cNvSpPr>
            <a:spLocks noGrp="true" noChangeArrowheads="true"/>
          </p:cNvSpPr>
          <p:nvPr>
            <p:ph type="body" idx="1"/>
          </p:nvPr>
        </p:nvSpPr>
        <p:spPr>
          <a:xfrm>
            <a:off x="152400" y="228600"/>
            <a:ext cx="8991600" cy="6248400"/>
          </a:xfrm>
          <a:solidFill>
            <a:schemeClr val="bg1"/>
          </a:solidFill>
        </p:spPr>
        <p:txBody>
          <a:bodyPr/>
          <a:lstStyle/>
          <a:p>
            <a:pPr marL="0" indent="0">
              <a:buFontTx/>
              <a:buNone/>
            </a:pPr>
            <a:r>
              <a:rPr lang="en-US" sz="1800" b="true">
                <a:latin typeface="Courier New"/>
                <a:ea typeface="宋体"/>
                <a:cs typeface="Courier New"/>
              </a:rPr>
              <a:t>1  void handler(</a:t>
            </a:r>
            <a:r>
              <a:rPr lang="en-US" sz="1800" b="true">
                <a:latin typeface="Courier New"/>
                <a:ea typeface="宋体"/>
                <a:cs typeface="Courier New"/>
              </a:rPr>
              <a:t>int</a:t>
            </a:r>
            <a:r>
              <a:rPr lang="en-US" sz="1800" b="true">
                <a:latin typeface="Courier New"/>
                <a:ea typeface="宋体"/>
                <a:cs typeface="Courier New"/>
              </a:rPr>
              <a:t> sig)</a:t>
            </a:r>
            <a:endParaRPr/>
          </a:p>
          <a:p>
            <a:pPr marL="0" indent="0">
              <a:buFontTx/>
              <a:buNone/>
            </a:pPr>
            <a:r>
              <a:rPr lang="en-US" sz="1800" b="true">
                <a:latin typeface="Courier New"/>
                <a:ea typeface="宋体"/>
                <a:cs typeface="Courier New"/>
              </a:rPr>
              <a:t>2  {</a:t>
            </a:r>
            <a:endParaRPr/>
          </a:p>
          <a:p>
            <a:pPr marL="0" indent="0">
              <a:buFontTx/>
              <a:buNone/>
            </a:pPr>
            <a:r>
              <a:rPr lang="en-US" sz="1800" b="true">
                <a:latin typeface="Courier New"/>
                <a:ea typeface="宋体"/>
                <a:cs typeface="Courier New"/>
              </a:rPr>
              <a:t>3     </a:t>
            </a:r>
            <a:r>
              <a:rPr lang="en-US" sz="1800" b="true">
                <a:latin typeface="Courier New"/>
                <a:ea typeface="宋体"/>
                <a:cs typeface="Courier New"/>
              </a:rPr>
              <a:t>pid_t</a:t>
            </a:r>
            <a:r>
              <a:rPr lang="en-US" sz="1800" b="true">
                <a:latin typeface="Courier New"/>
                <a:ea typeface="宋体"/>
                <a:cs typeface="Courier New"/>
              </a:rPr>
              <a:t> </a:t>
            </a:r>
            <a:r>
              <a:rPr lang="en-US" sz="1800" b="true">
                <a:latin typeface="Courier New"/>
                <a:ea typeface="宋体"/>
                <a:cs typeface="Courier New"/>
              </a:rPr>
              <a:t>pid</a:t>
            </a:r>
            <a:r>
              <a:rPr lang="en-US" sz="1800" b="true">
                <a:latin typeface="Courier New"/>
                <a:ea typeface="宋体"/>
                <a:cs typeface="Courier New"/>
              </a:rPr>
              <a:t> ;</a:t>
            </a:r>
            <a:endParaRPr/>
          </a:p>
          <a:p>
            <a:pPr marL="0" indent="0">
              <a:buFontTx/>
              <a:buNone/>
            </a:pPr>
            <a:r>
              <a:rPr lang="en-US" sz="1800" b="true">
                <a:latin typeface="Courier New"/>
                <a:ea typeface="宋体"/>
                <a:cs typeface="Courier New"/>
              </a:rPr>
              <a:t>      </a:t>
            </a:r>
            <a:r>
              <a:rPr lang="en-US" sz="1800" b="true">
                <a:solidFill>
                  <a:srgbClr val="00B050">
                    <a:alpha val="100000"/>
                  </a:srgbClr>
                </a:solidFill>
                <a:latin typeface="Courier New"/>
                <a:ea typeface="宋体"/>
                <a:cs typeface="Courier New"/>
              </a:rPr>
              <a:t>/*reap a zombie child */</a:t>
            </a:r>
            <a:endParaRPr lang="en-US" sz="1800" b="true">
              <a:latin typeface="Courier New"/>
              <a:ea typeface="宋体"/>
              <a:cs typeface="Courier New"/>
            </a:endParaRPr>
          </a:p>
          <a:p>
            <a:pPr marL="0" indent="0">
              <a:buFontTx/>
              <a:buNone/>
            </a:pPr>
            <a:r>
              <a:rPr lang="en-US" sz="1800" b="true">
                <a:latin typeface="Courier New"/>
                <a:ea typeface="宋体"/>
                <a:cs typeface="Courier New"/>
              </a:rPr>
              <a:t>4     while (</a:t>
            </a:r>
            <a:r>
              <a:rPr lang="en-US" sz="1800" b="true">
                <a:latin typeface="Courier New"/>
                <a:ea typeface="宋体"/>
                <a:cs typeface="Courier New"/>
              </a:rPr>
              <a:t>pid</a:t>
            </a:r>
            <a:r>
              <a:rPr lang="en-US" sz="1800" b="true">
                <a:latin typeface="Courier New"/>
                <a:ea typeface="宋体"/>
                <a:cs typeface="Courier New"/>
              </a:rPr>
              <a:t> = </a:t>
            </a:r>
            <a:r>
              <a:rPr lang="en-US" sz="1800" b="true">
                <a:latin typeface="Courier New"/>
                <a:ea typeface="宋体"/>
                <a:cs typeface="Courier New"/>
              </a:rPr>
              <a:t>waitpid</a:t>
            </a:r>
            <a:r>
              <a:rPr lang="en-US" sz="1800" b="true">
                <a:latin typeface="Courier New"/>
                <a:ea typeface="宋体"/>
                <a:cs typeface="Courier New"/>
              </a:rPr>
              <a:t>(-1, NULL, WNOHANG) &gt; 0)  </a:t>
            </a:r>
            <a:endParaRPr/>
          </a:p>
          <a:p>
            <a:pPr marL="0" indent="0">
              <a:buFontTx/>
              <a:buNone/>
            </a:pPr>
            <a:r>
              <a:rPr lang="en-US" sz="1800" b="true">
                <a:latin typeface="Courier New"/>
                <a:ea typeface="宋体"/>
                <a:cs typeface="Courier New"/>
              </a:rPr>
              <a:t>5       </a:t>
            </a:r>
            <a:r>
              <a:rPr lang="en-US" sz="1800" b="true">
                <a:solidFill>
                  <a:srgbClr val="FF0000">
                    <a:alpha val="100000"/>
                  </a:srgbClr>
                </a:solidFill>
                <a:latin typeface="Courier New"/>
                <a:ea typeface="宋体"/>
                <a:cs typeface="Courier New"/>
              </a:rPr>
              <a:t>deletejob</a:t>
            </a:r>
            <a:r>
              <a:rPr lang="en-US" sz="1800" b="true">
                <a:latin typeface="Courier New"/>
                <a:ea typeface="宋体"/>
                <a:cs typeface="Courier New"/>
              </a:rPr>
              <a:t>(</a:t>
            </a:r>
            <a:r>
              <a:rPr lang="en-US" sz="1800" b="true">
                <a:latin typeface="Courier New"/>
                <a:ea typeface="宋体"/>
                <a:cs typeface="Courier New"/>
              </a:rPr>
              <a:t>pid</a:t>
            </a:r>
            <a:r>
              <a:rPr lang="en-US" sz="1800" b="true">
                <a:latin typeface="Courier New"/>
                <a:ea typeface="宋体"/>
                <a:cs typeface="Courier New"/>
              </a:rPr>
              <a:t>); </a:t>
            </a:r>
            <a:r>
              <a:rPr lang="en-US" sz="1800" b="true">
                <a:solidFill>
                  <a:srgbClr val="00B050">
                    <a:alpha val="100000"/>
                  </a:srgbClr>
                </a:solidFill>
                <a:latin typeface="Courier New"/>
                <a:ea typeface="宋体"/>
                <a:cs typeface="Courier New"/>
              </a:rPr>
              <a:t>/* delete the child from the job list */</a:t>
            </a:r>
            <a:endParaRPr/>
          </a:p>
          <a:p>
            <a:pPr marL="0" indent="0">
              <a:buFontTx/>
              <a:buNone/>
            </a:pPr>
            <a:r>
              <a:rPr lang="en-US" sz="1800" b="true">
                <a:latin typeface="Courier New"/>
                <a:ea typeface="宋体"/>
                <a:cs typeface="Courier New"/>
              </a:rPr>
              <a:t>6     if (</a:t>
            </a:r>
            <a:r>
              <a:rPr lang="en-US" sz="1800" b="true">
                <a:latin typeface="Courier New"/>
                <a:ea typeface="宋体"/>
                <a:cs typeface="Courier New"/>
              </a:rPr>
              <a:t>errno</a:t>
            </a:r>
            <a:r>
              <a:rPr lang="en-US" sz="1800" b="true">
                <a:latin typeface="Courier New"/>
                <a:ea typeface="宋体"/>
                <a:cs typeface="Courier New"/>
              </a:rPr>
              <a:t> != ECHILD)</a:t>
            </a:r>
            <a:endParaRPr/>
          </a:p>
          <a:p>
            <a:pPr marL="0" indent="0">
              <a:buFontTx/>
              <a:buNone/>
            </a:pPr>
            <a:r>
              <a:rPr lang="en-US" sz="1800" b="true">
                <a:latin typeface="Courier New"/>
                <a:ea typeface="宋体"/>
                <a:cs typeface="Courier New"/>
              </a:rPr>
              <a:t>7       </a:t>
            </a:r>
            <a:r>
              <a:rPr lang="en-US" sz="1800" b="true">
                <a:latin typeface="Courier New"/>
                <a:ea typeface="宋体"/>
                <a:cs typeface="Courier New"/>
              </a:rPr>
              <a:t>unix_error</a:t>
            </a:r>
            <a:r>
              <a:rPr lang="en-US" sz="1800" b="true">
                <a:latin typeface="Courier New"/>
                <a:ea typeface="宋体"/>
                <a:cs typeface="Courier New"/>
              </a:rPr>
              <a:t>(</a:t>
            </a:r>
            <a:r>
              <a:rPr lang="en-US" sz="1800" b="true">
                <a:latin typeface="Courier New"/>
                <a:ea typeface="宋体"/>
                <a:cs typeface="Courier New"/>
              </a:rPr>
              <a:t>“</a:t>
            </a:r>
            <a:r>
              <a:rPr lang="en-US" sz="1800" b="true">
                <a:latin typeface="Courier New"/>
                <a:ea typeface="宋体"/>
                <a:cs typeface="Courier New"/>
              </a:rPr>
              <a:t>waitpid</a:t>
            </a:r>
            <a:r>
              <a:rPr lang="en-US" sz="1800" b="true">
                <a:latin typeface="Courier New"/>
                <a:ea typeface="宋体"/>
                <a:cs typeface="Courier New"/>
              </a:rPr>
              <a:t> error</a:t>
            </a:r>
            <a:r>
              <a:rPr lang="en-US" sz="1800" b="true">
                <a:latin typeface="Courier New"/>
                <a:ea typeface="宋体"/>
                <a:cs typeface="Courier New"/>
              </a:rPr>
              <a:t>”</a:t>
            </a:r>
            <a:r>
              <a:rPr lang="en-US" sz="1800" b="true">
                <a:latin typeface="Courier New"/>
                <a:ea typeface="宋体"/>
                <a:cs typeface="Courier New"/>
              </a:rPr>
              <a:t>) ;</a:t>
            </a:r>
            <a:endParaRPr/>
          </a:p>
          <a:p>
            <a:pPr marL="0" indent="0">
              <a:buFontTx/>
              <a:buNone/>
            </a:pPr>
            <a:r>
              <a:rPr lang="en-US" sz="1800" b="true">
                <a:latin typeface="Courier New"/>
                <a:ea typeface="宋体"/>
                <a:cs typeface="Courier New"/>
              </a:rPr>
              <a:t>8  }</a:t>
            </a:r>
            <a:endParaRPr/>
          </a:p>
          <a:p>
            <a:pPr marL="0" indent="0">
              <a:buFontTx/>
              <a:buNone/>
            </a:pPr>
            <a:r>
              <a:rPr lang="en-US" sz="1800" b="true">
                <a:latin typeface="Courier New"/>
                <a:ea typeface="宋体"/>
                <a:cs typeface="Courier New"/>
              </a:rPr>
              <a:t>9 </a:t>
            </a:r>
            <a:endParaRPr/>
          </a:p>
          <a:p>
            <a:pPr marL="0" indent="0">
              <a:buFontTx/>
              <a:buNone/>
            </a:pPr>
            <a:r>
              <a:rPr lang="en-US" sz="1800" b="true">
                <a:latin typeface="Courier New"/>
                <a:ea typeface="宋体"/>
                <a:cs typeface="Courier New"/>
              </a:rPr>
              <a:t>10 </a:t>
            </a:r>
            <a:r>
              <a:rPr lang="en-US" sz="1800" b="true">
                <a:latin typeface="Courier New"/>
                <a:ea typeface="宋体"/>
                <a:cs typeface="Courier New"/>
              </a:rPr>
              <a:t>int</a:t>
            </a:r>
            <a:r>
              <a:rPr lang="en-US" sz="1800" b="true">
                <a:latin typeface="Courier New"/>
                <a:ea typeface="宋体"/>
                <a:cs typeface="Courier New"/>
              </a:rPr>
              <a:t> main(</a:t>
            </a:r>
            <a:r>
              <a:rPr lang="en-US" sz="1800" b="true">
                <a:latin typeface="Courier New"/>
                <a:ea typeface="宋体"/>
                <a:cs typeface="Courier New"/>
              </a:rPr>
              <a:t>int</a:t>
            </a:r>
            <a:r>
              <a:rPr lang="en-US" sz="1800" b="true">
                <a:latin typeface="Courier New"/>
                <a:ea typeface="宋体"/>
                <a:cs typeface="Courier New"/>
              </a:rPr>
              <a:t> </a:t>
            </a:r>
            <a:r>
              <a:rPr lang="en-US" sz="1800" b="true">
                <a:latin typeface="Courier New"/>
                <a:ea typeface="宋体"/>
                <a:cs typeface="Courier New"/>
              </a:rPr>
              <a:t>argc</a:t>
            </a:r>
            <a:r>
              <a:rPr lang="en-US" sz="1800" b="true">
                <a:latin typeface="Courier New"/>
                <a:ea typeface="宋体"/>
                <a:cs typeface="Courier New"/>
              </a:rPr>
              <a:t>, char **</a:t>
            </a:r>
            <a:r>
              <a:rPr lang="en-US" sz="1800" b="true">
                <a:latin typeface="Courier New"/>
                <a:ea typeface="宋体"/>
                <a:cs typeface="Courier New"/>
              </a:rPr>
              <a:t>argv</a:t>
            </a:r>
            <a:r>
              <a:rPr lang="en-US" sz="1800" b="true">
                <a:latin typeface="Courier New"/>
                <a:ea typeface="宋体"/>
                <a:cs typeface="Courier New"/>
              </a:rPr>
              <a:t>)</a:t>
            </a:r>
            <a:endParaRPr/>
          </a:p>
          <a:p>
            <a:pPr marL="0" indent="0">
              <a:buFontTx/>
              <a:buNone/>
            </a:pPr>
            <a:r>
              <a:rPr lang="en-US" sz="1800" b="true">
                <a:latin typeface="Courier New"/>
                <a:ea typeface="宋体"/>
                <a:cs typeface="Courier New"/>
              </a:rPr>
              <a:t>11 {</a:t>
            </a:r>
            <a:endParaRPr/>
          </a:p>
          <a:p>
            <a:pPr marL="0" indent="0">
              <a:buFontTx/>
              <a:buNone/>
            </a:pPr>
            <a:r>
              <a:rPr lang="en-US" sz="1800" b="true">
                <a:latin typeface="Courier New"/>
                <a:ea typeface="宋体"/>
                <a:cs typeface="Courier New"/>
              </a:rPr>
              <a:t>12    </a:t>
            </a:r>
            <a:r>
              <a:rPr lang="en-US" sz="1800" b="true">
                <a:latin typeface="Courier New"/>
                <a:ea typeface="宋体"/>
                <a:cs typeface="Courier New"/>
              </a:rPr>
              <a:t>int</a:t>
            </a:r>
            <a:r>
              <a:rPr lang="en-US" sz="1800" b="true">
                <a:latin typeface="Courier New"/>
                <a:ea typeface="宋体"/>
                <a:cs typeface="Courier New"/>
              </a:rPr>
              <a:t> </a:t>
            </a:r>
            <a:r>
              <a:rPr lang="en-US" sz="1800" b="true">
                <a:latin typeface="Courier New"/>
                <a:ea typeface="宋体"/>
                <a:cs typeface="Courier New"/>
              </a:rPr>
              <a:t>pid</a:t>
            </a:r>
            <a:r>
              <a:rPr lang="en-US" sz="1800" b="true">
                <a:latin typeface="Courier New"/>
                <a:ea typeface="宋体"/>
                <a:cs typeface="Courier New"/>
              </a:rPr>
              <a:t>;</a:t>
            </a:r>
            <a:endParaRPr/>
          </a:p>
          <a:p>
            <a:pPr marL="0" indent="0">
              <a:buFontTx/>
              <a:buNone/>
            </a:pPr>
            <a:r>
              <a:rPr lang="en-US" sz="1800" b="true">
                <a:latin typeface="Courier New"/>
                <a:ea typeface="宋体"/>
                <a:cs typeface="Courier New"/>
              </a:rPr>
              <a:t>13    </a:t>
            </a:r>
            <a:r>
              <a:rPr lang="en-US" sz="1800" b="true">
                <a:latin typeface="Courier New"/>
                <a:ea typeface="宋体"/>
                <a:cs typeface="Courier New"/>
              </a:rPr>
              <a:t>sigset_t</a:t>
            </a:r>
            <a:r>
              <a:rPr lang="en-US" sz="1800" b="true">
                <a:latin typeface="Courier New"/>
                <a:ea typeface="宋体"/>
                <a:cs typeface="Courier New"/>
              </a:rPr>
              <a:t> mask;</a:t>
            </a:r>
            <a:endParaRPr/>
          </a:p>
          <a:p>
            <a:pPr marL="0" indent="0">
              <a:buFontTx/>
              <a:buNone/>
            </a:pPr>
            <a:r>
              <a:rPr lang="en-US" sz="1800" b="true">
                <a:latin typeface="Courier New"/>
                <a:ea typeface="宋体"/>
                <a:cs typeface="Courier New"/>
              </a:rPr>
              <a:t>14	</a:t>
            </a:r>
            <a:endParaRPr/>
          </a:p>
          <a:p>
            <a:pPr marL="0" indent="0">
              <a:buFontTx/>
              <a:buNone/>
            </a:pPr>
            <a:r>
              <a:rPr lang="en-US" sz="1800" b="true">
                <a:latin typeface="Courier New"/>
                <a:ea typeface="宋体"/>
                <a:cs typeface="Courier New"/>
              </a:rPr>
              <a:t>15    Signal(SIGCHLD, handler);</a:t>
            </a:r>
            <a:endParaRPr/>
          </a:p>
          <a:p>
            <a:pPr marL="0" indent="0">
              <a:buFontTx/>
              <a:buNone/>
            </a:pPr>
            <a:r>
              <a:rPr lang="en-US" sz="1800" b="true">
                <a:latin typeface="Courier New"/>
                <a:ea typeface="宋体"/>
                <a:cs typeface="Courier New"/>
              </a:rPr>
              <a:t>16    </a:t>
            </a:r>
            <a:r>
              <a:rPr lang="en-US" sz="1800" b="true">
                <a:latin typeface="Courier New"/>
                <a:ea typeface="宋体"/>
                <a:cs typeface="Courier New"/>
              </a:rPr>
              <a:t>initjobs</a:t>
            </a:r>
            <a:r>
              <a:rPr lang="en-US" sz="1800" b="true">
                <a:latin typeface="Courier New"/>
                <a:ea typeface="宋体"/>
                <a:cs typeface="Courier New"/>
              </a:rPr>
              <a:t>(); </a:t>
            </a:r>
            <a:r>
              <a:rPr lang="en-US" sz="1800" b="true">
                <a:solidFill>
                  <a:srgbClr val="00B050">
                    <a:alpha val="100000"/>
                  </a:srgbClr>
                </a:solidFill>
                <a:latin typeface="Courier New"/>
                <a:ea typeface="宋体"/>
                <a:cs typeface="Courier New"/>
              </a:rPr>
              <a:t>/* initialize the job list */</a:t>
            </a:r>
            <a:endParaRPr/>
          </a:p>
          <a:p>
            <a:pPr marL="0" indent="0">
              <a:buFontTx/>
              <a:buNone/>
            </a:pPr>
            <a:r>
              <a:rPr lang="en-US" sz="1800" b="true">
                <a:latin typeface="Courier New"/>
                <a:ea typeface="宋体"/>
                <a:cs typeface="Courier New"/>
              </a:rPr>
              <a:t>17</a:t>
            </a:r>
            <a:endParaRPr/>
          </a:p>
        </p:txBody>
      </p:sp>
    </p:spTree>
  </p:cSld>
  <p:clrMapOvr>
    <a:masterClrMapping/>
  </p:clrMapOvr>
</p:sld>
</file>

<file path=ppt/slides/slide80.xml><?xml version="1.0" encoding="utf-8"?>
<p:sld xmlns:a="http://schemas.openxmlformats.org/drawingml/2006/main" xmlns:p="http://schemas.openxmlformats.org/presentationml/2006/main">
  <p:cSld>
    <p:spTree>
      <p:nvGrpSpPr>
        <p:cNvPr id="415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6" name="灯片编号占位符 5"/>
          <p:cNvSpPr>
            <a:spLocks noGrp="true"/>
          </p:cNvSpPr>
          <p:nvPr>
            <p:ph type="sldNum" sz="quarter" idx="12"/>
          </p:nvPr>
        </p:nvSpPr>
        <p:spPr>
          <a:noFill/>
          <a:extLst>
            <a:ext uri="{909E8E84-426E-40DD-AFC4-6F175D3DCCD1}"/>
            <a:ext uri="{91240B29-F687-4F45-9708-019B960494DF}"/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Comic Sans MS" panose="030F070203030202020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Comic Sans MS" panose="030F070203030202020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anose="030F070203030202020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Comic Sans MS" panose="030F070203030202020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Comic Sans MS" panose="030F0702030302020204" charset="0"/>
              </a:defRPr>
            </a:lvl5pPr>
            <a:lvl6pPr marL="2514600" indent="-228600" eaLnBrk="false" fontAlgn="base" hangingPunct="false">
              <a:spcBef>
                <a:spcPct val="20000"/>
              </a:spcBef>
              <a:spcAft>
                <a:spcPct val="1"/>
              </a:spcAft>
              <a:buChar char="»"/>
              <a:defRPr sz="2000">
                <a:solidFill>
                  <a:schemeClr val="tx1"/>
                </a:solidFill>
                <a:latin typeface="Comic Sans MS" panose="030F0702030302020204" charset="0"/>
              </a:defRPr>
            </a:lvl6pPr>
            <a:lvl7pPr marL="2971800" indent="-228600" eaLnBrk="false" fontAlgn="base" hangingPunct="false">
              <a:spcBef>
                <a:spcPct val="20000"/>
              </a:spcBef>
              <a:spcAft>
                <a:spcPct val="1"/>
              </a:spcAft>
              <a:buChar char="»"/>
              <a:defRPr sz="2000">
                <a:solidFill>
                  <a:schemeClr val="tx1"/>
                </a:solidFill>
                <a:latin typeface="Comic Sans MS" panose="030F0702030302020204" charset="0"/>
              </a:defRPr>
            </a:lvl7pPr>
            <a:lvl8pPr marL="3429000" indent="-228600" eaLnBrk="false" fontAlgn="base" hangingPunct="false">
              <a:spcBef>
                <a:spcPct val="20000"/>
              </a:spcBef>
              <a:spcAft>
                <a:spcPct val="1"/>
              </a:spcAft>
              <a:buChar char="»"/>
              <a:defRPr sz="2000">
                <a:solidFill>
                  <a:schemeClr val="tx1"/>
                </a:solidFill>
                <a:latin typeface="Comic Sans MS" panose="030F0702030302020204" charset="0"/>
              </a:defRPr>
            </a:lvl8pPr>
            <a:lvl9pPr marL="3886200" indent="-228600" eaLnBrk="false" fontAlgn="base" hangingPunct="false">
              <a:spcBef>
                <a:spcPct val="20000"/>
              </a:spcBef>
              <a:spcAft>
                <a:spcPct val="1"/>
              </a:spcAft>
              <a:buChar char="»"/>
              <a:defRPr sz="2000">
                <a:solidFill>
                  <a:schemeClr val="tx1"/>
                </a:solidFill>
                <a:latin typeface="Comic Sans MS" panose="030F0702030302020204" charset="0"/>
              </a:defRPr>
            </a:lvl9pPr>
          </a:lstStyle>
          <a:p>
            <a:pPr>
              <a:spcBef>
                <a:spcPct val="1"/>
              </a:spcBef>
              <a:buFontTx/>
              <a:buNone/>
            </a:pPr>
            <a:fld id="{104F70B8-21CD-1245-A53F-1F3F76ED3595}" type="slidenum">
              <a:rPr lang="zh-CN" altLang="en-US" sz="1400">
                <a:latin typeface="Times New Roman" panose="02020603050405020304" pitchFamily="18" charset="0"/>
                <a:ea typeface="宋体" pitchFamily="2" charset="-122"/>
              </a:rPr>
              <a:t>77</a:t>
            </a:fld>
            <a:endParaRPr lang="en-US" altLang="zh-CN" sz="1400">
              <a:latin typeface="Times New Roman" panose="02020603050405020304" pitchFamily="18" charset="0"/>
              <a:ea typeface="宋体" pitchFamily="2" charset="-122"/>
            </a:endParaRPr>
          </a:p>
        </p:txBody>
      </p:sp>
      <p:sp>
        <p:nvSpPr>
          <p:cNvPr id="417" name="Rectangle 2"/>
          <p:cNvSpPr>
            <a:spLocks noGrp="true" noChangeArrowheads="true"/>
          </p:cNvSpPr>
          <p:nvPr>
            <p:ph type="body" idx="1"/>
          </p:nvPr>
        </p:nvSpPr>
        <p:spPr>
          <a:xfrm>
            <a:off x="304800" y="762000"/>
            <a:ext cx="8458200" cy="5715000"/>
          </a:xfrm>
          <a:solidFill>
            <a:schemeClr val="bg1"/>
          </a:solidFill>
        </p:spPr>
        <p:txBody>
          <a:bodyPr/>
          <a:lstStyle/>
          <a:p>
            <a:pPr marL="0" indent="0">
              <a:buFontTx/>
              <a:buNone/>
            </a:pPr>
            <a:r>
              <a:rPr lang="en-US" sz="1800" b="true">
                <a:latin typeface="Courier New"/>
                <a:ea typeface="宋体"/>
                <a:cs typeface="Courier New"/>
              </a:rPr>
              <a:t>18     while(1) {</a:t>
            </a:r>
            <a:endParaRPr/>
          </a:p>
          <a:p>
            <a:pPr marL="0" indent="0">
              <a:buFontTx/>
              <a:buNone/>
            </a:pPr>
            <a:r>
              <a:rPr lang="en-US" sz="1800" b="true">
                <a:latin typeface="Courier New"/>
                <a:ea typeface="宋体"/>
                <a:cs typeface="Courier New"/>
              </a:rPr>
              <a:t>19        Sigemptyset(&amp;mask);</a:t>
            </a:r>
            <a:endParaRPr/>
          </a:p>
          <a:p>
            <a:pPr marL="0" indent="0">
              <a:buFontTx/>
              <a:buNone/>
            </a:pPr>
            <a:r>
              <a:rPr lang="en-US" sz="1800" b="true">
                <a:latin typeface="Courier New"/>
                <a:ea typeface="宋体"/>
                <a:cs typeface="Courier New"/>
              </a:rPr>
              <a:t>20        Sigaddset(&amp;mask, SIGCHLD);</a:t>
            </a:r>
            <a:endParaRPr/>
          </a:p>
          <a:p>
            <a:pPr marL="0" indent="0">
              <a:buFontTx/>
              <a:buNone/>
            </a:pPr>
            <a:r>
              <a:rPr lang="en-US" sz="1800" b="true">
                <a:latin typeface="Courier New"/>
                <a:ea typeface="宋体"/>
                <a:cs typeface="Courier New"/>
              </a:rPr>
              <a:t>21        Sigprocmask(SIG_BLOCK, &amp;mask, NULL); </a:t>
            </a:r>
            <a:br>
              <a:rPr/>
            </a:br>
            <a:r>
              <a:rPr lang="en-US" sz="1800" b="true">
                <a:latin typeface="Courier New"/>
                <a:ea typeface="宋体"/>
                <a:cs typeface="Courier New"/>
              </a:rPr>
              <a:t>22	</a:t>
            </a:r>
            <a:endParaRPr/>
          </a:p>
          <a:p>
            <a:pPr marL="0" indent="0">
              <a:buFontTx/>
              <a:buNone/>
            </a:pPr>
            <a:r>
              <a:rPr lang="en-US" sz="1800" b="true">
                <a:latin typeface="Courier New"/>
                <a:ea typeface="宋体"/>
                <a:cs typeface="Courier New"/>
              </a:rPr>
              <a:t>23        </a:t>
            </a:r>
            <a:r>
              <a:rPr lang="en-US" sz="1800" b="true">
                <a:solidFill>
                  <a:srgbClr val="00B050">
                    <a:alpha val="100000"/>
                  </a:srgbClr>
                </a:solidFill>
                <a:latin typeface="Courier New"/>
                <a:ea typeface="宋体"/>
                <a:cs typeface="Courier New"/>
              </a:rPr>
              <a:t>/*child process */</a:t>
            </a:r>
            <a:endParaRPr/>
          </a:p>
          <a:p>
            <a:pPr marL="0" indent="0">
              <a:buFontTx/>
              <a:buNone/>
            </a:pPr>
            <a:r>
              <a:rPr lang="en-US" sz="1800" b="true">
                <a:latin typeface="Courier New"/>
                <a:ea typeface="宋体"/>
                <a:cs typeface="Courier New"/>
              </a:rPr>
              <a:t>24        if ((pid = fork()) == 0) {</a:t>
            </a:r>
            <a:endParaRPr/>
          </a:p>
          <a:p>
            <a:pPr marL="0" indent="0">
              <a:buFontTx/>
              <a:buNone/>
            </a:pPr>
            <a:r>
              <a:rPr lang="en-US" sz="1800" b="true">
                <a:latin typeface="Courier New"/>
                <a:ea typeface="宋体"/>
                <a:cs typeface="Courier New"/>
              </a:rPr>
              <a:t>25           Sigprocmask(SIG_UNBLOCK, &amp;mask, NULL);</a:t>
            </a:r>
            <a:endParaRPr/>
          </a:p>
          <a:p>
            <a:pPr marL="0" indent="0">
              <a:buFontTx/>
              <a:buNone/>
            </a:pPr>
            <a:r>
              <a:rPr lang="en-US" sz="1800" b="true">
                <a:latin typeface="Courier New"/>
                <a:ea typeface="宋体"/>
                <a:cs typeface="Courier New"/>
              </a:rPr>
              <a:t>26           execve(</a:t>
            </a:r>
            <a:r>
              <a:rPr lang="en-US" sz="1800" b="true">
                <a:latin typeface="Courier New"/>
                <a:ea typeface="宋体"/>
                <a:cs typeface="Courier New"/>
              </a:rPr>
              <a:t>“</a:t>
            </a:r>
            <a:r>
              <a:rPr lang="en-US" sz="1800" b="true">
                <a:latin typeface="Courier New"/>
                <a:ea typeface="宋体"/>
                <a:cs typeface="Courier New"/>
              </a:rPr>
              <a:t>/bin/ls</a:t>
            </a:r>
            <a:r>
              <a:rPr lang="en-US" sz="1800" b="true">
                <a:latin typeface="Courier New"/>
                <a:ea typeface="宋体"/>
                <a:cs typeface="Courier New"/>
              </a:rPr>
              <a:t>”</a:t>
            </a:r>
            <a:r>
              <a:rPr lang="en-US" sz="1800" b="true">
                <a:latin typeface="Courier New"/>
                <a:ea typeface="宋体"/>
                <a:cs typeface="Courier New"/>
              </a:rPr>
              <a:t>, argv, NULL);</a:t>
            </a:r>
            <a:endParaRPr/>
          </a:p>
          <a:p>
            <a:pPr marL="0" indent="0">
              <a:buFontTx/>
              <a:buNone/>
            </a:pPr>
            <a:r>
              <a:rPr lang="en-US" sz="1800" b="true">
                <a:latin typeface="Courier New"/>
                <a:ea typeface="宋体"/>
                <a:cs typeface="Courier New"/>
              </a:rPr>
              <a:t>27        }</a:t>
            </a:r>
            <a:endParaRPr/>
          </a:p>
          <a:p>
            <a:pPr marL="0" indent="0">
              <a:buFontTx/>
              <a:buNone/>
            </a:pPr>
            <a:r>
              <a:rPr lang="en-US" sz="1800" b="true">
                <a:latin typeface="Courier New"/>
                <a:ea typeface="宋体"/>
                <a:cs typeface="Courier New"/>
              </a:rPr>
              <a:t>28</a:t>
            </a:r>
            <a:endParaRPr/>
          </a:p>
          <a:p>
            <a:pPr marL="0" indent="0">
              <a:buFontTx/>
              <a:buNone/>
            </a:pPr>
            <a:r>
              <a:rPr lang="en-US" sz="1800" b="true">
                <a:latin typeface="Courier New"/>
                <a:ea typeface="宋体"/>
                <a:cs typeface="Courier New"/>
              </a:rPr>
              <a:t>29        </a:t>
            </a:r>
            <a:r>
              <a:rPr lang="en-US" sz="1800" b="true">
                <a:solidFill>
                  <a:srgbClr val="00B050">
                    <a:alpha val="100000"/>
                  </a:srgbClr>
                </a:solidFill>
                <a:latin typeface="Courier New"/>
                <a:ea typeface="宋体"/>
                <a:cs typeface="Courier New"/>
              </a:rPr>
              <a:t>/* parent process */</a:t>
            </a:r>
            <a:endParaRPr/>
          </a:p>
          <a:p>
            <a:pPr marL="0" indent="0">
              <a:buFontTx/>
              <a:buNone/>
            </a:pPr>
            <a:r>
              <a:rPr lang="en-US" sz="1800" b="true">
                <a:latin typeface="Courier New"/>
                <a:ea typeface="宋体"/>
                <a:cs typeface="Courier New"/>
              </a:rPr>
              <a:t>30        </a:t>
            </a:r>
            <a:r>
              <a:rPr lang="en-US" sz="1800" b="true">
                <a:solidFill>
                  <a:srgbClr val="FF0000">
                    <a:alpha val="100000"/>
                  </a:srgbClr>
                </a:solidFill>
                <a:latin typeface="Courier New"/>
                <a:ea typeface="宋体"/>
                <a:cs typeface="Courier New"/>
              </a:rPr>
              <a:t>addjob</a:t>
            </a:r>
            <a:r>
              <a:rPr lang="en-US" sz="1800" b="true">
                <a:latin typeface="Courier New"/>
                <a:ea typeface="宋体"/>
                <a:cs typeface="Courier New"/>
              </a:rPr>
              <a:t>(pid); </a:t>
            </a:r>
            <a:r>
              <a:rPr lang="en-US" sz="1800" b="true">
                <a:solidFill>
                  <a:srgbClr val="00B050">
                    <a:alpha val="100000"/>
                  </a:srgbClr>
                </a:solidFill>
                <a:latin typeface="Courier New"/>
                <a:ea typeface="宋体"/>
                <a:cs typeface="Courier New"/>
              </a:rPr>
              <a:t>/* Add the child to the job list */</a:t>
            </a:r>
            <a:endParaRPr/>
          </a:p>
          <a:p>
            <a:pPr marL="0" indent="0">
              <a:buFontTx/>
              <a:buNone/>
            </a:pPr>
            <a:r>
              <a:rPr lang="en-US" sz="1800" b="true">
                <a:latin typeface="Courier New"/>
                <a:ea typeface="宋体"/>
                <a:cs typeface="Courier New"/>
              </a:rPr>
              <a:t>31        Sigprocmask(SIG_UNBLOCK,&amp;mask, NULL); </a:t>
            </a:r>
            <a:br>
              <a:rPr/>
            </a:br>
            <a:r>
              <a:rPr lang="en-US" sz="1800" b="true">
                <a:latin typeface="Courier New"/>
                <a:ea typeface="宋体"/>
                <a:cs typeface="Courier New"/>
              </a:rPr>
              <a:t>32     }</a:t>
            </a:r>
            <a:endParaRPr/>
          </a:p>
          <a:p>
            <a:pPr marL="0" indent="0">
              <a:buFontTx/>
              <a:buNone/>
            </a:pPr>
            <a:r>
              <a:rPr lang="en-US" sz="1800" b="true">
                <a:latin typeface="Courier New"/>
                <a:ea typeface="宋体"/>
                <a:cs typeface="Courier New"/>
              </a:rPr>
              <a:t>33     exit(0)</a:t>
            </a:r>
            <a:endParaRPr/>
          </a:p>
          <a:p>
            <a:pPr marL="0" indent="0">
              <a:buFontTx/>
              <a:buNone/>
            </a:pPr>
            <a:r>
              <a:rPr lang="en-US" sz="1800" b="true">
                <a:latin typeface="Courier New"/>
                <a:ea typeface="宋体"/>
                <a:cs typeface="Courier New"/>
              </a:rPr>
              <a:t>34 }</a:t>
            </a:r>
            <a:endParaRPr/>
          </a:p>
        </p:txBody>
      </p:sp>
      <p:sp>
        <p:nvSpPr>
          <p:cNvPr id="418" name="Rectangle 1"/>
          <p:cNvSpPr>
            <a:spLocks noChangeArrowheads="true"/>
          </p:cNvSpPr>
          <p:nvPr/>
        </p:nvSpPr>
        <p:spPr bwMode="auto">
          <a:xfrm>
            <a:off x="304800" y="1101725"/>
            <a:ext cx="8458200" cy="990600"/>
          </a:xfrm>
          <a:prstGeom prst="rect">
            <a:avLst/>
          </a:prstGeom>
          <a:solidFill>
            <a:srgbClr val="7030A0">
              <a:alpha val="30196"/>
            </a:srgbClr>
          </a:solidFill>
          <a:ln w="9525">
            <a:solidFill>
              <a:schemeClr val="tx1"/>
            </a:solidFill>
            <a:round/>
          </a:ln>
        </p:spPr>
        <p:txBody>
          <a:bodyPr anchor="ctr"/>
          <a:lstStyle>
            <a:lvl1pPr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Comic Sans MS" panose="030F070203030202020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Comic Sans MS" panose="030F070203030202020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anose="030F070203030202020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Comic Sans MS" panose="030F070203030202020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Comic Sans MS" panose="030F0702030302020204" charset="0"/>
              </a:defRPr>
            </a:lvl5pPr>
            <a:lvl6pPr marL="2514600" indent="-228600" eaLnBrk="false" fontAlgn="base" hangingPunct="false">
              <a:spcBef>
                <a:spcPct val="20000"/>
              </a:spcBef>
              <a:spcAft>
                <a:spcPct val="1"/>
              </a:spcAft>
              <a:buChar char="»"/>
              <a:defRPr sz="2000">
                <a:solidFill>
                  <a:schemeClr val="tx1"/>
                </a:solidFill>
                <a:latin typeface="Comic Sans MS" panose="030F0702030302020204" charset="0"/>
              </a:defRPr>
            </a:lvl6pPr>
            <a:lvl7pPr marL="2971800" indent="-228600" eaLnBrk="false" fontAlgn="base" hangingPunct="false">
              <a:spcBef>
                <a:spcPct val="20000"/>
              </a:spcBef>
              <a:spcAft>
                <a:spcPct val="1"/>
              </a:spcAft>
              <a:buChar char="»"/>
              <a:defRPr sz="2000">
                <a:solidFill>
                  <a:schemeClr val="tx1"/>
                </a:solidFill>
                <a:latin typeface="Comic Sans MS" panose="030F0702030302020204" charset="0"/>
              </a:defRPr>
            </a:lvl7pPr>
            <a:lvl8pPr marL="3429000" indent="-228600" eaLnBrk="false" fontAlgn="base" hangingPunct="false">
              <a:spcBef>
                <a:spcPct val="20000"/>
              </a:spcBef>
              <a:spcAft>
                <a:spcPct val="1"/>
              </a:spcAft>
              <a:buChar char="»"/>
              <a:defRPr sz="2000">
                <a:solidFill>
                  <a:schemeClr val="tx1"/>
                </a:solidFill>
                <a:latin typeface="Comic Sans MS" panose="030F0702030302020204" charset="0"/>
              </a:defRPr>
            </a:lvl8pPr>
            <a:lvl9pPr marL="3886200" indent="-228600" eaLnBrk="false" fontAlgn="base" hangingPunct="false">
              <a:spcBef>
                <a:spcPct val="20000"/>
              </a:spcBef>
              <a:spcAft>
                <a:spcPct val="1"/>
              </a:spcAft>
              <a:buChar char="»"/>
              <a:defRPr sz="2000">
                <a:solidFill>
                  <a:schemeClr val="tx1"/>
                </a:solidFill>
                <a:latin typeface="Comic Sans MS" panose="030F0702030302020204" charset="0"/>
              </a:defRPr>
            </a:lvl9pPr>
          </a:lstStyle>
          <a:p>
            <a:pPr>
              <a:spcBef>
                <a:spcPct val="1"/>
              </a:spcBef>
              <a:buFontTx/>
              <a:buNone/>
            </a:pPr>
            <a:endParaRPr lang="zh-CN" altLang="en-US" sz="2000"/>
          </a:p>
        </p:txBody>
      </p:sp>
      <p:sp>
        <p:nvSpPr>
          <p:cNvPr id="419" name="Rectangle 4"/>
          <p:cNvSpPr>
            <a:spLocks noChangeArrowheads="true"/>
          </p:cNvSpPr>
          <p:nvPr/>
        </p:nvSpPr>
        <p:spPr bwMode="auto">
          <a:xfrm>
            <a:off x="304800" y="5013325"/>
            <a:ext cx="8458200" cy="304800"/>
          </a:xfrm>
          <a:prstGeom prst="rect">
            <a:avLst/>
          </a:prstGeom>
          <a:solidFill>
            <a:srgbClr val="7030A0">
              <a:alpha val="30196"/>
            </a:srgbClr>
          </a:solidFill>
          <a:ln w="9525">
            <a:solidFill>
              <a:schemeClr val="tx1"/>
            </a:solidFill>
            <a:round/>
          </a:ln>
        </p:spPr>
        <p:txBody>
          <a:bodyPr anchor="ctr"/>
          <a:lstStyle>
            <a:lvl1pPr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Comic Sans MS" panose="030F070203030202020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Comic Sans MS" panose="030F070203030202020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anose="030F070203030202020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Comic Sans MS" panose="030F070203030202020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Comic Sans MS" panose="030F0702030302020204" charset="0"/>
              </a:defRPr>
            </a:lvl5pPr>
            <a:lvl6pPr marL="2514600" indent="-228600" eaLnBrk="false" fontAlgn="base" hangingPunct="false">
              <a:spcBef>
                <a:spcPct val="20000"/>
              </a:spcBef>
              <a:spcAft>
                <a:spcPct val="1"/>
              </a:spcAft>
              <a:buChar char="»"/>
              <a:defRPr sz="2000">
                <a:solidFill>
                  <a:schemeClr val="tx1"/>
                </a:solidFill>
                <a:latin typeface="Comic Sans MS" panose="030F0702030302020204" charset="0"/>
              </a:defRPr>
            </a:lvl6pPr>
            <a:lvl7pPr marL="2971800" indent="-228600" eaLnBrk="false" fontAlgn="base" hangingPunct="false">
              <a:spcBef>
                <a:spcPct val="20000"/>
              </a:spcBef>
              <a:spcAft>
                <a:spcPct val="1"/>
              </a:spcAft>
              <a:buChar char="»"/>
              <a:defRPr sz="2000">
                <a:solidFill>
                  <a:schemeClr val="tx1"/>
                </a:solidFill>
                <a:latin typeface="Comic Sans MS" panose="030F0702030302020204" charset="0"/>
              </a:defRPr>
            </a:lvl7pPr>
            <a:lvl8pPr marL="3429000" indent="-228600" eaLnBrk="false" fontAlgn="base" hangingPunct="false">
              <a:spcBef>
                <a:spcPct val="20000"/>
              </a:spcBef>
              <a:spcAft>
                <a:spcPct val="1"/>
              </a:spcAft>
              <a:buChar char="»"/>
              <a:defRPr sz="2000">
                <a:solidFill>
                  <a:schemeClr val="tx1"/>
                </a:solidFill>
                <a:latin typeface="Comic Sans MS" panose="030F0702030302020204" charset="0"/>
              </a:defRPr>
            </a:lvl8pPr>
            <a:lvl9pPr marL="3886200" indent="-228600" eaLnBrk="false" fontAlgn="base" hangingPunct="false">
              <a:spcBef>
                <a:spcPct val="20000"/>
              </a:spcBef>
              <a:spcAft>
                <a:spcPct val="1"/>
              </a:spcAft>
              <a:buChar char="»"/>
              <a:defRPr sz="2000">
                <a:solidFill>
                  <a:schemeClr val="tx1"/>
                </a:solidFill>
                <a:latin typeface="Comic Sans MS" panose="030F0702030302020204" charset="0"/>
              </a:defRPr>
            </a:lvl9pPr>
          </a:lstStyle>
          <a:p>
            <a:pPr>
              <a:spcBef>
                <a:spcPct val="1"/>
              </a:spcBef>
              <a:buFontTx/>
              <a:buNone/>
            </a:pPr>
            <a:endParaRPr lang="zh-CN" altLang="en-US" sz="2000"/>
          </a:p>
        </p:txBody>
      </p:sp>
      <p:sp>
        <p:nvSpPr>
          <p:cNvPr id="420" name="Rectangle 5"/>
          <p:cNvSpPr>
            <a:spLocks noChangeArrowheads="true"/>
          </p:cNvSpPr>
          <p:nvPr/>
        </p:nvSpPr>
        <p:spPr bwMode="auto">
          <a:xfrm>
            <a:off x="304800" y="2984500"/>
            <a:ext cx="8458200" cy="368300"/>
          </a:xfrm>
          <a:prstGeom prst="rect">
            <a:avLst/>
          </a:prstGeom>
          <a:solidFill>
            <a:srgbClr val="7030A0">
              <a:alpha val="30196"/>
            </a:srgbClr>
          </a:solidFill>
          <a:ln w="9525">
            <a:solidFill>
              <a:schemeClr val="tx1"/>
            </a:solidFill>
            <a:round/>
          </a:ln>
        </p:spPr>
        <p:txBody>
          <a:bodyPr anchor="ctr"/>
          <a:lstStyle>
            <a:lvl1pPr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Comic Sans MS" panose="030F070203030202020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Comic Sans MS" panose="030F070203030202020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anose="030F070203030202020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Comic Sans MS" panose="030F070203030202020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Comic Sans MS" panose="030F0702030302020204" charset="0"/>
              </a:defRPr>
            </a:lvl5pPr>
            <a:lvl6pPr marL="2514600" indent="-228600" eaLnBrk="false" fontAlgn="base" hangingPunct="false">
              <a:spcBef>
                <a:spcPct val="20000"/>
              </a:spcBef>
              <a:spcAft>
                <a:spcPct val="1"/>
              </a:spcAft>
              <a:buChar char="»"/>
              <a:defRPr sz="2000">
                <a:solidFill>
                  <a:schemeClr val="tx1"/>
                </a:solidFill>
                <a:latin typeface="Comic Sans MS" panose="030F0702030302020204" charset="0"/>
              </a:defRPr>
            </a:lvl6pPr>
            <a:lvl7pPr marL="2971800" indent="-228600" eaLnBrk="false" fontAlgn="base" hangingPunct="false">
              <a:spcBef>
                <a:spcPct val="20000"/>
              </a:spcBef>
              <a:spcAft>
                <a:spcPct val="1"/>
              </a:spcAft>
              <a:buChar char="»"/>
              <a:defRPr sz="2000">
                <a:solidFill>
                  <a:schemeClr val="tx1"/>
                </a:solidFill>
                <a:latin typeface="Comic Sans MS" panose="030F0702030302020204" charset="0"/>
              </a:defRPr>
            </a:lvl7pPr>
            <a:lvl8pPr marL="3429000" indent="-228600" eaLnBrk="false" fontAlgn="base" hangingPunct="false">
              <a:spcBef>
                <a:spcPct val="20000"/>
              </a:spcBef>
              <a:spcAft>
                <a:spcPct val="1"/>
              </a:spcAft>
              <a:buChar char="»"/>
              <a:defRPr sz="2000">
                <a:solidFill>
                  <a:schemeClr val="tx1"/>
                </a:solidFill>
                <a:latin typeface="Comic Sans MS" panose="030F0702030302020204" charset="0"/>
              </a:defRPr>
            </a:lvl8pPr>
            <a:lvl9pPr marL="3886200" indent="-228600" eaLnBrk="false" fontAlgn="base" hangingPunct="false">
              <a:spcBef>
                <a:spcPct val="20000"/>
              </a:spcBef>
              <a:spcAft>
                <a:spcPct val="1"/>
              </a:spcAft>
              <a:buChar char="»"/>
              <a:defRPr sz="2000">
                <a:solidFill>
                  <a:schemeClr val="tx1"/>
                </a:solidFill>
                <a:latin typeface="Comic Sans MS" panose="030F0702030302020204" charset="0"/>
              </a:defRPr>
            </a:lvl9pPr>
          </a:lstStyle>
          <a:p>
            <a:pPr>
              <a:spcBef>
                <a:spcPct val="1"/>
              </a:spcBef>
              <a:buFontTx/>
              <a:buNone/>
            </a:pPr>
            <a:endParaRPr lang="zh-CN" altLang="en-US" sz="2000"/>
          </a:p>
        </p:txBody>
      </p:sp>
      <p:sp>
        <p:nvSpPr>
          <p:cNvPr id="421" name="Rectangle 2"/>
          <p:cNvSpPr>
            <a:spLocks noChangeArrowheads="true"/>
          </p:cNvSpPr>
          <p:nvPr/>
        </p:nvSpPr>
        <p:spPr bwMode="auto">
          <a:xfrm>
            <a:off x="6786563" y="2092325"/>
            <a:ext cx="1976437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/>
            <a:ext uri="{91240B29-F687-4F45-9708-019B960494DF}"/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Comic Sans MS" panose="030F070203030202020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Comic Sans MS" panose="030F070203030202020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anose="030F070203030202020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Comic Sans MS" panose="030F070203030202020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Comic Sans MS" panose="030F0702030302020204" charset="0"/>
              </a:defRPr>
            </a:lvl5pPr>
            <a:lvl6pPr marL="2514600" indent="-228600" eaLnBrk="false" fontAlgn="base" hangingPunct="false">
              <a:spcBef>
                <a:spcPct val="20000"/>
              </a:spcBef>
              <a:spcAft>
                <a:spcPct val="1"/>
              </a:spcAft>
              <a:buChar char="»"/>
              <a:defRPr sz="2000">
                <a:solidFill>
                  <a:schemeClr val="tx1"/>
                </a:solidFill>
                <a:latin typeface="Comic Sans MS" panose="030F0702030302020204" charset="0"/>
              </a:defRPr>
            </a:lvl6pPr>
            <a:lvl7pPr marL="2971800" indent="-228600" eaLnBrk="false" fontAlgn="base" hangingPunct="false">
              <a:spcBef>
                <a:spcPct val="20000"/>
              </a:spcBef>
              <a:spcAft>
                <a:spcPct val="1"/>
              </a:spcAft>
              <a:buChar char="»"/>
              <a:defRPr sz="2000">
                <a:solidFill>
                  <a:schemeClr val="tx1"/>
                </a:solidFill>
                <a:latin typeface="Comic Sans MS" panose="030F0702030302020204" charset="0"/>
              </a:defRPr>
            </a:lvl7pPr>
            <a:lvl8pPr marL="3429000" indent="-228600" eaLnBrk="false" fontAlgn="base" hangingPunct="false">
              <a:spcBef>
                <a:spcPct val="20000"/>
              </a:spcBef>
              <a:spcAft>
                <a:spcPct val="1"/>
              </a:spcAft>
              <a:buChar char="»"/>
              <a:defRPr sz="2000">
                <a:solidFill>
                  <a:schemeClr val="tx1"/>
                </a:solidFill>
                <a:latin typeface="Comic Sans MS" panose="030F0702030302020204" charset="0"/>
              </a:defRPr>
            </a:lvl8pPr>
            <a:lvl9pPr marL="3886200" indent="-228600" eaLnBrk="false" fontAlgn="base" hangingPunct="false">
              <a:spcBef>
                <a:spcPct val="20000"/>
              </a:spcBef>
              <a:spcAft>
                <a:spcPct val="1"/>
              </a:spcAft>
              <a:buChar char="»"/>
              <a:defRPr sz="2000">
                <a:solidFill>
                  <a:schemeClr val="tx1"/>
                </a:solidFill>
                <a:latin typeface="Comic Sans MS" panose="030F0702030302020204" charset="0"/>
              </a:defRPr>
            </a:lvl9pPr>
          </a:lstStyle>
          <a:p>
            <a:pPr>
              <a:spcBef>
                <a:spcPct val="1"/>
              </a:spcBef>
              <a:buFontTx/>
              <a:buNone/>
            </a:pPr>
            <a:r>
              <a:rPr lang="en-US" altLang="zh-CN" sz="1800">
                <a:solidFill>
                  <a:srgbClr val="7030A0"/>
                </a:solidFill>
                <a:latin typeface="Courier New" panose="02070309020205020404" charset="0"/>
                <a:cs typeface="Courier New" panose="02070309020205020404" charset="0"/>
              </a:rPr>
              <a:t>Block SIGCHLD</a:t>
            </a:r>
            <a:endParaRPr/>
          </a:p>
        </p:txBody>
      </p:sp>
      <p:sp>
        <p:nvSpPr>
          <p:cNvPr id="422" name="Rectangle 7"/>
          <p:cNvSpPr>
            <a:spLocks noChangeArrowheads="true"/>
          </p:cNvSpPr>
          <p:nvPr/>
        </p:nvSpPr>
        <p:spPr bwMode="auto">
          <a:xfrm>
            <a:off x="6510338" y="5318125"/>
            <a:ext cx="2252662" cy="368300"/>
          </a:xfrm>
          <a:prstGeom prst="rect">
            <a:avLst/>
          </a:prstGeom>
          <a:noFill/>
          <a:ln>
            <a:noFill/>
          </a:ln>
          <a:extLst>
            <a:ext uri="{909E8E84-426E-40DD-AFC4-6F175D3DCCD1}"/>
            <a:ext uri="{91240B29-F687-4F45-9708-019B960494DF}"/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Comic Sans MS" panose="030F070203030202020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Comic Sans MS" panose="030F070203030202020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anose="030F070203030202020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Comic Sans MS" panose="030F070203030202020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Comic Sans MS" panose="030F0702030302020204" charset="0"/>
              </a:defRPr>
            </a:lvl5pPr>
            <a:lvl6pPr marL="2514600" indent="-228600" eaLnBrk="false" fontAlgn="base" hangingPunct="false">
              <a:spcBef>
                <a:spcPct val="20000"/>
              </a:spcBef>
              <a:spcAft>
                <a:spcPct val="1"/>
              </a:spcAft>
              <a:buChar char="»"/>
              <a:defRPr sz="2000">
                <a:solidFill>
                  <a:schemeClr val="tx1"/>
                </a:solidFill>
                <a:latin typeface="Comic Sans MS" panose="030F0702030302020204" charset="0"/>
              </a:defRPr>
            </a:lvl6pPr>
            <a:lvl7pPr marL="2971800" indent="-228600" eaLnBrk="false" fontAlgn="base" hangingPunct="false">
              <a:spcBef>
                <a:spcPct val="20000"/>
              </a:spcBef>
              <a:spcAft>
                <a:spcPct val="1"/>
              </a:spcAft>
              <a:buChar char="»"/>
              <a:defRPr sz="2000">
                <a:solidFill>
                  <a:schemeClr val="tx1"/>
                </a:solidFill>
                <a:latin typeface="Comic Sans MS" panose="030F0702030302020204" charset="0"/>
              </a:defRPr>
            </a:lvl7pPr>
            <a:lvl8pPr marL="3429000" indent="-228600" eaLnBrk="false" fontAlgn="base" hangingPunct="false">
              <a:spcBef>
                <a:spcPct val="20000"/>
              </a:spcBef>
              <a:spcAft>
                <a:spcPct val="1"/>
              </a:spcAft>
              <a:buChar char="»"/>
              <a:defRPr sz="2000">
                <a:solidFill>
                  <a:schemeClr val="tx1"/>
                </a:solidFill>
                <a:latin typeface="Comic Sans MS" panose="030F0702030302020204" charset="0"/>
              </a:defRPr>
            </a:lvl8pPr>
            <a:lvl9pPr marL="3886200" indent="-228600" eaLnBrk="false" fontAlgn="base" hangingPunct="false">
              <a:spcBef>
                <a:spcPct val="20000"/>
              </a:spcBef>
              <a:spcAft>
                <a:spcPct val="1"/>
              </a:spcAft>
              <a:buChar char="»"/>
              <a:defRPr sz="2000">
                <a:solidFill>
                  <a:schemeClr val="tx1"/>
                </a:solidFill>
                <a:latin typeface="Comic Sans MS" panose="030F0702030302020204" charset="0"/>
              </a:defRPr>
            </a:lvl9pPr>
          </a:lstStyle>
          <a:p>
            <a:pPr>
              <a:spcBef>
                <a:spcPct val="1"/>
              </a:spcBef>
              <a:buFontTx/>
              <a:buNone/>
            </a:pPr>
            <a:r>
              <a:rPr lang="en-US" altLang="zh-CN" sz="1800">
                <a:solidFill>
                  <a:srgbClr val="7030A0"/>
                </a:solidFill>
                <a:latin typeface="Courier New" panose="02070309020205020404" charset="0"/>
                <a:cs typeface="Courier New" panose="02070309020205020404" charset="0"/>
              </a:rPr>
              <a:t>Unblock SIGCHLD</a:t>
            </a:r>
            <a:endParaRPr/>
          </a:p>
        </p:txBody>
      </p:sp>
    </p:spTree>
  </p:cSld>
  <p:clrMapOvr>
    <a:masterClrMapping/>
  </p:clrMapOvr>
</p:sld>
</file>

<file path=ppt/slides/slide81.xml><?xml version="1.0" encoding="utf-8"?>
<p:sld xmlns:a="http://schemas.openxmlformats.org/drawingml/2006/main" xmlns:p="http://schemas.openxmlformats.org/presentationml/2006/main">
  <p:cSld>
    <p:spTree>
      <p:nvGrpSpPr>
        <p:cNvPr id="423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4" name="标题 1"/>
          <p:cNvSpPr>
            <a:spLocks noGrp="true"/>
          </p:cNvSpPr>
          <p:nvPr>
            <p:ph type="title"/>
          </p:nvPr>
        </p:nvSpPr>
        <p:spPr/>
        <p:txBody>
          <a:bodyPr/>
          <a:lstStyle/>
          <a:p>
            <a:pPr/>
            <a:r>
              <a:rPr lang="en-US" altLang="zh-CN" dirty="false"/>
              <a:t>Explicitly Waiting for Signals</a:t>
            </a:r>
            <a:endParaRPr kumimoji="true" lang="zh-CN" altLang="en-US" dirty="false"/>
          </a:p>
        </p:txBody>
      </p:sp>
      <p:sp>
        <p:nvSpPr>
          <p:cNvPr id="425" name="内容占位符 2"/>
          <p:cNvSpPr>
            <a:spLocks noGrp="true"/>
          </p:cNvSpPr>
          <p:nvPr>
            <p:ph idx="1"/>
          </p:nvPr>
        </p:nvSpPr>
        <p:spPr/>
        <p:txBody>
          <a:bodyPr/>
          <a:lstStyle/>
          <a:p>
            <a:pPr/>
            <a:r>
              <a:rPr lang="en-US" altLang="zh-CN" dirty="false"/>
              <a:t>Handlers for program explicitly waiting for SIGCHLD to arrive.</a:t>
            </a:r>
            <a:endParaRPr/>
          </a:p>
        </p:txBody>
      </p:sp>
      <p:sp>
        <p:nvSpPr>
          <p:cNvPr id="426" name="幻灯片编号占位符 3"/>
          <p:cNvSpPr>
            <a:spLocks noGrp="true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2760C1E7-882C-B144-B98E-7DCF290C58DE}" type="slidenum">
              <a:rPr lang="zh-CN" altLang="en-US" smtClean="false"/>
              <a:t>78</a:t>
            </a:fld>
            <a:endParaRPr lang="en-US" altLang="zh-CN"/>
          </a:p>
        </p:txBody>
      </p:sp>
      <p:sp>
        <p:nvSpPr>
          <p:cNvPr id="427" name="Rectangle 4"/>
          <p:cNvSpPr>
            <a:spLocks noChangeArrowheads="true"/>
          </p:cNvSpPr>
          <p:nvPr/>
        </p:nvSpPr>
        <p:spPr bwMode="auto">
          <a:xfrm>
            <a:off x="517071" y="2924413"/>
            <a:ext cx="8267700" cy="3323987"/>
          </a:xfrm>
          <a:prstGeom prst="rect">
            <a:avLst/>
          </a:prstGeom>
          <a:solidFill>
            <a:srgbClr val="F6F5BD"/>
          </a:solidFill>
          <a:ln w="3175">
            <a:solidFill>
              <a:schemeClr val="tx1"/>
            </a:solidFill>
            <a:miter lim="800000"/>
          </a:ln>
          <a:effectLst/>
        </p:spPr>
        <p:txBody>
          <a:bodyPr wrap="square">
            <a:spAutoFit/>
          </a:bodyPr>
          <a:lstStyle/>
          <a:p>
            <a:pPr/>
            <a:r>
              <a:rPr lang="en-US" sz="1500" dirty="false">
                <a:solidFill>
                  <a:srgbClr val="C200FF"/>
                </a:solidFill>
                <a:latin typeface="Menlo-Regular" panose="020B0609030804020204"/>
              </a:rPr>
              <a:t>volatile</a:t>
            </a:r>
            <a:r>
              <a:rPr lang="en-US" sz="1500" dirty="false">
                <a:solidFill>
                  <a:srgbClr val="000000"/>
                </a:solidFill>
                <a:latin typeface="Menlo-Regular" panose="020B0609030804020204"/>
              </a:rPr>
              <a:t> </a:t>
            </a:r>
            <a:r>
              <a:rPr lang="en-US" sz="1500" dirty="false" err="true">
                <a:solidFill>
                  <a:srgbClr val="2D961E"/>
                </a:solidFill>
                <a:latin typeface="Menlo-Regular" panose="020B0609030804020204"/>
              </a:rPr>
              <a:t>sig_atomic_t</a:t>
            </a:r>
            <a:r>
              <a:rPr lang="en-US" sz="1500" dirty="false">
                <a:solidFill>
                  <a:srgbClr val="000000"/>
                </a:solidFill>
                <a:latin typeface="Menlo-Regular" panose="020B0609030804020204"/>
              </a:rPr>
              <a:t> </a:t>
            </a:r>
            <a:r>
              <a:rPr lang="en-US" sz="1500" dirty="false" err="true">
                <a:solidFill>
                  <a:srgbClr val="C1651C"/>
                </a:solidFill>
                <a:latin typeface="Menlo-Regular" panose="020B0609030804020204"/>
              </a:rPr>
              <a:t>pid</a:t>
            </a:r>
            <a:r>
              <a:rPr lang="en-US" sz="1500" dirty="false">
                <a:solidFill>
                  <a:srgbClr val="000000"/>
                </a:solidFill>
                <a:latin typeface="Menlo-Regular" panose="020B0609030804020204"/>
              </a:rPr>
              <a:t>;</a:t>
            </a:r>
            <a:endParaRPr/>
          </a:p>
          <a:p>
            <a:pPr/>
            <a:endParaRPr lang="en-US" sz="1500" dirty="false">
              <a:solidFill>
                <a:srgbClr val="000000"/>
              </a:solidFill>
              <a:latin typeface="Menlo-Regular" panose="020B0609030804020204"/>
            </a:endParaRPr>
          </a:p>
          <a:p>
            <a:pPr/>
            <a:r>
              <a:rPr lang="en-US" sz="1500" dirty="false">
                <a:solidFill>
                  <a:srgbClr val="2D961E"/>
                </a:solidFill>
                <a:latin typeface="Menlo-Regular" panose="020B0609030804020204"/>
              </a:rPr>
              <a:t>void</a:t>
            </a:r>
            <a:r>
              <a:rPr lang="en-US" sz="1500" dirty="false">
                <a:solidFill>
                  <a:srgbClr val="000000"/>
                </a:solidFill>
                <a:latin typeface="Menlo-Regular" panose="020B0609030804020204"/>
              </a:rPr>
              <a:t> </a:t>
            </a:r>
            <a:r>
              <a:rPr lang="en-US" sz="1500" dirty="false" err="true">
                <a:solidFill>
                  <a:srgbClr val="4A00FF"/>
                </a:solidFill>
                <a:latin typeface="Menlo-Regular" panose="020B0609030804020204"/>
              </a:rPr>
              <a:t>sigchld_handler</a:t>
            </a:r>
            <a:r>
              <a:rPr lang="en-US" sz="1500" dirty="false">
                <a:solidFill>
                  <a:srgbClr val="000000"/>
                </a:solidFill>
                <a:latin typeface="Menlo-Regular" panose="020B0609030804020204"/>
              </a:rPr>
              <a:t>(</a:t>
            </a:r>
            <a:r>
              <a:rPr lang="en-US" sz="1500" dirty="false" err="true">
                <a:solidFill>
                  <a:srgbClr val="2D961E"/>
                </a:solidFill>
                <a:latin typeface="Menlo-Regular" panose="020B0609030804020204"/>
              </a:rPr>
              <a:t>int</a:t>
            </a:r>
            <a:r>
              <a:rPr lang="en-US" sz="1500" dirty="false">
                <a:solidFill>
                  <a:srgbClr val="000000"/>
                </a:solidFill>
                <a:latin typeface="Menlo-Regular" panose="020B0609030804020204"/>
              </a:rPr>
              <a:t> </a:t>
            </a:r>
            <a:r>
              <a:rPr lang="en-US" sz="1500" dirty="false">
                <a:solidFill>
                  <a:srgbClr val="C1651C"/>
                </a:solidFill>
                <a:latin typeface="Menlo-Regular" panose="020B0609030804020204"/>
              </a:rPr>
              <a:t>s</a:t>
            </a:r>
            <a:r>
              <a:rPr lang="en-US" sz="1500" dirty="false">
                <a:solidFill>
                  <a:srgbClr val="000000"/>
                </a:solidFill>
                <a:latin typeface="Menlo-Regular" panose="020B0609030804020204"/>
              </a:rPr>
              <a:t>)</a:t>
            </a:r>
            <a:endParaRPr/>
          </a:p>
          <a:p>
            <a:pPr/>
            <a:r>
              <a:rPr lang="en-US" sz="1500" dirty="false">
                <a:solidFill>
                  <a:srgbClr val="000000"/>
                </a:solidFill>
                <a:latin typeface="Menlo-Regular" panose="020B0609030804020204"/>
              </a:rPr>
              <a:t>{</a:t>
            </a:r>
            <a:endParaRPr/>
          </a:p>
          <a:p>
            <a:pPr/>
            <a:r>
              <a:rPr lang="en-US" sz="1500" dirty="false">
                <a:solidFill>
                  <a:srgbClr val="000000"/>
                </a:solidFill>
                <a:latin typeface="Menlo-Regular" panose="020B0609030804020204"/>
              </a:rPr>
              <a:t>    </a:t>
            </a:r>
            <a:r>
              <a:rPr lang="en-US" sz="1500" dirty="false" err="true">
                <a:solidFill>
                  <a:srgbClr val="2D961E"/>
                </a:solidFill>
                <a:latin typeface="Menlo-Regular" panose="020B0609030804020204"/>
              </a:rPr>
              <a:t>int</a:t>
            </a:r>
            <a:r>
              <a:rPr lang="en-US" sz="1500" dirty="false">
                <a:solidFill>
                  <a:srgbClr val="000000"/>
                </a:solidFill>
                <a:latin typeface="Menlo-Regular" panose="020B0609030804020204"/>
              </a:rPr>
              <a:t> </a:t>
            </a:r>
            <a:r>
              <a:rPr lang="en-US" sz="1500" dirty="false" err="true">
                <a:solidFill>
                  <a:srgbClr val="C1651C"/>
                </a:solidFill>
                <a:latin typeface="Menlo-Regular" panose="020B0609030804020204"/>
              </a:rPr>
              <a:t>olderrno</a:t>
            </a:r>
            <a:r>
              <a:rPr lang="en-US" sz="1500" dirty="false">
                <a:solidFill>
                  <a:srgbClr val="000000"/>
                </a:solidFill>
                <a:latin typeface="Menlo-Regular" panose="020B0609030804020204"/>
              </a:rPr>
              <a:t> = </a:t>
            </a:r>
            <a:r>
              <a:rPr lang="en-US" sz="1500" dirty="false" err="true">
                <a:solidFill>
                  <a:srgbClr val="000000"/>
                </a:solidFill>
                <a:latin typeface="Menlo-Regular" panose="020B0609030804020204"/>
              </a:rPr>
              <a:t>errno</a:t>
            </a:r>
            <a:r>
              <a:rPr lang="en-US" sz="1500" dirty="false">
                <a:solidFill>
                  <a:srgbClr val="000000"/>
                </a:solidFill>
                <a:latin typeface="Menlo-Regular" panose="020B0609030804020204"/>
              </a:rPr>
              <a:t>;</a:t>
            </a:r>
            <a:endParaRPr/>
          </a:p>
          <a:p>
            <a:pPr/>
            <a:r>
              <a:rPr lang="fi-FI" sz="1500" dirty="false">
                <a:solidFill>
                  <a:srgbClr val="000000"/>
                </a:solidFill>
                <a:latin typeface="Menlo-Regular" panose="020B0609030804020204"/>
              </a:rPr>
              <a:t>    </a:t>
            </a:r>
            <a:r>
              <a:rPr lang="fi-FI" sz="1500" dirty="false" err="true">
                <a:solidFill>
                  <a:srgbClr val="000000"/>
                </a:solidFill>
                <a:latin typeface="Menlo-Regular" panose="020B0609030804020204"/>
              </a:rPr>
              <a:t>pid</a:t>
            </a:r>
            <a:r>
              <a:rPr lang="fi-FI" sz="1500" dirty="false">
                <a:solidFill>
                  <a:srgbClr val="000000"/>
                </a:solidFill>
                <a:latin typeface="Menlo-Regular" panose="020B0609030804020204"/>
              </a:rPr>
              <a:t> = Waitpid(-1, </a:t>
            </a:r>
            <a:r>
              <a:rPr lang="fi-FI" sz="1500" dirty="false">
                <a:solidFill>
                  <a:srgbClr val="2C9290"/>
                </a:solidFill>
                <a:latin typeface="Menlo-Regular" panose="020B0609030804020204"/>
              </a:rPr>
              <a:t>NULL</a:t>
            </a:r>
            <a:r>
              <a:rPr lang="fi-FI" sz="1500" dirty="false">
                <a:solidFill>
                  <a:srgbClr val="000000"/>
                </a:solidFill>
                <a:latin typeface="Menlo-Regular" panose="020B0609030804020204"/>
              </a:rPr>
              <a:t>, 0); </a:t>
            </a:r>
            <a:r>
              <a:rPr lang="fi-FI" sz="1500" dirty="false">
                <a:solidFill>
                  <a:srgbClr val="FF0000"/>
                </a:solidFill>
                <a:latin typeface="Menlo-Regular" panose="020B0609030804020204"/>
              </a:rPr>
              <a:t>/* Main is </a:t>
            </a:r>
            <a:r>
              <a:rPr lang="fi-FI" sz="1500" dirty="false" err="true">
                <a:solidFill>
                  <a:srgbClr val="FF0000"/>
                </a:solidFill>
                <a:latin typeface="Menlo-Regular" panose="020B0609030804020204"/>
              </a:rPr>
              <a:t>waiting</a:t>
            </a:r>
            <a:r>
              <a:rPr lang="fi-FI" sz="1500" dirty="false">
                <a:solidFill>
                  <a:srgbClr val="FF0000"/>
                </a:solidFill>
                <a:latin typeface="Menlo-Regular" panose="020B0609030804020204"/>
              </a:rPr>
              <a:t> for </a:t>
            </a:r>
            <a:r>
              <a:rPr lang="fi-FI" sz="1500" dirty="false" err="true">
                <a:solidFill>
                  <a:srgbClr val="FF0000"/>
                </a:solidFill>
                <a:latin typeface="Menlo-Regular" panose="020B0609030804020204"/>
              </a:rPr>
              <a:t>nonzero</a:t>
            </a:r>
            <a:r>
              <a:rPr lang="fi-FI" sz="1500" dirty="false">
                <a:solidFill>
                  <a:srgbClr val="FF0000"/>
                </a:solidFill>
                <a:latin typeface="Menlo-Regular" panose="020B0609030804020204"/>
              </a:rPr>
              <a:t> </a:t>
            </a:r>
            <a:r>
              <a:rPr lang="fi-FI" sz="1500" dirty="false" err="true">
                <a:solidFill>
                  <a:srgbClr val="FF0000"/>
                </a:solidFill>
                <a:latin typeface="Menlo-Regular" panose="020B0609030804020204"/>
              </a:rPr>
              <a:t>pid</a:t>
            </a:r>
            <a:r>
              <a:rPr lang="fi-FI" sz="1500" dirty="false">
                <a:solidFill>
                  <a:srgbClr val="FF0000"/>
                </a:solidFill>
                <a:latin typeface="Menlo-Regular" panose="020B0609030804020204"/>
              </a:rPr>
              <a:t> */</a:t>
            </a:r>
            <a:endParaRPr/>
          </a:p>
          <a:p>
            <a:pPr/>
            <a:r>
              <a:rPr lang="fi-FI" sz="1500" dirty="false">
                <a:solidFill>
                  <a:srgbClr val="000000"/>
                </a:solidFill>
                <a:latin typeface="Menlo-Regular" panose="020B0609030804020204"/>
              </a:rPr>
              <a:t>    </a:t>
            </a:r>
            <a:r>
              <a:rPr lang="fi-FI" sz="1500" dirty="false" err="true">
                <a:solidFill>
                  <a:srgbClr val="000000"/>
                </a:solidFill>
                <a:latin typeface="Menlo-Regular" panose="020B0609030804020204"/>
              </a:rPr>
              <a:t>errno</a:t>
            </a:r>
            <a:r>
              <a:rPr lang="fi-FI" sz="1500" dirty="false">
                <a:solidFill>
                  <a:srgbClr val="000000"/>
                </a:solidFill>
                <a:latin typeface="Menlo-Regular" panose="020B0609030804020204"/>
              </a:rPr>
              <a:t> = </a:t>
            </a:r>
            <a:r>
              <a:rPr lang="fi-FI" sz="1500" dirty="false" err="true">
                <a:solidFill>
                  <a:srgbClr val="000000"/>
                </a:solidFill>
                <a:latin typeface="Menlo-Regular" panose="020B0609030804020204"/>
              </a:rPr>
              <a:t>olderrno</a:t>
            </a:r>
            <a:r>
              <a:rPr lang="fi-FI" sz="1500" dirty="false">
                <a:solidFill>
                  <a:srgbClr val="000000"/>
                </a:solidFill>
                <a:latin typeface="Menlo-Regular" panose="020B0609030804020204"/>
              </a:rPr>
              <a:t>;</a:t>
            </a:r>
            <a:endParaRPr/>
          </a:p>
          <a:p>
            <a:pPr/>
            <a:r>
              <a:rPr lang="fi-FI" sz="1500" dirty="false">
                <a:solidFill>
                  <a:srgbClr val="000000"/>
                </a:solidFill>
                <a:latin typeface="Menlo-Regular" panose="020B0609030804020204"/>
              </a:rPr>
              <a:t>}</a:t>
            </a:r>
            <a:endParaRPr/>
          </a:p>
          <a:p>
            <a:pPr/>
            <a:endParaRPr lang="fi-FI" sz="1500" dirty="false">
              <a:solidFill>
                <a:srgbClr val="000000"/>
              </a:solidFill>
              <a:latin typeface="Menlo-Regular" panose="020B0609030804020204"/>
            </a:endParaRPr>
          </a:p>
          <a:p>
            <a:pPr/>
            <a:r>
              <a:rPr lang="fi-FI" sz="1500" dirty="false" err="true">
                <a:solidFill>
                  <a:srgbClr val="2D961E"/>
                </a:solidFill>
                <a:latin typeface="Menlo-Regular" panose="020B0609030804020204"/>
              </a:rPr>
              <a:t>void</a:t>
            </a:r>
            <a:r>
              <a:rPr lang="fi-FI" sz="1500" dirty="false">
                <a:solidFill>
                  <a:srgbClr val="000000"/>
                </a:solidFill>
                <a:latin typeface="Menlo-Regular" panose="020B0609030804020204"/>
              </a:rPr>
              <a:t> </a:t>
            </a:r>
            <a:r>
              <a:rPr lang="fi-FI" sz="1500" dirty="false" err="true">
                <a:solidFill>
                  <a:srgbClr val="4A00FF"/>
                </a:solidFill>
                <a:latin typeface="Menlo-Regular" panose="020B0609030804020204"/>
              </a:rPr>
              <a:t>sigint_handler</a:t>
            </a:r>
            <a:r>
              <a:rPr lang="fi-FI" sz="1500" dirty="false" err="true">
                <a:solidFill>
                  <a:srgbClr val="000000"/>
                </a:solidFill>
                <a:latin typeface="Menlo-Regular" panose="020B0609030804020204"/>
              </a:rPr>
              <a:t>(</a:t>
            </a:r>
            <a:r>
              <a:rPr lang="fi-FI" sz="1500" dirty="false" err="true">
                <a:solidFill>
                  <a:srgbClr val="2D961E"/>
                </a:solidFill>
                <a:latin typeface="Menlo-Regular" panose="020B0609030804020204"/>
              </a:rPr>
              <a:t>int</a:t>
            </a:r>
            <a:r>
              <a:rPr lang="fi-FI" sz="1500" dirty="false">
                <a:solidFill>
                  <a:srgbClr val="000000"/>
                </a:solidFill>
                <a:latin typeface="Menlo-Regular" panose="020B0609030804020204"/>
              </a:rPr>
              <a:t> </a:t>
            </a:r>
            <a:r>
              <a:rPr lang="fi-FI" sz="1500" dirty="false">
                <a:solidFill>
                  <a:srgbClr val="C1651C"/>
                </a:solidFill>
                <a:latin typeface="Menlo-Regular" panose="020B0609030804020204"/>
              </a:rPr>
              <a:t>s</a:t>
            </a:r>
            <a:r>
              <a:rPr lang="fi-FI" sz="1500" dirty="false">
                <a:solidFill>
                  <a:srgbClr val="000000"/>
                </a:solidFill>
                <a:latin typeface="Menlo-Regular" panose="020B0609030804020204"/>
              </a:rPr>
              <a:t>)</a:t>
            </a:r>
            <a:endParaRPr/>
          </a:p>
          <a:p>
            <a:pPr/>
            <a:r>
              <a:rPr lang="fi-FI" sz="1500" dirty="false">
                <a:solidFill>
                  <a:srgbClr val="000000"/>
                </a:solidFill>
                <a:latin typeface="Menlo-Regular" panose="020B0609030804020204"/>
              </a:rPr>
              <a:t>{</a:t>
            </a:r>
            <a:endParaRPr/>
          </a:p>
          <a:p>
            <a:pPr/>
            <a:r>
              <a:rPr lang="fi-FI" sz="1500" dirty="false">
                <a:solidFill>
                  <a:srgbClr val="000000"/>
                </a:solidFill>
                <a:latin typeface="Menlo-Regular" panose="020B0609030804020204"/>
              </a:rPr>
              <a:t>}</a:t>
            </a:r>
            <a:endParaRPr/>
          </a:p>
          <a:p>
            <a:pPr/>
            <a:endParaRPr lang="fi-FI" sz="1500" dirty="false">
              <a:solidFill>
                <a:srgbClr val="000000"/>
              </a:solidFill>
              <a:latin typeface="Menlo-Regular" panose="020B0609030804020204"/>
            </a:endParaRPr>
          </a:p>
          <a:p>
            <a:pPr/>
            <a:endParaRPr lang="ro-RO" sz="1500" dirty="false">
              <a:solidFill>
                <a:srgbClr val="000000"/>
              </a:solidFill>
              <a:latin typeface="Menlo-Regular" panose="020B0609030804020204"/>
            </a:endParaRPr>
          </a:p>
        </p:txBody>
      </p:sp>
    </p:spTree>
  </p:cSld>
  <p:clrMapOvr>
    <a:masterClrMapping/>
  </p:clrMapOvr>
</p:sld>
</file>

<file path=ppt/slides/slide82.xml><?xml version="1.0" encoding="utf-8"?>
<p:sld xmlns:a="http://schemas.openxmlformats.org/drawingml/2006/main" xmlns:p="http://schemas.openxmlformats.org/presentationml/2006/main">
  <p:cSld>
    <p:spTree>
      <p:nvGrpSpPr>
        <p:cNvPr id="428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9" name="标题 1"/>
          <p:cNvSpPr>
            <a:spLocks noGrp="true"/>
          </p:cNvSpPr>
          <p:nvPr>
            <p:ph type="title"/>
          </p:nvPr>
        </p:nvSpPr>
        <p:spPr/>
        <p:txBody>
          <a:bodyPr/>
          <a:lstStyle/>
          <a:p>
            <a:pPr/>
            <a:r>
              <a:rPr lang="en-US" altLang="zh-CN" dirty="false"/>
              <a:t>Explicitly Waiting for Signals</a:t>
            </a:r>
            <a:endParaRPr kumimoji="true" lang="zh-CN" altLang="en-US" dirty="false"/>
          </a:p>
        </p:txBody>
      </p:sp>
      <p:sp>
        <p:nvSpPr>
          <p:cNvPr id="430" name="内容占位符 2"/>
          <p:cNvSpPr>
            <a:spLocks noGrp="true"/>
          </p:cNvSpPr>
          <p:nvPr>
            <p:ph idx="1"/>
          </p:nvPr>
        </p:nvSpPr>
        <p:spPr/>
        <p:txBody>
          <a:bodyPr/>
          <a:lstStyle/>
          <a:p>
            <a:pPr/>
            <a:endParaRPr kumimoji="true" lang="zh-CN" altLang="en-US"/>
          </a:p>
        </p:txBody>
      </p:sp>
      <p:sp>
        <p:nvSpPr>
          <p:cNvPr id="431" name="幻灯片编号占位符 3"/>
          <p:cNvSpPr>
            <a:spLocks noGrp="true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2760C1E7-882C-B144-B98E-7DCF290C58DE}" type="slidenum">
              <a:rPr lang="zh-CN" altLang="en-US" smtClean="false"/>
              <a:t>79</a:t>
            </a:fld>
            <a:endParaRPr lang="en-US" altLang="zh-CN"/>
          </a:p>
        </p:txBody>
      </p:sp>
      <p:sp>
        <p:nvSpPr>
          <p:cNvPr id="432" name="Rectangle 4"/>
          <p:cNvSpPr>
            <a:spLocks noChangeArrowheads="true"/>
          </p:cNvSpPr>
          <p:nvPr/>
        </p:nvSpPr>
        <p:spPr bwMode="auto">
          <a:xfrm>
            <a:off x="475784" y="1304121"/>
            <a:ext cx="7588250" cy="5168900"/>
          </a:xfrm>
          <a:prstGeom prst="rect">
            <a:avLst/>
          </a:prstGeom>
          <a:solidFill>
            <a:srgbClr val="F6F5BD"/>
          </a:solidFill>
          <a:ln w="3175">
            <a:solidFill>
              <a:schemeClr val="tx1"/>
            </a:solidFill>
            <a:miter lim="800000"/>
          </a:ln>
          <a:effectLst/>
        </p:spPr>
        <p:txBody>
          <a:bodyPr wrap="none">
            <a:spAutoFit/>
          </a:bodyPr>
          <a:lstStyle/>
          <a:p>
            <a:pPr/>
            <a:r>
              <a:rPr lang="en-US" sz="1500">
                <a:solidFill>
                  <a:srgbClr val="2D961E">
                    <a:alpha val="100000"/>
                  </a:srgbClr>
                </a:solidFill>
                <a:latin typeface="Menlo-Regular"/>
                <a:ea typeface="宋体"/>
                <a:cs typeface="+mn-cs"/>
              </a:rPr>
              <a:t>int</a:t>
            </a:r>
            <a:r>
              <a:rPr lang="en-US" sz="1500">
                <a:solidFill>
                  <a:srgbClr val="000000">
                    <a:alpha val="100000"/>
                  </a:srgbClr>
                </a:solidFill>
                <a:latin typeface="Menlo-Regular"/>
                <a:ea typeface="宋体"/>
                <a:cs typeface="+mn-cs"/>
              </a:rPr>
              <a:t> </a:t>
            </a:r>
            <a:r>
              <a:rPr lang="en-US" sz="1500">
                <a:solidFill>
                  <a:srgbClr val="4A00FF">
                    <a:alpha val="100000"/>
                  </a:srgbClr>
                </a:solidFill>
                <a:latin typeface="Menlo-Regular"/>
                <a:ea typeface="宋体"/>
                <a:cs typeface="+mn-cs"/>
              </a:rPr>
              <a:t>main</a:t>
            </a:r>
            <a:r>
              <a:rPr lang="en-US" sz="1500">
                <a:solidFill>
                  <a:srgbClr val="000000">
                    <a:alpha val="100000"/>
                  </a:srgbClr>
                </a:solidFill>
                <a:latin typeface="Menlo-Regular"/>
                <a:ea typeface="宋体"/>
                <a:cs typeface="+mn-cs"/>
              </a:rPr>
              <a:t>(</a:t>
            </a:r>
            <a:r>
              <a:rPr lang="en-US" sz="1500">
                <a:solidFill>
                  <a:srgbClr val="2D961E">
                    <a:alpha val="100000"/>
                  </a:srgbClr>
                </a:solidFill>
                <a:latin typeface="Menlo-Regular"/>
                <a:ea typeface="宋体"/>
                <a:cs typeface="+mn-cs"/>
              </a:rPr>
              <a:t>int</a:t>
            </a:r>
            <a:r>
              <a:rPr lang="en-US" sz="1500">
                <a:solidFill>
                  <a:srgbClr val="000000">
                    <a:alpha val="100000"/>
                  </a:srgbClr>
                </a:solidFill>
                <a:latin typeface="Menlo-Regular"/>
                <a:ea typeface="宋体"/>
                <a:cs typeface="+mn-cs"/>
              </a:rPr>
              <a:t> </a:t>
            </a:r>
            <a:r>
              <a:rPr lang="en-US" sz="1500">
                <a:solidFill>
                  <a:srgbClr val="C1651C">
                    <a:alpha val="100000"/>
                  </a:srgbClr>
                </a:solidFill>
                <a:latin typeface="Menlo-Regular"/>
                <a:ea typeface="宋体"/>
                <a:cs typeface="+mn-cs"/>
              </a:rPr>
              <a:t>argc</a:t>
            </a:r>
            <a:r>
              <a:rPr lang="en-US" sz="1500">
                <a:solidFill>
                  <a:srgbClr val="000000">
                    <a:alpha val="100000"/>
                  </a:srgbClr>
                </a:solidFill>
                <a:latin typeface="Menlo-Regular"/>
                <a:ea typeface="宋体"/>
                <a:cs typeface="+mn-cs"/>
              </a:rPr>
              <a:t>, </a:t>
            </a:r>
            <a:r>
              <a:rPr lang="en-US" sz="1500">
                <a:solidFill>
                  <a:srgbClr val="2D961E">
                    <a:alpha val="100000"/>
                  </a:srgbClr>
                </a:solidFill>
                <a:latin typeface="Menlo-Regular"/>
                <a:ea typeface="宋体"/>
                <a:cs typeface="+mn-cs"/>
              </a:rPr>
              <a:t>char</a:t>
            </a:r>
            <a:r>
              <a:rPr lang="en-US" sz="1500">
                <a:solidFill>
                  <a:srgbClr val="000000">
                    <a:alpha val="100000"/>
                  </a:srgbClr>
                </a:solidFill>
                <a:latin typeface="Menlo-Regular"/>
                <a:ea typeface="宋体"/>
                <a:cs typeface="+mn-cs"/>
              </a:rPr>
              <a:t> **</a:t>
            </a:r>
            <a:r>
              <a:rPr lang="en-US" sz="1500">
                <a:solidFill>
                  <a:srgbClr val="C1651C">
                    <a:alpha val="100000"/>
                  </a:srgbClr>
                </a:solidFill>
                <a:latin typeface="Menlo-Regular"/>
                <a:ea typeface="宋体"/>
                <a:cs typeface="+mn-cs"/>
              </a:rPr>
              <a:t>argv</a:t>
            </a:r>
            <a:r>
              <a:rPr lang="en-US" sz="1500">
                <a:solidFill>
                  <a:srgbClr val="000000">
                    <a:alpha val="100000"/>
                  </a:srgbClr>
                </a:solidFill>
                <a:latin typeface="Menlo-Regular"/>
                <a:ea typeface="宋体"/>
                <a:cs typeface="+mn-cs"/>
              </a:rPr>
              <a:t>) {</a:t>
            </a:r>
            <a:endParaRPr/>
          </a:p>
          <a:p>
            <a:pPr/>
            <a:r>
              <a:rPr lang="en-US" sz="1500">
                <a:solidFill>
                  <a:srgbClr val="000000">
                    <a:alpha val="100000"/>
                  </a:srgbClr>
                </a:solidFill>
                <a:latin typeface="Menlo-Regular"/>
                <a:ea typeface="宋体"/>
                <a:cs typeface="+mn-cs"/>
              </a:rPr>
              <a:t>    </a:t>
            </a:r>
            <a:r>
              <a:rPr lang="en-US" sz="1500">
                <a:solidFill>
                  <a:srgbClr val="2D961E">
                    <a:alpha val="100000"/>
                  </a:srgbClr>
                </a:solidFill>
                <a:latin typeface="Menlo-Regular"/>
                <a:ea typeface="宋体"/>
                <a:cs typeface="+mn-cs"/>
              </a:rPr>
              <a:t>sigset_t</a:t>
            </a:r>
            <a:r>
              <a:rPr lang="en-US" sz="1500">
                <a:solidFill>
                  <a:srgbClr val="000000">
                    <a:alpha val="100000"/>
                  </a:srgbClr>
                </a:solidFill>
                <a:latin typeface="Menlo-Regular"/>
                <a:ea typeface="宋体"/>
                <a:cs typeface="+mn-cs"/>
              </a:rPr>
              <a:t> </a:t>
            </a:r>
            <a:r>
              <a:rPr lang="en-US" sz="1500">
                <a:solidFill>
                  <a:srgbClr val="C1651C">
                    <a:alpha val="100000"/>
                  </a:srgbClr>
                </a:solidFill>
                <a:latin typeface="Menlo-Regular"/>
                <a:ea typeface="宋体"/>
                <a:cs typeface="+mn-cs"/>
              </a:rPr>
              <a:t>mask</a:t>
            </a:r>
            <a:r>
              <a:rPr lang="en-US" sz="1500">
                <a:solidFill>
                  <a:srgbClr val="000000">
                    <a:alpha val="100000"/>
                  </a:srgbClr>
                </a:solidFill>
                <a:latin typeface="Menlo-Regular"/>
                <a:ea typeface="宋体"/>
                <a:cs typeface="+mn-cs"/>
              </a:rPr>
              <a:t>, </a:t>
            </a:r>
            <a:r>
              <a:rPr lang="en-US" sz="1500">
                <a:solidFill>
                  <a:srgbClr val="C1651C">
                    <a:alpha val="100000"/>
                  </a:srgbClr>
                </a:solidFill>
                <a:latin typeface="Menlo-Regular"/>
                <a:ea typeface="宋体"/>
                <a:cs typeface="+mn-cs"/>
              </a:rPr>
              <a:t>prev</a:t>
            </a:r>
            <a:r>
              <a:rPr lang="en-US" sz="1500">
                <a:solidFill>
                  <a:srgbClr val="000000">
                    <a:alpha val="100000"/>
                  </a:srgbClr>
                </a:solidFill>
                <a:latin typeface="Menlo-Regular"/>
                <a:ea typeface="宋体"/>
                <a:cs typeface="+mn-cs"/>
              </a:rPr>
              <a:t>;</a:t>
            </a:r>
            <a:endParaRPr/>
          </a:p>
          <a:p>
            <a:pPr/>
            <a:r>
              <a:rPr lang="en-US" sz="1500">
                <a:solidFill>
                  <a:srgbClr val="000000">
                    <a:alpha val="100000"/>
                  </a:srgbClr>
                </a:solidFill>
                <a:latin typeface="Menlo-Regular"/>
                <a:ea typeface="宋体"/>
                <a:cs typeface="+mn-cs"/>
              </a:rPr>
              <a:t>    Signal(SIGCHLD, </a:t>
            </a:r>
            <a:r>
              <a:rPr lang="en-US" sz="1500">
                <a:solidFill>
                  <a:srgbClr val="000000">
                    <a:alpha val="100000"/>
                  </a:srgbClr>
                </a:solidFill>
                <a:latin typeface="Menlo-Regular"/>
                <a:ea typeface="宋体"/>
                <a:cs typeface="+mn-cs"/>
              </a:rPr>
              <a:t>sigchld_handler</a:t>
            </a:r>
            <a:r>
              <a:rPr lang="en-US" sz="1500">
                <a:solidFill>
                  <a:srgbClr val="000000">
                    <a:alpha val="100000"/>
                  </a:srgbClr>
                </a:solidFill>
                <a:latin typeface="Menlo-Regular"/>
                <a:ea typeface="宋体"/>
                <a:cs typeface="+mn-cs"/>
              </a:rPr>
              <a:t>);</a:t>
            </a:r>
            <a:endParaRPr/>
          </a:p>
          <a:p>
            <a:pPr/>
            <a:r>
              <a:rPr lang="en-US" sz="1500">
                <a:solidFill>
                  <a:srgbClr val="000000">
                    <a:alpha val="100000"/>
                  </a:srgbClr>
                </a:solidFill>
                <a:latin typeface="Menlo-Regular"/>
                <a:ea typeface="宋体"/>
                <a:cs typeface="+mn-cs"/>
              </a:rPr>
              <a:t>    Signal(SIGINT, </a:t>
            </a:r>
            <a:r>
              <a:rPr lang="en-US" sz="1500">
                <a:solidFill>
                  <a:srgbClr val="000000">
                    <a:alpha val="100000"/>
                  </a:srgbClr>
                </a:solidFill>
                <a:latin typeface="Menlo-Regular"/>
                <a:ea typeface="宋体"/>
                <a:cs typeface="+mn-cs"/>
              </a:rPr>
              <a:t>sigint_handler</a:t>
            </a:r>
            <a:r>
              <a:rPr lang="en-US" sz="1500">
                <a:solidFill>
                  <a:srgbClr val="000000">
                    <a:alpha val="100000"/>
                  </a:srgbClr>
                </a:solidFill>
                <a:latin typeface="Menlo-Regular"/>
                <a:ea typeface="宋体"/>
                <a:cs typeface="+mn-cs"/>
              </a:rPr>
              <a:t>);</a:t>
            </a:r>
            <a:endParaRPr/>
          </a:p>
          <a:p>
            <a:pPr/>
            <a:r>
              <a:rPr lang="en-US" sz="1500">
                <a:solidFill>
                  <a:srgbClr val="000000">
                    <a:alpha val="100000"/>
                  </a:srgbClr>
                </a:solidFill>
                <a:latin typeface="Menlo-Regular"/>
                <a:ea typeface="宋体"/>
                <a:cs typeface="+mn-cs"/>
              </a:rPr>
              <a:t>    </a:t>
            </a:r>
            <a:r>
              <a:rPr lang="en-US" sz="1500">
                <a:solidFill>
                  <a:srgbClr val="000000">
                    <a:alpha val="100000"/>
                  </a:srgbClr>
                </a:solidFill>
                <a:latin typeface="Menlo-Regular"/>
                <a:ea typeface="宋体"/>
                <a:cs typeface="+mn-cs"/>
              </a:rPr>
              <a:t>Sigemptyset</a:t>
            </a:r>
            <a:r>
              <a:rPr lang="en-US" sz="1500">
                <a:solidFill>
                  <a:srgbClr val="000000">
                    <a:alpha val="100000"/>
                  </a:srgbClr>
                </a:solidFill>
                <a:latin typeface="Menlo-Regular"/>
                <a:ea typeface="宋体"/>
                <a:cs typeface="+mn-cs"/>
              </a:rPr>
              <a:t>(&amp;mask);</a:t>
            </a:r>
            <a:endParaRPr/>
          </a:p>
          <a:p>
            <a:pPr/>
            <a:r>
              <a:rPr lang="en-US" sz="1500">
                <a:solidFill>
                  <a:srgbClr val="000000">
                    <a:alpha val="100000"/>
                  </a:srgbClr>
                </a:solidFill>
                <a:latin typeface="Menlo-Regular"/>
                <a:ea typeface="宋体"/>
                <a:cs typeface="+mn-cs"/>
              </a:rPr>
              <a:t>    </a:t>
            </a:r>
            <a:r>
              <a:rPr lang="en-US" sz="1500">
                <a:solidFill>
                  <a:srgbClr val="000000">
                    <a:alpha val="100000"/>
                  </a:srgbClr>
                </a:solidFill>
                <a:latin typeface="Menlo-Regular"/>
                <a:ea typeface="宋体"/>
                <a:cs typeface="+mn-cs"/>
              </a:rPr>
              <a:t>Sigaddset</a:t>
            </a:r>
            <a:r>
              <a:rPr lang="en-US" sz="1500">
                <a:solidFill>
                  <a:srgbClr val="000000">
                    <a:alpha val="100000"/>
                  </a:srgbClr>
                </a:solidFill>
                <a:latin typeface="Menlo-Regular"/>
                <a:ea typeface="宋体"/>
                <a:cs typeface="+mn-cs"/>
              </a:rPr>
              <a:t>(&amp;mask, SIGCHLD);</a:t>
            </a:r>
            <a:endParaRPr/>
          </a:p>
          <a:p>
            <a:pPr/>
            <a:endParaRPr lang="en-US" sz="1500">
              <a:solidFill>
                <a:srgbClr val="000000">
                  <a:alpha val="100000"/>
                </a:srgbClr>
              </a:solidFill>
              <a:latin typeface="Menlo-Regular"/>
              <a:ea typeface="宋体"/>
              <a:cs typeface="+mn-cs"/>
            </a:endParaRPr>
          </a:p>
          <a:p>
            <a:pPr/>
            <a:r>
              <a:rPr lang="en-US" sz="1500">
                <a:solidFill>
                  <a:srgbClr val="000000">
                    <a:alpha val="100000"/>
                  </a:srgbClr>
                </a:solidFill>
                <a:latin typeface="Menlo-Regular"/>
                <a:ea typeface="宋体"/>
                <a:cs typeface="+mn-cs"/>
              </a:rPr>
              <a:t>    </a:t>
            </a:r>
            <a:r>
              <a:rPr lang="en-US" sz="1500">
                <a:solidFill>
                  <a:srgbClr val="C200FF">
                    <a:alpha val="100000"/>
                  </a:srgbClr>
                </a:solidFill>
                <a:latin typeface="Menlo-Regular"/>
                <a:ea typeface="宋体"/>
                <a:cs typeface="+mn-cs"/>
              </a:rPr>
              <a:t>while</a:t>
            </a:r>
            <a:r>
              <a:rPr lang="en-US" sz="1500">
                <a:solidFill>
                  <a:srgbClr val="000000">
                    <a:alpha val="100000"/>
                  </a:srgbClr>
                </a:solidFill>
                <a:latin typeface="Menlo-Regular"/>
                <a:ea typeface="宋体"/>
                <a:cs typeface="+mn-cs"/>
              </a:rPr>
              <a:t> (1) {</a:t>
            </a:r>
            <a:endParaRPr/>
          </a:p>
          <a:p>
            <a:pPr/>
            <a:r>
              <a:rPr lang="en-US" sz="1500">
                <a:solidFill>
                  <a:srgbClr val="000000">
                    <a:alpha val="100000"/>
                  </a:srgbClr>
                </a:solidFill>
                <a:latin typeface="Menlo-Regular"/>
                <a:ea typeface="宋体"/>
                <a:cs typeface="+mn-cs"/>
              </a:rPr>
              <a:t>	</a:t>
            </a:r>
            <a:r>
              <a:rPr lang="en-US" sz="1500">
                <a:solidFill>
                  <a:srgbClr val="000000">
                    <a:alpha val="100000"/>
                  </a:srgbClr>
                </a:solidFill>
                <a:latin typeface="Menlo-Regular"/>
                <a:ea typeface="宋体"/>
                <a:cs typeface="+mn-cs"/>
              </a:rPr>
              <a:t>Sigprocmask</a:t>
            </a:r>
            <a:r>
              <a:rPr lang="en-US" sz="1500">
                <a:solidFill>
                  <a:srgbClr val="000000">
                    <a:alpha val="100000"/>
                  </a:srgbClr>
                </a:solidFill>
                <a:latin typeface="Menlo-Regular"/>
                <a:ea typeface="宋体"/>
                <a:cs typeface="+mn-cs"/>
              </a:rPr>
              <a:t>(SIG_BLOCK, &amp;mask, &amp;</a:t>
            </a:r>
            <a:r>
              <a:rPr lang="en-US" sz="1500">
                <a:solidFill>
                  <a:srgbClr val="000000">
                    <a:alpha val="100000"/>
                  </a:srgbClr>
                </a:solidFill>
                <a:latin typeface="Menlo-Regular"/>
                <a:ea typeface="宋体"/>
                <a:cs typeface="+mn-cs"/>
              </a:rPr>
              <a:t>prev</a:t>
            </a:r>
            <a:r>
              <a:rPr lang="en-US" sz="1500">
                <a:solidFill>
                  <a:srgbClr val="000000">
                    <a:alpha val="100000"/>
                  </a:srgbClr>
                </a:solidFill>
                <a:latin typeface="Menlo-Regular"/>
                <a:ea typeface="宋体"/>
                <a:cs typeface="+mn-cs"/>
              </a:rPr>
              <a:t>); </a:t>
            </a:r>
            <a:r>
              <a:rPr lang="en-US" sz="1500">
                <a:solidFill>
                  <a:srgbClr val="CB2418">
                    <a:alpha val="100000"/>
                  </a:srgbClr>
                </a:solidFill>
                <a:latin typeface="Menlo-Regular"/>
                <a:ea typeface="宋体"/>
                <a:cs typeface="+mn-cs"/>
              </a:rPr>
              <a:t>/* Block SIGCHLD */</a:t>
            </a:r>
            <a:endParaRPr lang="en-US" sz="1500">
              <a:solidFill>
                <a:srgbClr val="000000">
                  <a:alpha val="100000"/>
                </a:srgbClr>
              </a:solidFill>
              <a:latin typeface="Menlo-Regular"/>
              <a:ea typeface="宋体"/>
              <a:cs typeface="+mn-cs"/>
            </a:endParaRPr>
          </a:p>
          <a:p>
            <a:pPr/>
            <a:r>
              <a:rPr lang="en-US" sz="1500">
                <a:solidFill>
                  <a:srgbClr val="000000">
                    <a:alpha val="100000"/>
                  </a:srgbClr>
                </a:solidFill>
                <a:latin typeface="Menlo-Regular"/>
                <a:ea typeface="宋体"/>
                <a:cs typeface="+mn-cs"/>
              </a:rPr>
              <a:t>	</a:t>
            </a:r>
            <a:r>
              <a:rPr lang="en-US" sz="1500">
                <a:solidFill>
                  <a:srgbClr val="C200FF">
                    <a:alpha val="100000"/>
                  </a:srgbClr>
                </a:solidFill>
                <a:latin typeface="Menlo-Regular"/>
                <a:ea typeface="宋体"/>
                <a:cs typeface="+mn-cs"/>
              </a:rPr>
              <a:t>if</a:t>
            </a:r>
            <a:r>
              <a:rPr lang="en-US" sz="1500">
                <a:solidFill>
                  <a:srgbClr val="000000">
                    <a:alpha val="100000"/>
                  </a:srgbClr>
                </a:solidFill>
                <a:latin typeface="Menlo-Regular"/>
                <a:ea typeface="宋体"/>
                <a:cs typeface="+mn-cs"/>
              </a:rPr>
              <a:t> (Fork() == 0) </a:t>
            </a:r>
            <a:r>
              <a:rPr lang="en-US" sz="1500">
                <a:solidFill>
                  <a:srgbClr val="CB2418">
                    <a:alpha val="100000"/>
                  </a:srgbClr>
                </a:solidFill>
                <a:latin typeface="Menlo-Regular"/>
                <a:ea typeface="宋体"/>
                <a:cs typeface="+mn-cs"/>
              </a:rPr>
              <a:t>/* Child */</a:t>
            </a:r>
            <a:endParaRPr lang="en-US" sz="1500">
              <a:solidFill>
                <a:srgbClr val="000000">
                  <a:alpha val="100000"/>
                </a:srgbClr>
              </a:solidFill>
              <a:latin typeface="Menlo-Regular"/>
              <a:ea typeface="宋体"/>
              <a:cs typeface="+mn-cs"/>
            </a:endParaRPr>
          </a:p>
          <a:p>
            <a:pPr/>
            <a:r>
              <a:rPr lang="en-US" sz="1500">
                <a:solidFill>
                  <a:srgbClr val="000000">
                    <a:alpha val="100000"/>
                  </a:srgbClr>
                </a:solidFill>
                <a:latin typeface="Menlo-Regular"/>
                <a:ea typeface="宋体"/>
                <a:cs typeface="+mn-cs"/>
              </a:rPr>
              <a:t>                       exit(0);</a:t>
            </a:r>
            <a:endParaRPr/>
          </a:p>
          <a:p>
            <a:pPr/>
            <a:r>
              <a:rPr sz="1500">
                <a:solidFill>
                  <a:srgbClr val="000000">
                    <a:alpha val="100000"/>
                  </a:srgbClr>
                </a:solidFill>
                <a:latin typeface="Menlo-Regular"/>
                <a:ea typeface="宋体"/>
                <a:cs typeface="+mn-cs"/>
              </a:rPr>
              <a:t>	</a:t>
            </a:r>
            <a:r>
              <a:rPr sz="1500">
                <a:solidFill>
                  <a:srgbClr val="CB2418">
                    <a:alpha val="100000"/>
                  </a:srgbClr>
                </a:solidFill>
                <a:latin typeface="Menlo-Regular"/>
                <a:ea typeface="宋体"/>
                <a:cs typeface="+mn-cs"/>
              </a:rPr>
              <a:t>/* Parent */</a:t>
            </a:r>
            <a:endParaRPr sz="1500">
              <a:solidFill>
                <a:srgbClr val="000000">
                  <a:alpha val="100000"/>
                </a:srgbClr>
              </a:solidFill>
              <a:latin typeface="Menlo-Regular"/>
              <a:ea typeface="宋体"/>
              <a:cs typeface="+mn-cs"/>
            </a:endParaRPr>
          </a:p>
          <a:p>
            <a:pPr/>
            <a:r>
              <a:rPr sz="1500">
                <a:solidFill>
                  <a:srgbClr val="000000">
                    <a:alpha val="100000"/>
                  </a:srgbClr>
                </a:solidFill>
                <a:latin typeface="Menlo-Regular"/>
                <a:ea typeface="宋体"/>
                <a:cs typeface="+mn-cs"/>
              </a:rPr>
              <a:t>	</a:t>
            </a:r>
            <a:r>
              <a:rPr sz="1500">
                <a:solidFill>
                  <a:srgbClr val="000000">
                    <a:alpha val="100000"/>
                  </a:srgbClr>
                </a:solidFill>
                <a:latin typeface="Menlo-Regular"/>
                <a:ea typeface="宋体"/>
                <a:cs typeface="+mn-cs"/>
              </a:rPr>
              <a:t>pid</a:t>
            </a:r>
            <a:r>
              <a:rPr sz="1500">
                <a:solidFill>
                  <a:srgbClr val="000000">
                    <a:alpha val="100000"/>
                  </a:srgbClr>
                </a:solidFill>
                <a:latin typeface="Menlo-Regular"/>
                <a:ea typeface="宋体"/>
                <a:cs typeface="+mn-cs"/>
              </a:rPr>
              <a:t> = 0;</a:t>
            </a:r>
            <a:endParaRPr/>
          </a:p>
          <a:p>
            <a:pPr/>
            <a:r>
              <a:rPr sz="1500">
                <a:solidFill>
                  <a:srgbClr val="000000">
                    <a:alpha val="100000"/>
                  </a:srgbClr>
                </a:solidFill>
                <a:latin typeface="Menlo-Regular"/>
                <a:ea typeface="宋体"/>
                <a:cs typeface="+mn-cs"/>
              </a:rPr>
              <a:t>	</a:t>
            </a:r>
            <a:r>
              <a:rPr sz="1500">
                <a:solidFill>
                  <a:srgbClr val="000000">
                    <a:alpha val="100000"/>
                  </a:srgbClr>
                </a:solidFill>
                <a:latin typeface="Menlo-Regular"/>
                <a:ea typeface="宋体"/>
                <a:cs typeface="+mn-cs"/>
              </a:rPr>
              <a:t>Sigprocmask</a:t>
            </a:r>
            <a:r>
              <a:rPr sz="1500">
                <a:solidFill>
                  <a:srgbClr val="000000">
                    <a:alpha val="100000"/>
                  </a:srgbClr>
                </a:solidFill>
                <a:latin typeface="Menlo-Regular"/>
                <a:ea typeface="宋体"/>
                <a:cs typeface="+mn-cs"/>
              </a:rPr>
              <a:t>(SIG_SETMASK, &amp;</a:t>
            </a:r>
            <a:r>
              <a:rPr sz="1500">
                <a:solidFill>
                  <a:srgbClr val="000000">
                    <a:alpha val="100000"/>
                  </a:srgbClr>
                </a:solidFill>
                <a:latin typeface="Menlo-Regular"/>
                <a:ea typeface="宋体"/>
                <a:cs typeface="+mn-cs"/>
              </a:rPr>
              <a:t>prev</a:t>
            </a:r>
            <a:r>
              <a:rPr sz="1500">
                <a:solidFill>
                  <a:srgbClr val="000000">
                    <a:alpha val="100000"/>
                  </a:srgbClr>
                </a:solidFill>
                <a:latin typeface="Menlo-Regular"/>
                <a:ea typeface="宋体"/>
                <a:cs typeface="+mn-cs"/>
              </a:rPr>
              <a:t>, </a:t>
            </a:r>
            <a:r>
              <a:rPr sz="1500">
                <a:solidFill>
                  <a:srgbClr val="2C9290">
                    <a:alpha val="100000"/>
                  </a:srgbClr>
                </a:solidFill>
                <a:latin typeface="Menlo-Regular"/>
                <a:ea typeface="宋体"/>
                <a:cs typeface="+mn-cs"/>
              </a:rPr>
              <a:t>NULL</a:t>
            </a:r>
            <a:r>
              <a:rPr sz="1500">
                <a:solidFill>
                  <a:srgbClr val="000000">
                    <a:alpha val="100000"/>
                  </a:srgbClr>
                </a:solidFill>
                <a:latin typeface="Menlo-Regular"/>
                <a:ea typeface="宋体"/>
                <a:cs typeface="+mn-cs"/>
              </a:rPr>
              <a:t>); </a:t>
            </a:r>
            <a:r>
              <a:rPr sz="1500">
                <a:solidFill>
                  <a:srgbClr val="CB2418">
                    <a:alpha val="100000"/>
                  </a:srgbClr>
                </a:solidFill>
                <a:latin typeface="Menlo-Regular"/>
                <a:ea typeface="宋体"/>
                <a:cs typeface="+mn-cs"/>
              </a:rPr>
              <a:t>/* </a:t>
            </a:r>
            <a:r>
              <a:rPr sz="1500">
                <a:solidFill>
                  <a:srgbClr val="CB2418">
                    <a:alpha val="100000"/>
                  </a:srgbClr>
                </a:solidFill>
                <a:latin typeface="Menlo-Regular"/>
                <a:ea typeface="宋体"/>
                <a:cs typeface="+mn-cs"/>
              </a:rPr>
              <a:t>Unblock</a:t>
            </a:r>
            <a:r>
              <a:rPr sz="1500">
                <a:solidFill>
                  <a:srgbClr val="CB2418">
                    <a:alpha val="100000"/>
                  </a:srgbClr>
                </a:solidFill>
                <a:latin typeface="Menlo-Regular"/>
                <a:ea typeface="宋体"/>
                <a:cs typeface="+mn-cs"/>
              </a:rPr>
              <a:t> SIGCHLD */</a:t>
            </a:r>
            <a:endParaRPr sz="1500">
              <a:solidFill>
                <a:srgbClr val="000000">
                  <a:alpha val="100000"/>
                </a:srgbClr>
              </a:solidFill>
              <a:latin typeface="Menlo-Regular"/>
              <a:ea typeface="宋体"/>
              <a:cs typeface="+mn-cs"/>
            </a:endParaRPr>
          </a:p>
          <a:p>
            <a:pPr/>
            <a:endParaRPr sz="1500">
              <a:solidFill>
                <a:srgbClr val="000000">
                  <a:alpha val="100000"/>
                </a:srgbClr>
              </a:solidFill>
              <a:latin typeface="Menlo-Regular"/>
              <a:ea typeface="宋体"/>
              <a:cs typeface="+mn-cs"/>
            </a:endParaRPr>
          </a:p>
          <a:p>
            <a:pPr/>
            <a:r>
              <a:rPr sz="1500">
                <a:solidFill>
                  <a:srgbClr val="000000">
                    <a:alpha val="100000"/>
                  </a:srgbClr>
                </a:solidFill>
                <a:latin typeface="Menlo-Regular"/>
                <a:ea typeface="宋体"/>
                <a:cs typeface="+mn-cs"/>
              </a:rPr>
              <a:t>	</a:t>
            </a:r>
            <a:r>
              <a:rPr sz="1500">
                <a:solidFill>
                  <a:srgbClr val="CB2418">
                    <a:alpha val="100000"/>
                  </a:srgbClr>
                </a:solidFill>
                <a:latin typeface="Menlo-Regular"/>
                <a:ea typeface="宋体"/>
                <a:cs typeface="+mn-cs"/>
              </a:rPr>
              <a:t>/* </a:t>
            </a:r>
            <a:r>
              <a:rPr sz="1500">
                <a:solidFill>
                  <a:srgbClr val="CB2418">
                    <a:alpha val="100000"/>
                  </a:srgbClr>
                </a:solidFill>
                <a:latin typeface="Menlo-Regular"/>
                <a:ea typeface="宋体"/>
                <a:cs typeface="+mn-cs"/>
              </a:rPr>
              <a:t>Wait</a:t>
            </a:r>
            <a:r>
              <a:rPr sz="1500">
                <a:solidFill>
                  <a:srgbClr val="CB2418">
                    <a:alpha val="100000"/>
                  </a:srgbClr>
                </a:solidFill>
                <a:latin typeface="Menlo-Regular"/>
                <a:ea typeface="宋体"/>
                <a:cs typeface="+mn-cs"/>
              </a:rPr>
              <a:t> for SIGCHLD to </a:t>
            </a:r>
            <a:r>
              <a:rPr sz="1500">
                <a:solidFill>
                  <a:srgbClr val="CB2418">
                    <a:alpha val="100000"/>
                  </a:srgbClr>
                </a:solidFill>
                <a:latin typeface="Menlo-Regular"/>
                <a:ea typeface="宋体"/>
                <a:cs typeface="+mn-cs"/>
              </a:rPr>
              <a:t>be</a:t>
            </a:r>
            <a:r>
              <a:rPr sz="1500">
                <a:solidFill>
                  <a:srgbClr val="CB2418">
                    <a:alpha val="100000"/>
                  </a:srgbClr>
                </a:solidFill>
                <a:latin typeface="Menlo-Regular"/>
                <a:ea typeface="宋体"/>
                <a:cs typeface="+mn-cs"/>
              </a:rPr>
              <a:t> </a:t>
            </a:r>
            <a:r>
              <a:rPr sz="1500">
                <a:solidFill>
                  <a:srgbClr val="CB2418">
                    <a:alpha val="100000"/>
                  </a:srgbClr>
                </a:solidFill>
                <a:latin typeface="Menlo-Regular"/>
                <a:ea typeface="宋体"/>
                <a:cs typeface="+mn-cs"/>
              </a:rPr>
              <a:t>received</a:t>
            </a:r>
            <a:r>
              <a:rPr sz="1500">
                <a:solidFill>
                  <a:srgbClr val="CB2418">
                    <a:alpha val="100000"/>
                  </a:srgbClr>
                </a:solidFill>
                <a:latin typeface="Menlo-Regular"/>
                <a:ea typeface="宋体"/>
                <a:cs typeface="+mn-cs"/>
              </a:rPr>
              <a:t> (</a:t>
            </a:r>
            <a:r>
              <a:rPr sz="1500">
                <a:solidFill>
                  <a:srgbClr val="CB2418">
                    <a:alpha val="100000"/>
                  </a:srgbClr>
                </a:solidFill>
                <a:latin typeface="Menlo-Regular"/>
                <a:ea typeface="宋体"/>
                <a:cs typeface="+mn-cs"/>
              </a:rPr>
              <a:t>wasteful</a:t>
            </a:r>
            <a:r>
              <a:rPr sz="1500">
                <a:solidFill>
                  <a:srgbClr val="CB2418">
                    <a:alpha val="100000"/>
                  </a:srgbClr>
                </a:solidFill>
                <a:latin typeface="Menlo-Regular"/>
                <a:ea typeface="宋体"/>
                <a:cs typeface="+mn-cs"/>
              </a:rPr>
              <a:t>!) */</a:t>
            </a:r>
            <a:endParaRPr sz="1500">
              <a:solidFill>
                <a:srgbClr val="000000">
                  <a:alpha val="100000"/>
                </a:srgbClr>
              </a:solidFill>
              <a:latin typeface="Menlo-Regular"/>
              <a:ea typeface="宋体"/>
              <a:cs typeface="+mn-cs"/>
            </a:endParaRPr>
          </a:p>
          <a:p>
            <a:pPr/>
            <a:r>
              <a:rPr sz="1500">
                <a:solidFill>
                  <a:srgbClr val="000000">
                    <a:alpha val="100000"/>
                  </a:srgbClr>
                </a:solidFill>
                <a:latin typeface="Menlo-Regular"/>
                <a:ea typeface="宋体"/>
                <a:cs typeface="+mn-cs"/>
              </a:rPr>
              <a:t>	</a:t>
            </a:r>
            <a:r>
              <a:rPr sz="1800">
                <a:solidFill>
                  <a:srgbClr val="C200FF">
                    <a:alpha val="100000"/>
                  </a:srgbClr>
                </a:solidFill>
                <a:latin typeface="Menlo-Regular"/>
                <a:ea typeface="宋体"/>
                <a:cs typeface="+mn-cs"/>
              </a:rPr>
              <a:t>while</a:t>
            </a:r>
            <a:r>
              <a:rPr sz="1800">
                <a:solidFill>
                  <a:srgbClr val="000000">
                    <a:alpha val="100000"/>
                  </a:srgbClr>
                </a:solidFill>
                <a:latin typeface="Menlo-Regular"/>
                <a:ea typeface="宋体"/>
                <a:cs typeface="+mn-cs"/>
              </a:rPr>
              <a:t> (!</a:t>
            </a:r>
            <a:r>
              <a:rPr sz="1800">
                <a:solidFill>
                  <a:srgbClr val="000000">
                    <a:alpha val="100000"/>
                  </a:srgbClr>
                </a:solidFill>
                <a:latin typeface="Menlo-Regular"/>
                <a:ea typeface="宋体"/>
                <a:cs typeface="+mn-cs"/>
              </a:rPr>
              <a:t>pid</a:t>
            </a:r>
            <a:r>
              <a:rPr sz="1800">
                <a:solidFill>
                  <a:srgbClr val="000000">
                    <a:alpha val="100000"/>
                  </a:srgbClr>
                </a:solidFill>
                <a:latin typeface="Menlo-Regular"/>
                <a:ea typeface="宋体"/>
                <a:cs typeface="+mn-cs"/>
              </a:rPr>
              <a:t>)</a:t>
            </a:r>
            <a:r>
              <a:rPr sz="1500">
                <a:solidFill>
                  <a:srgbClr val="000000">
                    <a:alpha val="100000"/>
                  </a:srgbClr>
                </a:solidFill>
                <a:latin typeface="Menlo-Regular"/>
                <a:ea typeface="宋体"/>
                <a:cs typeface="+mn-cs"/>
              </a:rPr>
              <a:t>;</a:t>
            </a:r>
            <a:endParaRPr/>
          </a:p>
          <a:p>
            <a:pPr/>
            <a:r>
              <a:rPr sz="1500">
                <a:solidFill>
                  <a:srgbClr val="000000">
                    <a:alpha val="100000"/>
                  </a:srgbClr>
                </a:solidFill>
                <a:latin typeface="Menlo-Regular"/>
                <a:ea typeface="宋体"/>
                <a:cs typeface="+mn-cs"/>
              </a:rPr>
              <a:t>	</a:t>
            </a:r>
            <a:r>
              <a:rPr sz="1500">
                <a:solidFill>
                  <a:srgbClr val="CB2418">
                    <a:alpha val="100000"/>
                  </a:srgbClr>
                </a:solidFill>
                <a:latin typeface="Menlo-Regular"/>
                <a:ea typeface="宋体"/>
                <a:cs typeface="+mn-cs"/>
              </a:rPr>
              <a:t>/* Do </a:t>
            </a:r>
            <a:r>
              <a:rPr sz="1500">
                <a:solidFill>
                  <a:srgbClr val="CB2418">
                    <a:alpha val="100000"/>
                  </a:srgbClr>
                </a:solidFill>
                <a:latin typeface="Menlo-Regular"/>
                <a:ea typeface="宋体"/>
                <a:cs typeface="+mn-cs"/>
              </a:rPr>
              <a:t>some</a:t>
            </a:r>
            <a:r>
              <a:rPr sz="1500">
                <a:solidFill>
                  <a:srgbClr val="CB2418">
                    <a:alpha val="100000"/>
                  </a:srgbClr>
                </a:solidFill>
                <a:latin typeface="Menlo-Regular"/>
                <a:ea typeface="宋体"/>
                <a:cs typeface="+mn-cs"/>
              </a:rPr>
              <a:t> </a:t>
            </a:r>
            <a:r>
              <a:rPr sz="1500">
                <a:solidFill>
                  <a:srgbClr val="CB2418">
                    <a:alpha val="100000"/>
                  </a:srgbClr>
                </a:solidFill>
                <a:latin typeface="Menlo-Regular"/>
                <a:ea typeface="宋体"/>
                <a:cs typeface="+mn-cs"/>
              </a:rPr>
              <a:t>work</a:t>
            </a:r>
            <a:r>
              <a:rPr sz="1500">
                <a:solidFill>
                  <a:srgbClr val="CB2418">
                    <a:alpha val="100000"/>
                  </a:srgbClr>
                </a:solidFill>
                <a:latin typeface="Menlo-Regular"/>
                <a:ea typeface="宋体"/>
                <a:cs typeface="+mn-cs"/>
              </a:rPr>
              <a:t> </a:t>
            </a:r>
            <a:r>
              <a:rPr sz="1500">
                <a:solidFill>
                  <a:srgbClr val="CB2418">
                    <a:alpha val="100000"/>
                  </a:srgbClr>
                </a:solidFill>
                <a:latin typeface="Menlo-Regular"/>
                <a:ea typeface="宋体"/>
                <a:cs typeface="+mn-cs"/>
              </a:rPr>
              <a:t>after</a:t>
            </a:r>
            <a:r>
              <a:rPr sz="1500">
                <a:solidFill>
                  <a:srgbClr val="CB2418">
                    <a:alpha val="100000"/>
                  </a:srgbClr>
                </a:solidFill>
                <a:latin typeface="Menlo-Regular"/>
                <a:ea typeface="宋体"/>
                <a:cs typeface="+mn-cs"/>
              </a:rPr>
              <a:t> </a:t>
            </a:r>
            <a:r>
              <a:rPr sz="1500">
                <a:solidFill>
                  <a:srgbClr val="CB2418">
                    <a:alpha val="100000"/>
                  </a:srgbClr>
                </a:solidFill>
                <a:latin typeface="Menlo-Regular"/>
                <a:ea typeface="宋体"/>
                <a:cs typeface="+mn-cs"/>
              </a:rPr>
              <a:t>receiving</a:t>
            </a:r>
            <a:r>
              <a:rPr sz="1500">
                <a:solidFill>
                  <a:srgbClr val="CB2418">
                    <a:alpha val="100000"/>
                  </a:srgbClr>
                </a:solidFill>
                <a:latin typeface="Menlo-Regular"/>
                <a:ea typeface="宋体"/>
                <a:cs typeface="+mn-cs"/>
              </a:rPr>
              <a:t> SIGCHLD */</a:t>
            </a:r>
            <a:endParaRPr sz="1500">
              <a:solidFill>
                <a:srgbClr val="000000">
                  <a:alpha val="100000"/>
                </a:srgbClr>
              </a:solidFill>
              <a:latin typeface="Menlo-Regular"/>
              <a:ea typeface="宋体"/>
              <a:cs typeface="+mn-cs"/>
            </a:endParaRPr>
          </a:p>
          <a:p>
            <a:pPr/>
            <a:r>
              <a:rPr sz="1500">
                <a:solidFill>
                  <a:srgbClr val="000000">
                    <a:alpha val="100000"/>
                  </a:srgbClr>
                </a:solidFill>
                <a:latin typeface="Menlo-Regular"/>
                <a:ea typeface="宋体"/>
                <a:cs typeface="+mn-cs"/>
              </a:rPr>
              <a:t>                   printf(</a:t>
            </a:r>
            <a:r>
              <a:rPr sz="1500">
                <a:solidFill>
                  <a:srgbClr val="9D206F">
                    <a:alpha val="100000"/>
                  </a:srgbClr>
                </a:solidFill>
                <a:latin typeface="Menlo-Regular"/>
                <a:ea typeface="宋体"/>
                <a:cs typeface="+mn-cs"/>
              </a:rPr>
              <a:t>"."</a:t>
            </a:r>
            <a:r>
              <a:rPr sz="1500">
                <a:solidFill>
                  <a:srgbClr val="000000">
                    <a:alpha val="100000"/>
                  </a:srgbClr>
                </a:solidFill>
                <a:latin typeface="Menlo-Regular"/>
                <a:ea typeface="宋体"/>
                <a:cs typeface="+mn-cs"/>
              </a:rPr>
              <a:t>);</a:t>
            </a:r>
            <a:endParaRPr/>
          </a:p>
          <a:p>
            <a:pPr/>
            <a:r>
              <a:rPr sz="1500">
                <a:solidFill>
                  <a:srgbClr val="000000">
                    <a:alpha val="100000"/>
                  </a:srgbClr>
                </a:solidFill>
                <a:latin typeface="Menlo-Regular"/>
                <a:ea typeface="宋体"/>
                <a:cs typeface="+mn-cs"/>
              </a:rPr>
              <a:t>    }</a:t>
            </a:r>
            <a:endParaRPr/>
          </a:p>
          <a:p>
            <a:pPr/>
            <a:r>
              <a:rPr sz="1500">
                <a:solidFill>
                  <a:srgbClr val="000000">
                    <a:alpha val="100000"/>
                  </a:srgbClr>
                </a:solidFill>
                <a:latin typeface="Menlo-Regular"/>
                <a:ea typeface="宋体"/>
                <a:cs typeface="+mn-cs"/>
              </a:rPr>
              <a:t>    exit(0);</a:t>
            </a:r>
            <a:endParaRPr/>
          </a:p>
          <a:p>
            <a:pPr/>
            <a:r>
              <a:rPr sz="1500">
                <a:solidFill>
                  <a:srgbClr val="000000">
                    <a:alpha val="100000"/>
                  </a:srgbClr>
                </a:solidFill>
                <a:latin typeface="Menlo-Regular"/>
                <a:ea typeface="宋体"/>
                <a:cs typeface="+mn-cs"/>
              </a:rPr>
              <a:t>}</a:t>
            </a:r>
            <a:endParaRPr/>
          </a:p>
        </p:txBody>
      </p:sp>
    </p:spTree>
  </p:cSld>
  <p:clrMapOvr>
    <a:masterClrMapping/>
  </p:clrMapOvr>
</p:sld>
</file>

<file path=ppt/slides/slide83.xml><?xml version="1.0" encoding="utf-8"?>
<p:sld xmlns:a="http://schemas.openxmlformats.org/drawingml/2006/main" xmlns:p="http://schemas.openxmlformats.org/presentationml/2006/main">
  <p:cSld>
    <p:spTree>
      <p:nvGrpSpPr>
        <p:cNvPr id="433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4" name="标题 1"/>
          <p:cNvSpPr>
            <a:spLocks noGrp="true"/>
          </p:cNvSpPr>
          <p:nvPr>
            <p:ph type="title"/>
          </p:nvPr>
        </p:nvSpPr>
        <p:spPr/>
        <p:txBody>
          <a:bodyPr/>
          <a:lstStyle/>
          <a:p>
            <a:pPr/>
            <a:r>
              <a:rPr lang="en-US" altLang="zh-CN"/>
              <a:t>Explicitly Waiting for Signals</a:t>
            </a:r>
            <a:endParaRPr kumimoji="true" lang="zh-CN" altLang="en-US"/>
          </a:p>
        </p:txBody>
      </p:sp>
      <p:sp>
        <p:nvSpPr>
          <p:cNvPr id="435" name="内容占位符 2"/>
          <p:cNvSpPr>
            <a:spLocks noGrp="true"/>
          </p:cNvSpPr>
          <p:nvPr>
            <p:ph idx="1"/>
          </p:nvPr>
        </p:nvSpPr>
        <p:spPr/>
        <p:txBody>
          <a:bodyPr/>
          <a:lstStyle/>
          <a:p>
            <a:pPr/>
            <a:r>
              <a:rPr lang="en-US" altLang="zh-CN" dirty="false"/>
              <a:t>Program is correct, but very wasteful</a:t>
            </a:r>
            <a:endParaRPr/>
          </a:p>
          <a:p>
            <a:pPr/>
            <a:r>
              <a:rPr lang="en-US" altLang="zh-CN" dirty="false"/>
              <a:t>Other options:</a:t>
            </a:r>
            <a:endParaRPr/>
          </a:p>
          <a:p>
            <a:pPr/>
            <a:endParaRPr lang="en-US" altLang="zh-CN" dirty="false"/>
          </a:p>
          <a:p>
            <a:pPr/>
            <a:endParaRPr lang="en-US" altLang="zh-CN" dirty="false"/>
          </a:p>
          <a:p>
            <a:pPr/>
            <a:endParaRPr lang="en-US" altLang="zh-CN" dirty="false"/>
          </a:p>
          <a:p>
            <a:pPr/>
            <a:endParaRPr lang="en-US" altLang="zh-CN" dirty="false"/>
          </a:p>
          <a:p>
            <a:pPr/>
            <a:endParaRPr lang="en-US" altLang="zh-CN" dirty="false"/>
          </a:p>
          <a:p>
            <a:pPr/>
            <a:r>
              <a:rPr lang="en-US" altLang="zh-CN" dirty="false"/>
              <a:t>Solution: </a:t>
            </a:r>
            <a:r>
              <a:rPr lang="en-US" altLang="zh-CN" dirty="false" err="true">
                <a:latin typeface="Courier New" panose="02070309020205020404"/>
                <a:cs typeface="Courier New" panose="02070309020205020404"/>
              </a:rPr>
              <a:t>sigsuspend</a:t>
            </a:r>
            <a:endParaRPr lang="en-US" altLang="zh-CN" dirty="false">
              <a:latin typeface="Courier New" panose="02070309020205020404"/>
              <a:cs typeface="Courier New" panose="02070309020205020404"/>
            </a:endParaRPr>
          </a:p>
          <a:p>
            <a:pPr/>
            <a:endParaRPr kumimoji="true" lang="zh-CN" altLang="en-US" dirty="false"/>
          </a:p>
        </p:txBody>
      </p:sp>
      <p:sp>
        <p:nvSpPr>
          <p:cNvPr id="436" name="幻灯片编号占位符 3"/>
          <p:cNvSpPr>
            <a:spLocks noGrp="true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2760C1E7-882C-B144-B98E-7DCF290C58DE}" type="slidenum">
              <a:rPr lang="zh-CN" altLang="en-US" smtClean="false"/>
              <a:t>80</a:t>
            </a:fld>
            <a:endParaRPr lang="en-US" altLang="zh-CN"/>
          </a:p>
        </p:txBody>
      </p:sp>
      <p:sp>
        <p:nvSpPr>
          <p:cNvPr id="437" name="Rectangle 4"/>
          <p:cNvSpPr>
            <a:spLocks noChangeArrowheads="true"/>
          </p:cNvSpPr>
          <p:nvPr/>
        </p:nvSpPr>
        <p:spPr bwMode="auto">
          <a:xfrm>
            <a:off x="457200" y="3048000"/>
            <a:ext cx="3314700" cy="584776"/>
          </a:xfrm>
          <a:prstGeom prst="rect">
            <a:avLst/>
          </a:prstGeom>
          <a:solidFill>
            <a:srgbClr val="F6F5BD"/>
          </a:solidFill>
          <a:ln w="3175">
            <a:solidFill>
              <a:schemeClr val="tx1"/>
            </a:solidFill>
            <a:miter lim="800000"/>
          </a:ln>
          <a:effectLst/>
        </p:spPr>
        <p:txBody>
          <a:bodyPr wrap="square">
            <a:spAutoFit/>
          </a:bodyPr>
          <a:lstStyle/>
          <a:p>
            <a:pPr/>
            <a:r>
              <a:rPr lang="en-US" sz="1600" dirty="false">
                <a:solidFill>
                  <a:srgbClr val="C200FF"/>
                </a:solidFill>
                <a:latin typeface="Courier New" panose="02070309020205020404"/>
                <a:cs typeface="Courier New" panose="02070309020205020404"/>
              </a:rPr>
              <a:t>while</a:t>
            </a:r>
            <a:r>
              <a:rPr lang="en-US" sz="1600" dirty="false">
                <a:solidFill>
                  <a:srgbClr val="000000"/>
                </a:solidFill>
                <a:latin typeface="Courier New" panose="02070309020205020404"/>
                <a:cs typeface="Courier New" panose="02070309020205020404"/>
              </a:rPr>
              <a:t> (!</a:t>
            </a:r>
            <a:r>
              <a:rPr lang="en-US" sz="1600" dirty="false" err="true">
                <a:solidFill>
                  <a:srgbClr val="000000"/>
                </a:solidFill>
                <a:latin typeface="Courier New" panose="02070309020205020404"/>
                <a:cs typeface="Courier New" panose="02070309020205020404"/>
              </a:rPr>
              <a:t>pid</a:t>
            </a:r>
            <a:r>
              <a:rPr lang="en-US" sz="1600" dirty="false">
                <a:solidFill>
                  <a:srgbClr val="000000"/>
                </a:solidFill>
                <a:latin typeface="Courier New" panose="02070309020205020404"/>
                <a:cs typeface="Courier New" panose="02070309020205020404"/>
              </a:rPr>
              <a:t>)  </a:t>
            </a:r>
            <a:r>
              <a:rPr lang="en-US" sz="1600" dirty="false">
                <a:solidFill>
                  <a:srgbClr val="CB2418"/>
                </a:solidFill>
                <a:latin typeface="Courier New" panose="02070309020205020404"/>
                <a:cs typeface="Courier New" panose="02070309020205020404"/>
              </a:rPr>
              <a:t>/* Race! */</a:t>
            </a:r>
            <a:endParaRPr lang="en-US" sz="1600" dirty="false">
              <a:solidFill>
                <a:srgbClr val="000000"/>
              </a:solidFill>
              <a:latin typeface="Courier New" panose="02070309020205020404"/>
              <a:cs typeface="Courier New" panose="02070309020205020404"/>
            </a:endParaRPr>
          </a:p>
          <a:p>
            <a:pPr/>
            <a:r>
              <a:rPr lang="en-US" sz="1600" dirty="false">
                <a:solidFill>
                  <a:srgbClr val="000000"/>
                </a:solidFill>
                <a:latin typeface="Courier New" panose="02070309020205020404"/>
                <a:cs typeface="Courier New" panose="02070309020205020404"/>
              </a:rPr>
              <a:t>    pause();</a:t>
            </a:r>
            <a:endParaRPr lang="ro-RO" sz="1600" dirty="false">
              <a:solidFill>
                <a:srgbClr val="000000"/>
              </a:solidFill>
              <a:latin typeface="Courier New" panose="02070309020205020404"/>
              <a:cs typeface="Courier New" panose="02070309020205020404"/>
            </a:endParaRPr>
          </a:p>
        </p:txBody>
      </p:sp>
      <p:sp>
        <p:nvSpPr>
          <p:cNvPr id="438" name="Rectangle 5"/>
          <p:cNvSpPr>
            <a:spLocks noChangeArrowheads="true"/>
          </p:cNvSpPr>
          <p:nvPr/>
        </p:nvSpPr>
        <p:spPr bwMode="auto">
          <a:xfrm>
            <a:off x="4362450" y="3048000"/>
            <a:ext cx="3810000" cy="584776"/>
          </a:xfrm>
          <a:prstGeom prst="rect">
            <a:avLst/>
          </a:prstGeom>
          <a:solidFill>
            <a:srgbClr val="F6F5BD"/>
          </a:solidFill>
          <a:ln w="3175">
            <a:solidFill>
              <a:schemeClr val="tx1"/>
            </a:solidFill>
            <a:miter lim="800000"/>
          </a:ln>
          <a:effectLst/>
        </p:spPr>
        <p:txBody>
          <a:bodyPr wrap="square">
            <a:spAutoFit/>
          </a:bodyPr>
          <a:lstStyle/>
          <a:p>
            <a:pPr/>
            <a:r>
              <a:rPr lang="en-US" sz="1600" dirty="false">
                <a:solidFill>
                  <a:srgbClr val="C200FF"/>
                </a:solidFill>
                <a:latin typeface="Menlo-Regular" panose="020B0609030804020204"/>
              </a:rPr>
              <a:t>while</a:t>
            </a:r>
            <a:r>
              <a:rPr lang="en-US" sz="1600" dirty="false">
                <a:solidFill>
                  <a:srgbClr val="000000"/>
                </a:solidFill>
                <a:latin typeface="Menlo-Regular" panose="020B0609030804020204"/>
              </a:rPr>
              <a:t> (!</a:t>
            </a:r>
            <a:r>
              <a:rPr lang="en-US" sz="1600" dirty="false" err="true">
                <a:solidFill>
                  <a:srgbClr val="000000"/>
                </a:solidFill>
                <a:latin typeface="Menlo-Regular" panose="020B0609030804020204"/>
              </a:rPr>
              <a:t>pid</a:t>
            </a:r>
            <a:r>
              <a:rPr lang="en-US" sz="1600" dirty="false">
                <a:solidFill>
                  <a:srgbClr val="000000"/>
                </a:solidFill>
                <a:latin typeface="Menlo-Regular" panose="020B0609030804020204"/>
              </a:rPr>
              <a:t>) </a:t>
            </a:r>
            <a:r>
              <a:rPr lang="en-US" sz="1600" dirty="false">
                <a:solidFill>
                  <a:srgbClr val="CB2418"/>
                </a:solidFill>
                <a:latin typeface="Menlo-Regular" panose="020B0609030804020204"/>
              </a:rPr>
              <a:t>/* Too slow! */</a:t>
            </a:r>
            <a:endParaRPr lang="en-US" sz="1600" dirty="false">
              <a:solidFill>
                <a:srgbClr val="000000"/>
              </a:solidFill>
              <a:latin typeface="Menlo-Regular" panose="020B0609030804020204"/>
            </a:endParaRPr>
          </a:p>
          <a:p>
            <a:pPr/>
            <a:r>
              <a:rPr lang="nl-NL" sz="1600" dirty="false">
                <a:solidFill>
                  <a:srgbClr val="000000"/>
                </a:solidFill>
                <a:latin typeface="Menlo-Regular" panose="020B0609030804020204"/>
              </a:rPr>
              <a:t>    sleep(1);</a:t>
            </a:r>
            <a:endParaRPr lang="ro-RO" sz="1600" dirty="false">
              <a:solidFill>
                <a:srgbClr val="000000"/>
              </a:solidFill>
              <a:latin typeface="Menlo-Regular" panose="020B0609030804020204"/>
            </a:endParaRPr>
          </a:p>
        </p:txBody>
      </p:sp>
      <p:sp>
        <p:nvSpPr>
          <p:cNvPr id="439" name="文本框 6"/>
          <p:cNvSpPr txBox="true"/>
          <p:nvPr/>
        </p:nvSpPr>
        <p:spPr>
          <a:xfrm>
            <a:off x="209550" y="3745409"/>
            <a:ext cx="6953250" cy="1015663"/>
          </a:xfrm>
          <a:prstGeom prst="rect">
            <a:avLst/>
          </a:prstGeom>
          <a:noFill/>
        </p:spPr>
        <p:txBody>
          <a:bodyPr wrap="square" rtlCol="false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kumimoji="true" lang="en-US" altLang="zh-CN" b="false" dirty="false"/>
              <a:t>Pause/sleep</a:t>
            </a:r>
            <a:r>
              <a:rPr kumimoji="true" lang="zh-CN" altLang="en-US" b="false" dirty="false"/>
              <a:t>可能被其他信号中断，所以需要一个循环</a:t>
            </a:r>
            <a:endParaRPr kumimoji="true" lang="en-US" altLang="zh-CN" b="false" dirty="false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kumimoji="true" lang="en-US" altLang="zh-CN" b="false" dirty="false"/>
              <a:t>Race: </a:t>
            </a:r>
            <a:r>
              <a:rPr kumimoji="true" lang="zh-CN" altLang="en-US" b="false" dirty="false"/>
              <a:t>在</a:t>
            </a:r>
            <a:r>
              <a:rPr kumimoji="true" lang="en-US" altLang="zh-CN" b="false" dirty="false">
                <a:solidFill>
                  <a:srgbClr val="FF0000"/>
                </a:solidFill>
              </a:rPr>
              <a:t>while</a:t>
            </a:r>
            <a:r>
              <a:rPr kumimoji="true" lang="zh-CN" altLang="en-US" b="false" dirty="false">
                <a:solidFill>
                  <a:srgbClr val="FF0000"/>
                </a:solidFill>
              </a:rPr>
              <a:t>条件达成后、</a:t>
            </a:r>
            <a:r>
              <a:rPr kumimoji="true" lang="en-US" altLang="zh-CN" b="false" dirty="false">
                <a:solidFill>
                  <a:srgbClr val="FF0000"/>
                </a:solidFill>
              </a:rPr>
              <a:t>pause</a:t>
            </a:r>
            <a:r>
              <a:rPr kumimoji="true" lang="zh-CN" altLang="en-US" b="false" dirty="false">
                <a:solidFill>
                  <a:srgbClr val="FF0000"/>
                </a:solidFill>
              </a:rPr>
              <a:t>开始前</a:t>
            </a:r>
            <a:r>
              <a:rPr kumimoji="true" lang="zh-CN" altLang="en-US" b="false" dirty="false"/>
              <a:t>收到</a:t>
            </a:r>
            <a:r>
              <a:rPr kumimoji="true" lang="en-US" altLang="zh-CN" b="false" dirty="false"/>
              <a:t>SIGCHLD</a:t>
            </a:r>
            <a:r>
              <a:rPr kumimoji="true" lang="zh-CN" altLang="en-US" b="false" dirty="false"/>
              <a:t>信号，则</a:t>
            </a:r>
            <a:r>
              <a:rPr kumimoji="true" lang="en-US" altLang="zh-CN" b="false" dirty="false"/>
              <a:t>pause</a:t>
            </a:r>
            <a:r>
              <a:rPr kumimoji="true" lang="zh-CN" altLang="en-US" b="false" dirty="false"/>
              <a:t>可能会永远睡眠（没有原子性保障）</a:t>
            </a:r>
            <a:endParaRPr kumimoji="true" lang="en-US" altLang="zh-CN" b="false" dirty="false"/>
          </a:p>
        </p:txBody>
      </p:sp>
    </p:spTree>
  </p:cSld>
  <p:clrMapOvr>
    <a:masterClrMapping/>
  </p:clrMapOvr>
</p:sld>
</file>

<file path=ppt/slides/slide84.xml><?xml version="1.0" encoding="utf-8"?>
<p:sld xmlns:a="http://schemas.openxmlformats.org/drawingml/2006/main" xmlns:p="http://schemas.openxmlformats.org/presentationml/2006/main">
  <p:cSld>
    <p:spTree>
      <p:nvGrpSpPr>
        <p:cNvPr id="440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1" name="标题 1"/>
          <p:cNvSpPr>
            <a:spLocks noGrp="true"/>
          </p:cNvSpPr>
          <p:nvPr>
            <p:ph type="title"/>
          </p:nvPr>
        </p:nvSpPr>
        <p:spPr/>
        <p:txBody>
          <a:bodyPr/>
          <a:lstStyle/>
          <a:p>
            <a:pPr/>
            <a:r>
              <a:rPr lang="en-US" altLang="zh-CN" dirty="false"/>
              <a:t>Waiting for Signals with </a:t>
            </a:r>
            <a:r>
              <a:rPr lang="en-US" altLang="zh-CN" dirty="false" err="true">
                <a:latin typeface="Courier New" panose="02070309020205020404"/>
                <a:cs typeface="Courier New" panose="02070309020205020404"/>
              </a:rPr>
              <a:t>sigsuspend</a:t>
            </a:r>
            <a:endParaRPr kumimoji="true" lang="zh-CN" altLang="en-US" dirty="false"/>
          </a:p>
        </p:txBody>
      </p:sp>
      <p:sp>
        <p:nvSpPr>
          <p:cNvPr id="442" name="内容占位符 2"/>
          <p:cNvSpPr>
            <a:spLocks noGrp="true"/>
          </p:cNvSpPr>
          <p:nvPr>
            <p:ph idx="1"/>
          </p:nvPr>
        </p:nvSpPr>
        <p:spPr/>
        <p:txBody>
          <a:bodyPr/>
          <a:lstStyle/>
          <a:p>
            <a:pPr/>
            <a:r>
              <a:rPr lang="en-US" altLang="zh-CN" dirty="false" err="true">
                <a:latin typeface="Courier New" panose="02070309020205020404"/>
                <a:cs typeface="Courier New" panose="02070309020205020404"/>
              </a:rPr>
              <a:t>int</a:t>
            </a:r>
            <a:r>
              <a:rPr lang="en-US" altLang="zh-CN" dirty="false">
                <a:latin typeface="Courier New" panose="02070309020205020404"/>
                <a:cs typeface="Courier New" panose="02070309020205020404"/>
              </a:rPr>
              <a:t> </a:t>
            </a:r>
            <a:r>
              <a:rPr lang="en-US" altLang="zh-CN" dirty="false" err="true">
                <a:latin typeface="Courier New" panose="02070309020205020404"/>
                <a:cs typeface="Courier New" panose="02070309020205020404"/>
              </a:rPr>
              <a:t>sigsuspend</a:t>
            </a:r>
            <a:r>
              <a:rPr lang="en-US" altLang="zh-CN" dirty="false">
                <a:latin typeface="Courier New" panose="02070309020205020404"/>
                <a:cs typeface="Courier New" panose="02070309020205020404"/>
              </a:rPr>
              <a:t>(</a:t>
            </a:r>
            <a:r>
              <a:rPr lang="en-US" altLang="zh-CN" dirty="false" err="true">
                <a:latin typeface="Courier New" panose="02070309020205020404"/>
                <a:cs typeface="Courier New" panose="02070309020205020404"/>
              </a:rPr>
              <a:t>const</a:t>
            </a:r>
            <a:r>
              <a:rPr lang="en-US" altLang="zh-CN" dirty="false">
                <a:latin typeface="Courier New" panose="02070309020205020404"/>
                <a:cs typeface="Courier New" panose="02070309020205020404"/>
              </a:rPr>
              <a:t> </a:t>
            </a:r>
            <a:r>
              <a:rPr lang="en-US" altLang="zh-CN" dirty="false" err="true">
                <a:latin typeface="Courier New" panose="02070309020205020404"/>
                <a:cs typeface="Courier New" panose="02070309020205020404"/>
              </a:rPr>
              <a:t>sigset_t</a:t>
            </a:r>
            <a:r>
              <a:rPr lang="en-US" altLang="zh-CN" dirty="false">
                <a:latin typeface="Courier New" panose="02070309020205020404"/>
                <a:cs typeface="Courier New" panose="02070309020205020404"/>
              </a:rPr>
              <a:t> *mask)</a:t>
            </a:r>
            <a:endParaRPr/>
          </a:p>
          <a:p>
            <a:pPr/>
            <a:endParaRPr lang="en-US" altLang="zh-CN" dirty="false"/>
          </a:p>
          <a:p>
            <a:pPr/>
            <a:r>
              <a:rPr lang="en-US" altLang="zh-CN" dirty="false"/>
              <a:t>Equivalent to atomic (uninterruptable) version of:</a:t>
            </a:r>
            <a:endParaRPr/>
          </a:p>
        </p:txBody>
      </p:sp>
      <p:sp>
        <p:nvSpPr>
          <p:cNvPr id="443" name="幻灯片编号占位符 3"/>
          <p:cNvSpPr>
            <a:spLocks noGrp="true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2760C1E7-882C-B144-B98E-7DCF290C58DE}" type="slidenum">
              <a:rPr lang="zh-CN" altLang="en-US" smtClean="false"/>
              <a:t>81</a:t>
            </a:fld>
            <a:endParaRPr lang="en-US" altLang="zh-CN"/>
          </a:p>
        </p:txBody>
      </p:sp>
      <p:sp>
        <p:nvSpPr>
          <p:cNvPr id="444" name="Rectangle 4"/>
          <p:cNvSpPr>
            <a:spLocks noChangeArrowheads="true"/>
          </p:cNvSpPr>
          <p:nvPr/>
        </p:nvSpPr>
        <p:spPr bwMode="auto">
          <a:xfrm>
            <a:off x="1295400" y="4038600"/>
            <a:ext cx="6553200" cy="1015663"/>
          </a:xfrm>
          <a:prstGeom prst="rect">
            <a:avLst/>
          </a:prstGeom>
          <a:solidFill>
            <a:srgbClr val="F6F5BD"/>
          </a:solidFill>
          <a:ln w="3175">
            <a:solidFill>
              <a:schemeClr val="tx1"/>
            </a:solidFill>
            <a:miter lim="800000"/>
          </a:ln>
          <a:effectLst/>
        </p:spPr>
        <p:txBody>
          <a:bodyPr wrap="square">
            <a:spAutoFit/>
          </a:bodyPr>
          <a:lstStyle/>
          <a:p>
            <a:pPr/>
            <a:r>
              <a:rPr lang="en-US" altLang="zh-CN" dirty="false" err="true">
                <a:solidFill>
                  <a:srgbClr val="000000"/>
                </a:solidFill>
                <a:latin typeface="Courier New" panose="02070309020205020404"/>
                <a:cs typeface="Courier New" panose="02070309020205020404"/>
              </a:rPr>
              <a:t>sigprocmask</a:t>
            </a:r>
            <a:r>
              <a:rPr lang="en-US" altLang="zh-CN" dirty="false">
                <a:solidFill>
                  <a:srgbClr val="000000"/>
                </a:solidFill>
                <a:latin typeface="Courier New" panose="02070309020205020404"/>
                <a:cs typeface="Courier New" panose="02070309020205020404"/>
              </a:rPr>
              <a:t>(SIG_SETMASK</a:t>
            </a:r>
            <a:r>
              <a:rPr lang="en-US" dirty="false">
                <a:solidFill>
                  <a:srgbClr val="000000"/>
                </a:solidFill>
                <a:latin typeface="Courier New" panose="02070309020205020404"/>
                <a:cs typeface="Courier New" panose="02070309020205020404"/>
              </a:rPr>
              <a:t>, &amp;mask, &amp;</a:t>
            </a:r>
            <a:r>
              <a:rPr lang="en-US" dirty="false" err="true">
                <a:solidFill>
                  <a:srgbClr val="000000"/>
                </a:solidFill>
                <a:latin typeface="Courier New" panose="02070309020205020404"/>
                <a:cs typeface="Courier New" panose="02070309020205020404"/>
              </a:rPr>
              <a:t>prev</a:t>
            </a:r>
            <a:r>
              <a:rPr lang="en-US" dirty="false">
                <a:solidFill>
                  <a:srgbClr val="000000"/>
                </a:solidFill>
                <a:latin typeface="Courier New" panose="02070309020205020404"/>
                <a:cs typeface="Courier New" panose="02070309020205020404"/>
              </a:rPr>
              <a:t>);</a:t>
            </a:r>
            <a:endParaRPr/>
          </a:p>
          <a:p>
            <a:pPr/>
            <a:r>
              <a:rPr lang="en-US" dirty="false">
                <a:solidFill>
                  <a:srgbClr val="000000"/>
                </a:solidFill>
                <a:latin typeface="Courier New" panose="02070309020205020404"/>
                <a:cs typeface="Courier New" panose="02070309020205020404"/>
              </a:rPr>
              <a:t>pause();</a:t>
            </a:r>
            <a:endParaRPr/>
          </a:p>
          <a:p>
            <a:pPr/>
            <a:r>
              <a:rPr lang="en-US" dirty="false" err="true">
                <a:solidFill>
                  <a:srgbClr val="000000"/>
                </a:solidFill>
                <a:latin typeface="Courier New" panose="02070309020205020404"/>
                <a:cs typeface="Courier New" panose="02070309020205020404"/>
              </a:rPr>
              <a:t>sigprocmask</a:t>
            </a:r>
            <a:r>
              <a:rPr lang="en-US" dirty="false">
                <a:solidFill>
                  <a:srgbClr val="000000"/>
                </a:solidFill>
                <a:latin typeface="Courier New" panose="02070309020205020404"/>
                <a:cs typeface="Courier New" panose="02070309020205020404"/>
              </a:rPr>
              <a:t>(SIG_SETMASK, &amp;</a:t>
            </a:r>
            <a:r>
              <a:rPr lang="en-US" dirty="false" err="true">
                <a:solidFill>
                  <a:srgbClr val="000000"/>
                </a:solidFill>
                <a:latin typeface="Courier New" panose="02070309020205020404"/>
                <a:cs typeface="Courier New" panose="02070309020205020404"/>
              </a:rPr>
              <a:t>prev</a:t>
            </a:r>
            <a:r>
              <a:rPr lang="en-US" dirty="false">
                <a:solidFill>
                  <a:srgbClr val="000000"/>
                </a:solidFill>
                <a:latin typeface="Courier New" panose="02070309020205020404"/>
                <a:cs typeface="Courier New" panose="02070309020205020404"/>
              </a:rPr>
              <a:t>, </a:t>
            </a:r>
            <a:r>
              <a:rPr lang="en-US" dirty="false">
                <a:solidFill>
                  <a:srgbClr val="2C9290"/>
                </a:solidFill>
                <a:latin typeface="Courier New" panose="02070309020205020404"/>
                <a:cs typeface="Courier New" panose="02070309020205020404"/>
              </a:rPr>
              <a:t>NULL</a:t>
            </a:r>
            <a:r>
              <a:rPr lang="en-US" dirty="false">
                <a:solidFill>
                  <a:srgbClr val="000000"/>
                </a:solidFill>
                <a:latin typeface="Courier New" panose="02070309020205020404"/>
                <a:cs typeface="Courier New" panose="02070309020205020404"/>
              </a:rPr>
              <a:t>);</a:t>
            </a:r>
            <a:endParaRPr lang="ro-RO" dirty="false">
              <a:solidFill>
                <a:srgbClr val="000000"/>
              </a:solidFill>
              <a:latin typeface="Courier New" panose="02070309020205020404"/>
              <a:cs typeface="Courier New" panose="02070309020205020404"/>
            </a:endParaRPr>
          </a:p>
        </p:txBody>
      </p:sp>
    </p:spTree>
  </p:cSld>
  <p:clrMapOvr>
    <a:masterClrMapping/>
  </p:clrMapOvr>
</p:sld>
</file>

<file path=ppt/slides/slide85.xml><?xml version="1.0" encoding="utf-8"?>
<p:sld xmlns:a="http://schemas.openxmlformats.org/drawingml/2006/main" xmlns:p="http://schemas.openxmlformats.org/presentationml/2006/main">
  <p:cSld>
    <p:spTree>
      <p:nvGrpSpPr>
        <p:cNvPr id="445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6" name="标题 1"/>
          <p:cNvSpPr>
            <a:spLocks noGrp="true"/>
          </p:cNvSpPr>
          <p:nvPr>
            <p:ph type="title"/>
          </p:nvPr>
        </p:nvSpPr>
        <p:spPr/>
        <p:txBody>
          <a:bodyPr/>
          <a:lstStyle/>
          <a:p>
            <a:pPr/>
            <a:r>
              <a:rPr lang="en-US" altLang="zh-CN" dirty="false"/>
              <a:t>Waiting for Signals with </a:t>
            </a:r>
            <a:r>
              <a:rPr lang="en-US" altLang="zh-CN" dirty="false" err="true">
                <a:latin typeface="Courier New" panose="02070309020205020404"/>
                <a:cs typeface="Courier New" panose="02070309020205020404"/>
              </a:rPr>
              <a:t>sigsuspend</a:t>
            </a:r>
            <a:endParaRPr kumimoji="true" lang="zh-CN" altLang="en-US" dirty="false"/>
          </a:p>
        </p:txBody>
      </p:sp>
      <p:sp>
        <p:nvSpPr>
          <p:cNvPr id="447" name="内容占位符 2"/>
          <p:cNvSpPr>
            <a:spLocks noGrp="true"/>
          </p:cNvSpPr>
          <p:nvPr>
            <p:ph idx="1"/>
          </p:nvPr>
        </p:nvSpPr>
        <p:spPr/>
        <p:txBody>
          <a:bodyPr/>
          <a:lstStyle/>
          <a:p>
            <a:pPr/>
            <a:endParaRPr kumimoji="true" lang="zh-CN" altLang="en-US"/>
          </a:p>
        </p:txBody>
      </p:sp>
      <p:sp>
        <p:nvSpPr>
          <p:cNvPr id="448" name="幻灯片编号占位符 3"/>
          <p:cNvSpPr>
            <a:spLocks noGrp="true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2760C1E7-882C-B144-B98E-7DCF290C58DE}" type="slidenum">
              <a:rPr lang="zh-CN" altLang="en-US" smtClean="false"/>
              <a:t>82</a:t>
            </a:fld>
            <a:endParaRPr lang="en-US" altLang="zh-CN"/>
          </a:p>
        </p:txBody>
      </p:sp>
      <p:sp>
        <p:nvSpPr>
          <p:cNvPr id="449" name="Rectangle 4"/>
          <p:cNvSpPr>
            <a:spLocks noChangeArrowheads="true"/>
          </p:cNvSpPr>
          <p:nvPr/>
        </p:nvSpPr>
        <p:spPr bwMode="auto">
          <a:xfrm>
            <a:off x="228600" y="1149489"/>
            <a:ext cx="8534400" cy="5632311"/>
          </a:xfrm>
          <a:prstGeom prst="rect">
            <a:avLst/>
          </a:prstGeom>
          <a:solidFill>
            <a:srgbClr val="F6F5BD"/>
          </a:solidFill>
          <a:ln w="3175">
            <a:solidFill>
              <a:schemeClr val="tx1"/>
            </a:solidFill>
            <a:miter lim="800000"/>
          </a:ln>
          <a:effectLst/>
        </p:spPr>
        <p:txBody>
          <a:bodyPr wrap="square">
            <a:spAutoFit/>
          </a:bodyPr>
          <a:lstStyle/>
          <a:p>
            <a:pPr/>
            <a:r>
              <a:rPr lang="en-US" sz="1500" dirty="false" err="true">
                <a:solidFill>
                  <a:srgbClr val="2D961E"/>
                </a:solidFill>
                <a:latin typeface="Courier New" panose="02070309020205020404"/>
                <a:cs typeface="Courier New" panose="02070309020205020404"/>
              </a:rPr>
              <a:t>int</a:t>
            </a:r>
            <a:r>
              <a:rPr lang="en-US" sz="1500" dirty="false">
                <a:solidFill>
                  <a:srgbClr val="000000"/>
                </a:solidFill>
                <a:latin typeface="Courier New" panose="02070309020205020404"/>
                <a:cs typeface="Courier New" panose="02070309020205020404"/>
              </a:rPr>
              <a:t> </a:t>
            </a:r>
            <a:r>
              <a:rPr lang="en-US" sz="1500" dirty="false">
                <a:solidFill>
                  <a:srgbClr val="4A00FF"/>
                </a:solidFill>
                <a:latin typeface="Courier New" panose="02070309020205020404"/>
                <a:cs typeface="Courier New" panose="02070309020205020404"/>
              </a:rPr>
              <a:t>main</a:t>
            </a:r>
            <a:r>
              <a:rPr lang="en-US" sz="1500" dirty="false">
                <a:solidFill>
                  <a:srgbClr val="000000"/>
                </a:solidFill>
                <a:latin typeface="Courier New" panose="02070309020205020404"/>
                <a:cs typeface="Courier New" panose="02070309020205020404"/>
              </a:rPr>
              <a:t>(</a:t>
            </a:r>
            <a:r>
              <a:rPr lang="en-US" sz="1500" dirty="false" err="true">
                <a:solidFill>
                  <a:srgbClr val="2D961E"/>
                </a:solidFill>
                <a:latin typeface="Courier New" panose="02070309020205020404"/>
                <a:cs typeface="Courier New" panose="02070309020205020404"/>
              </a:rPr>
              <a:t>int</a:t>
            </a:r>
            <a:r>
              <a:rPr lang="en-US" sz="1500" dirty="false">
                <a:solidFill>
                  <a:srgbClr val="000000"/>
                </a:solidFill>
                <a:latin typeface="Courier New" panose="02070309020205020404"/>
                <a:cs typeface="Courier New" panose="02070309020205020404"/>
              </a:rPr>
              <a:t> </a:t>
            </a:r>
            <a:r>
              <a:rPr lang="en-US" sz="1500" dirty="false" err="true">
                <a:solidFill>
                  <a:srgbClr val="C1651C"/>
                </a:solidFill>
                <a:latin typeface="Courier New" panose="02070309020205020404"/>
                <a:cs typeface="Courier New" panose="02070309020205020404"/>
              </a:rPr>
              <a:t>argc</a:t>
            </a:r>
            <a:r>
              <a:rPr lang="en-US" sz="1500" dirty="false">
                <a:solidFill>
                  <a:srgbClr val="000000"/>
                </a:solidFill>
                <a:latin typeface="Courier New" panose="02070309020205020404"/>
                <a:cs typeface="Courier New" panose="02070309020205020404"/>
              </a:rPr>
              <a:t>, </a:t>
            </a:r>
            <a:r>
              <a:rPr lang="en-US" sz="1500" dirty="false">
                <a:solidFill>
                  <a:srgbClr val="2D961E"/>
                </a:solidFill>
                <a:latin typeface="Courier New" panose="02070309020205020404"/>
                <a:cs typeface="Courier New" panose="02070309020205020404"/>
              </a:rPr>
              <a:t>char</a:t>
            </a:r>
            <a:r>
              <a:rPr lang="en-US" sz="1500" dirty="false">
                <a:solidFill>
                  <a:srgbClr val="000000"/>
                </a:solidFill>
                <a:latin typeface="Courier New" panose="02070309020205020404"/>
                <a:cs typeface="Courier New" panose="02070309020205020404"/>
              </a:rPr>
              <a:t> **</a:t>
            </a:r>
            <a:r>
              <a:rPr lang="en-US" sz="1500" dirty="false" err="true">
                <a:solidFill>
                  <a:srgbClr val="C1651C"/>
                </a:solidFill>
                <a:latin typeface="Courier New" panose="02070309020205020404"/>
                <a:cs typeface="Courier New" panose="02070309020205020404"/>
              </a:rPr>
              <a:t>argv</a:t>
            </a:r>
            <a:r>
              <a:rPr lang="en-US" sz="1500" dirty="false">
                <a:solidFill>
                  <a:srgbClr val="000000"/>
                </a:solidFill>
                <a:latin typeface="Courier New" panose="02070309020205020404"/>
                <a:cs typeface="Courier New" panose="02070309020205020404"/>
              </a:rPr>
              <a:t>) {</a:t>
            </a:r>
            <a:endParaRPr/>
          </a:p>
          <a:p>
            <a:pPr/>
            <a:r>
              <a:rPr lang="en-US" sz="1500" dirty="false">
                <a:solidFill>
                  <a:srgbClr val="000000"/>
                </a:solidFill>
                <a:latin typeface="Courier New" panose="02070309020205020404"/>
                <a:cs typeface="Courier New" panose="02070309020205020404"/>
              </a:rPr>
              <a:t>    </a:t>
            </a:r>
            <a:r>
              <a:rPr lang="en-US" sz="1500" dirty="false" err="true">
                <a:solidFill>
                  <a:srgbClr val="2D961E"/>
                </a:solidFill>
                <a:latin typeface="Courier New" panose="02070309020205020404"/>
                <a:cs typeface="Courier New" panose="02070309020205020404"/>
              </a:rPr>
              <a:t>sigset_t</a:t>
            </a:r>
            <a:r>
              <a:rPr lang="en-US" sz="1500" dirty="false">
                <a:solidFill>
                  <a:srgbClr val="000000"/>
                </a:solidFill>
                <a:latin typeface="Courier New" panose="02070309020205020404"/>
                <a:cs typeface="Courier New" panose="02070309020205020404"/>
              </a:rPr>
              <a:t> </a:t>
            </a:r>
            <a:r>
              <a:rPr lang="en-US" sz="1500" dirty="false">
                <a:solidFill>
                  <a:srgbClr val="C1651C"/>
                </a:solidFill>
                <a:latin typeface="Courier New" panose="02070309020205020404"/>
                <a:cs typeface="Courier New" panose="02070309020205020404"/>
              </a:rPr>
              <a:t>mask</a:t>
            </a:r>
            <a:r>
              <a:rPr lang="en-US" sz="1500" dirty="false">
                <a:solidFill>
                  <a:srgbClr val="000000"/>
                </a:solidFill>
                <a:latin typeface="Courier New" panose="02070309020205020404"/>
                <a:cs typeface="Courier New" panose="02070309020205020404"/>
              </a:rPr>
              <a:t>, </a:t>
            </a:r>
            <a:r>
              <a:rPr lang="en-US" sz="1500" dirty="false" err="true">
                <a:solidFill>
                  <a:srgbClr val="C1651C"/>
                </a:solidFill>
                <a:latin typeface="Courier New" panose="02070309020205020404"/>
                <a:cs typeface="Courier New" panose="02070309020205020404"/>
              </a:rPr>
              <a:t>prev</a:t>
            </a:r>
            <a:r>
              <a:rPr lang="en-US" sz="1500" dirty="false">
                <a:solidFill>
                  <a:srgbClr val="000000"/>
                </a:solidFill>
                <a:latin typeface="Courier New" panose="02070309020205020404"/>
                <a:cs typeface="Courier New" panose="02070309020205020404"/>
              </a:rPr>
              <a:t>;</a:t>
            </a:r>
            <a:endParaRPr/>
          </a:p>
          <a:p>
            <a:pPr/>
            <a:r>
              <a:rPr lang="en-US" sz="1500" dirty="false">
                <a:solidFill>
                  <a:srgbClr val="000000"/>
                </a:solidFill>
                <a:latin typeface="Courier New" panose="02070309020205020404"/>
                <a:cs typeface="Courier New" panose="02070309020205020404"/>
              </a:rPr>
              <a:t>    Signal(SIGCHLD, </a:t>
            </a:r>
            <a:r>
              <a:rPr lang="en-US" sz="1500" dirty="false" err="true">
                <a:solidFill>
                  <a:srgbClr val="000000"/>
                </a:solidFill>
                <a:latin typeface="Courier New" panose="02070309020205020404"/>
                <a:cs typeface="Courier New" panose="02070309020205020404"/>
              </a:rPr>
              <a:t>sigchld_handler</a:t>
            </a:r>
            <a:r>
              <a:rPr lang="en-US" sz="1500" dirty="false">
                <a:solidFill>
                  <a:srgbClr val="000000"/>
                </a:solidFill>
                <a:latin typeface="Courier New" panose="02070309020205020404"/>
                <a:cs typeface="Courier New" panose="02070309020205020404"/>
              </a:rPr>
              <a:t>);</a:t>
            </a:r>
            <a:endParaRPr/>
          </a:p>
          <a:p>
            <a:pPr/>
            <a:r>
              <a:rPr lang="en-US" sz="1500" dirty="false">
                <a:solidFill>
                  <a:srgbClr val="000000"/>
                </a:solidFill>
                <a:latin typeface="Courier New" panose="02070309020205020404"/>
                <a:cs typeface="Courier New" panose="02070309020205020404"/>
              </a:rPr>
              <a:t>    Signal(SIGINT, </a:t>
            </a:r>
            <a:r>
              <a:rPr lang="en-US" sz="1500" dirty="false" err="true">
                <a:solidFill>
                  <a:srgbClr val="000000"/>
                </a:solidFill>
                <a:latin typeface="Courier New" panose="02070309020205020404"/>
                <a:cs typeface="Courier New" panose="02070309020205020404"/>
              </a:rPr>
              <a:t>sigint_handler</a:t>
            </a:r>
            <a:r>
              <a:rPr lang="en-US" sz="1500" dirty="false">
                <a:solidFill>
                  <a:srgbClr val="000000"/>
                </a:solidFill>
                <a:latin typeface="Courier New" panose="02070309020205020404"/>
                <a:cs typeface="Courier New" panose="02070309020205020404"/>
              </a:rPr>
              <a:t>);</a:t>
            </a:r>
            <a:endParaRPr/>
          </a:p>
          <a:p>
            <a:pPr/>
            <a:r>
              <a:rPr lang="en-US" sz="1500" dirty="false">
                <a:solidFill>
                  <a:srgbClr val="000000"/>
                </a:solidFill>
                <a:latin typeface="Courier New" panose="02070309020205020404"/>
                <a:cs typeface="Courier New" panose="02070309020205020404"/>
              </a:rPr>
              <a:t>    </a:t>
            </a:r>
            <a:r>
              <a:rPr lang="en-US" sz="1500" dirty="false" err="true">
                <a:solidFill>
                  <a:srgbClr val="000000"/>
                </a:solidFill>
                <a:latin typeface="Courier New" panose="02070309020205020404"/>
                <a:cs typeface="Courier New" panose="02070309020205020404"/>
              </a:rPr>
              <a:t>Sigemptyset</a:t>
            </a:r>
            <a:r>
              <a:rPr lang="en-US" sz="1500" dirty="false">
                <a:solidFill>
                  <a:srgbClr val="000000"/>
                </a:solidFill>
                <a:latin typeface="Courier New" panose="02070309020205020404"/>
                <a:cs typeface="Courier New" panose="02070309020205020404"/>
              </a:rPr>
              <a:t>(&amp;mask);</a:t>
            </a:r>
            <a:endParaRPr/>
          </a:p>
          <a:p>
            <a:pPr/>
            <a:r>
              <a:rPr lang="en-US" sz="1500" dirty="false">
                <a:solidFill>
                  <a:srgbClr val="000000"/>
                </a:solidFill>
                <a:latin typeface="Courier New" panose="02070309020205020404"/>
                <a:cs typeface="Courier New" panose="02070309020205020404"/>
              </a:rPr>
              <a:t>    </a:t>
            </a:r>
            <a:r>
              <a:rPr lang="en-US" sz="1500" dirty="false" err="true">
                <a:solidFill>
                  <a:srgbClr val="000000"/>
                </a:solidFill>
                <a:latin typeface="Courier New" panose="02070309020205020404"/>
                <a:cs typeface="Courier New" panose="02070309020205020404"/>
              </a:rPr>
              <a:t>Sigaddset</a:t>
            </a:r>
            <a:r>
              <a:rPr lang="en-US" sz="1500" dirty="false">
                <a:solidFill>
                  <a:srgbClr val="000000"/>
                </a:solidFill>
                <a:latin typeface="Courier New" panose="02070309020205020404"/>
                <a:cs typeface="Courier New" panose="02070309020205020404"/>
              </a:rPr>
              <a:t>(&amp;mask, SIGCHLD);</a:t>
            </a:r>
            <a:endParaRPr/>
          </a:p>
          <a:p>
            <a:pPr/>
            <a:endParaRPr lang="en-US" sz="1500" dirty="false">
              <a:solidFill>
                <a:srgbClr val="000000"/>
              </a:solidFill>
              <a:latin typeface="Courier New" panose="02070309020205020404"/>
              <a:cs typeface="Courier New" panose="02070309020205020404"/>
            </a:endParaRPr>
          </a:p>
          <a:p>
            <a:pPr/>
            <a:r>
              <a:rPr lang="en-US" sz="1500" dirty="false">
                <a:solidFill>
                  <a:srgbClr val="000000"/>
                </a:solidFill>
                <a:latin typeface="Courier New" panose="02070309020205020404"/>
                <a:cs typeface="Courier New" panose="02070309020205020404"/>
              </a:rPr>
              <a:t>    </a:t>
            </a:r>
            <a:r>
              <a:rPr lang="en-US" sz="1500" dirty="false">
                <a:solidFill>
                  <a:srgbClr val="C200FF"/>
                </a:solidFill>
                <a:latin typeface="Courier New" panose="02070309020205020404"/>
                <a:cs typeface="Courier New" panose="02070309020205020404"/>
              </a:rPr>
              <a:t>while</a:t>
            </a:r>
            <a:r>
              <a:rPr lang="en-US" sz="1500" dirty="false">
                <a:solidFill>
                  <a:srgbClr val="000000"/>
                </a:solidFill>
                <a:latin typeface="Courier New" panose="02070309020205020404"/>
                <a:cs typeface="Courier New" panose="02070309020205020404"/>
              </a:rPr>
              <a:t> (1) {</a:t>
            </a:r>
            <a:endParaRPr/>
          </a:p>
          <a:p>
            <a:pPr/>
            <a:r>
              <a:rPr lang="en-US" sz="1500" dirty="false">
                <a:solidFill>
                  <a:srgbClr val="000000"/>
                </a:solidFill>
                <a:latin typeface="Courier New" panose="02070309020205020404"/>
                <a:cs typeface="Courier New" panose="02070309020205020404"/>
              </a:rPr>
              <a:t>        </a:t>
            </a:r>
            <a:r>
              <a:rPr lang="en-US" sz="1500" dirty="false" err="true">
                <a:solidFill>
                  <a:srgbClr val="000000"/>
                </a:solidFill>
                <a:latin typeface="Courier New" panose="02070309020205020404"/>
                <a:cs typeface="Courier New" panose="02070309020205020404"/>
              </a:rPr>
              <a:t>Sigprocmask</a:t>
            </a:r>
            <a:r>
              <a:rPr lang="en-US" sz="1500" dirty="false">
                <a:solidFill>
                  <a:srgbClr val="000000"/>
                </a:solidFill>
                <a:latin typeface="Courier New" panose="02070309020205020404"/>
                <a:cs typeface="Courier New" panose="02070309020205020404"/>
              </a:rPr>
              <a:t>(SIG_BLOCK, &amp;mask, &amp;</a:t>
            </a:r>
            <a:r>
              <a:rPr lang="en-US" sz="1500" dirty="false" err="true">
                <a:solidFill>
                  <a:srgbClr val="000000"/>
                </a:solidFill>
                <a:latin typeface="Courier New" panose="02070309020205020404"/>
                <a:cs typeface="Courier New" panose="02070309020205020404"/>
              </a:rPr>
              <a:t>prev</a:t>
            </a:r>
            <a:r>
              <a:rPr lang="en-US" sz="1500" dirty="false">
                <a:solidFill>
                  <a:srgbClr val="000000"/>
                </a:solidFill>
                <a:latin typeface="Courier New" panose="02070309020205020404"/>
                <a:cs typeface="Courier New" panose="02070309020205020404"/>
              </a:rPr>
              <a:t>); </a:t>
            </a:r>
            <a:r>
              <a:rPr lang="en-US" sz="1500" dirty="false">
                <a:solidFill>
                  <a:srgbClr val="CB2418"/>
                </a:solidFill>
                <a:latin typeface="Courier New" panose="02070309020205020404"/>
                <a:cs typeface="Courier New" panose="02070309020205020404"/>
              </a:rPr>
              <a:t>/* Block SIGCHLD */</a:t>
            </a:r>
            <a:endParaRPr lang="en-US" sz="1500" dirty="false">
              <a:solidFill>
                <a:srgbClr val="000000"/>
              </a:solidFill>
              <a:latin typeface="Courier New" panose="02070309020205020404"/>
              <a:cs typeface="Courier New" panose="02070309020205020404"/>
            </a:endParaRPr>
          </a:p>
          <a:p>
            <a:pPr/>
            <a:r>
              <a:rPr lang="en-US" sz="1500" dirty="false">
                <a:solidFill>
                  <a:srgbClr val="000000"/>
                </a:solidFill>
                <a:latin typeface="Courier New" panose="02070309020205020404"/>
                <a:cs typeface="Courier New" panose="02070309020205020404"/>
              </a:rPr>
              <a:t>        </a:t>
            </a:r>
            <a:r>
              <a:rPr lang="en-US" sz="1500" dirty="false">
                <a:solidFill>
                  <a:srgbClr val="C200FF"/>
                </a:solidFill>
                <a:latin typeface="Courier New" panose="02070309020205020404"/>
                <a:cs typeface="Courier New" panose="02070309020205020404"/>
              </a:rPr>
              <a:t>if</a:t>
            </a:r>
            <a:r>
              <a:rPr lang="en-US" sz="1500" dirty="false">
                <a:solidFill>
                  <a:srgbClr val="000000"/>
                </a:solidFill>
                <a:latin typeface="Courier New" panose="02070309020205020404"/>
                <a:cs typeface="Courier New" panose="02070309020205020404"/>
              </a:rPr>
              <a:t> (Fork() == 0) </a:t>
            </a:r>
            <a:r>
              <a:rPr lang="en-US" sz="1500" dirty="false">
                <a:solidFill>
                  <a:srgbClr val="CB2418"/>
                </a:solidFill>
                <a:latin typeface="Courier New" panose="02070309020205020404"/>
                <a:cs typeface="Courier New" panose="02070309020205020404"/>
              </a:rPr>
              <a:t>/* Child */</a:t>
            </a:r>
            <a:endParaRPr lang="en-US" sz="1500" dirty="false">
              <a:solidFill>
                <a:srgbClr val="000000"/>
              </a:solidFill>
              <a:latin typeface="Courier New" panose="02070309020205020404"/>
              <a:cs typeface="Courier New" panose="02070309020205020404"/>
            </a:endParaRPr>
          </a:p>
          <a:p>
            <a:pPr/>
            <a:r>
              <a:rPr lang="en-US" sz="1500" dirty="false">
                <a:solidFill>
                  <a:srgbClr val="000000"/>
                </a:solidFill>
                <a:latin typeface="Courier New" panose="02070309020205020404"/>
                <a:cs typeface="Courier New" panose="02070309020205020404"/>
              </a:rPr>
              <a:t>            exit(0);</a:t>
            </a:r>
            <a:endParaRPr/>
          </a:p>
          <a:p>
            <a:pPr/>
            <a:r>
              <a:rPr lang="en-US" sz="1500" dirty="false">
                <a:solidFill>
                  <a:srgbClr val="000000"/>
                </a:solidFill>
                <a:latin typeface="Courier New" panose="02070309020205020404"/>
                <a:cs typeface="Courier New" panose="02070309020205020404"/>
              </a:rPr>
              <a:t> </a:t>
            </a:r>
            <a:endParaRPr/>
          </a:p>
          <a:p>
            <a:pPr/>
            <a:r>
              <a:rPr lang="en-US" sz="1500" dirty="false">
                <a:solidFill>
                  <a:srgbClr val="000000"/>
                </a:solidFill>
                <a:latin typeface="Courier New" panose="02070309020205020404"/>
                <a:cs typeface="Courier New" panose="02070309020205020404"/>
              </a:rPr>
              <a:t>       </a:t>
            </a:r>
            <a:r>
              <a:rPr lang="en-US" sz="1500" dirty="false">
                <a:solidFill>
                  <a:srgbClr val="CB2418"/>
                </a:solidFill>
                <a:latin typeface="Courier New" panose="02070309020205020404"/>
                <a:cs typeface="Courier New" panose="02070309020205020404"/>
              </a:rPr>
              <a:t>/* Wait for SIGCHLD to be received */</a:t>
            </a:r>
            <a:endParaRPr lang="en-US" sz="1500" dirty="false">
              <a:solidFill>
                <a:srgbClr val="000000"/>
              </a:solidFill>
              <a:latin typeface="Courier New" panose="02070309020205020404"/>
              <a:cs typeface="Courier New" panose="02070309020205020404"/>
            </a:endParaRPr>
          </a:p>
          <a:p>
            <a:pPr/>
            <a:r>
              <a:rPr lang="fi-FI" sz="1500" dirty="false">
                <a:solidFill>
                  <a:srgbClr val="000000"/>
                </a:solidFill>
                <a:latin typeface="Courier New" panose="02070309020205020404"/>
                <a:cs typeface="Courier New" panose="02070309020205020404"/>
              </a:rPr>
              <a:t>        </a:t>
            </a:r>
            <a:r>
              <a:rPr lang="fi-FI" sz="1500" dirty="false" err="true">
                <a:solidFill>
                  <a:srgbClr val="000000"/>
                </a:solidFill>
                <a:latin typeface="Courier New" panose="02070309020205020404"/>
                <a:cs typeface="Courier New" panose="02070309020205020404"/>
              </a:rPr>
              <a:t>pid</a:t>
            </a:r>
            <a:r>
              <a:rPr lang="fi-FI" sz="1500" dirty="false">
                <a:solidFill>
                  <a:srgbClr val="000000"/>
                </a:solidFill>
                <a:latin typeface="Courier New" panose="02070309020205020404"/>
                <a:cs typeface="Courier New" panose="02070309020205020404"/>
              </a:rPr>
              <a:t> = 0;</a:t>
            </a:r>
            <a:endParaRPr/>
          </a:p>
          <a:p>
            <a:pPr/>
            <a:r>
              <a:rPr lang="en-US" sz="1500" dirty="false">
                <a:solidFill>
                  <a:srgbClr val="000000"/>
                </a:solidFill>
                <a:latin typeface="Courier New" panose="02070309020205020404"/>
                <a:cs typeface="Courier New" panose="02070309020205020404"/>
              </a:rPr>
              <a:t>        </a:t>
            </a:r>
            <a:r>
              <a:rPr lang="en-US" sz="1500" dirty="false">
                <a:solidFill>
                  <a:srgbClr val="C200FF"/>
                </a:solidFill>
                <a:latin typeface="Courier New" panose="02070309020205020404"/>
                <a:cs typeface="Courier New" panose="02070309020205020404"/>
              </a:rPr>
              <a:t>while</a:t>
            </a:r>
            <a:r>
              <a:rPr lang="en-US" sz="1500" dirty="false">
                <a:solidFill>
                  <a:srgbClr val="000000"/>
                </a:solidFill>
                <a:latin typeface="Courier New" panose="02070309020205020404"/>
                <a:cs typeface="Courier New" panose="02070309020205020404"/>
              </a:rPr>
              <a:t> (!</a:t>
            </a:r>
            <a:r>
              <a:rPr lang="en-US" sz="1500" dirty="false" err="true">
                <a:solidFill>
                  <a:srgbClr val="000000"/>
                </a:solidFill>
                <a:latin typeface="Courier New" panose="02070309020205020404"/>
                <a:cs typeface="Courier New" panose="02070309020205020404"/>
              </a:rPr>
              <a:t>pid</a:t>
            </a:r>
            <a:r>
              <a:rPr lang="en-US" sz="1500" dirty="false">
                <a:solidFill>
                  <a:srgbClr val="000000"/>
                </a:solidFill>
                <a:latin typeface="Courier New" panose="02070309020205020404"/>
                <a:cs typeface="Courier New" panose="02070309020205020404"/>
              </a:rPr>
              <a:t>)</a:t>
            </a:r>
            <a:endParaRPr/>
          </a:p>
          <a:p>
            <a:pPr/>
            <a:r>
              <a:rPr lang="de-DE" sz="1500" dirty="false">
                <a:solidFill>
                  <a:srgbClr val="000000"/>
                </a:solidFill>
                <a:latin typeface="Courier New" panose="02070309020205020404"/>
                <a:cs typeface="Courier New" panose="02070309020205020404"/>
              </a:rPr>
              <a:t>            </a:t>
            </a:r>
            <a:r>
              <a:rPr lang="de-DE" sz="1500" dirty="false" err="true">
                <a:solidFill>
                  <a:srgbClr val="000000"/>
                </a:solidFill>
                <a:latin typeface="Courier New" panose="02070309020205020404"/>
                <a:cs typeface="Courier New" panose="02070309020205020404"/>
              </a:rPr>
              <a:t>Sigsuspend</a:t>
            </a:r>
            <a:r>
              <a:rPr lang="de-DE" sz="1500" dirty="false">
                <a:solidFill>
                  <a:srgbClr val="000000"/>
                </a:solidFill>
                <a:latin typeface="Courier New" panose="02070309020205020404"/>
                <a:cs typeface="Courier New" panose="02070309020205020404"/>
              </a:rPr>
              <a:t>(&amp;</a:t>
            </a:r>
            <a:r>
              <a:rPr lang="de-DE" sz="1500" dirty="false" err="true">
                <a:solidFill>
                  <a:srgbClr val="000000"/>
                </a:solidFill>
                <a:latin typeface="Courier New" panose="02070309020205020404"/>
                <a:cs typeface="Courier New" panose="02070309020205020404"/>
              </a:rPr>
              <a:t>prev</a:t>
            </a:r>
            <a:r>
              <a:rPr lang="de-DE" sz="1500" dirty="false">
                <a:solidFill>
                  <a:srgbClr val="000000"/>
                </a:solidFill>
                <a:latin typeface="Courier New" panose="02070309020205020404"/>
                <a:cs typeface="Courier New" panose="02070309020205020404"/>
              </a:rPr>
              <a:t>);</a:t>
            </a:r>
            <a:endParaRPr/>
          </a:p>
          <a:p>
            <a:pPr/>
            <a:r>
              <a:rPr lang="de-DE" sz="1500" dirty="false">
                <a:solidFill>
                  <a:srgbClr val="000000"/>
                </a:solidFill>
                <a:latin typeface="Courier New" panose="02070309020205020404"/>
                <a:cs typeface="Courier New" panose="02070309020205020404"/>
              </a:rPr>
              <a:t> </a:t>
            </a:r>
            <a:endParaRPr/>
          </a:p>
          <a:p>
            <a:pPr/>
            <a:r>
              <a:rPr lang="de-DE" sz="1500" dirty="false">
                <a:solidFill>
                  <a:srgbClr val="000000"/>
                </a:solidFill>
                <a:latin typeface="Courier New" panose="02070309020205020404"/>
                <a:cs typeface="Courier New" panose="02070309020205020404"/>
              </a:rPr>
              <a:t>       </a:t>
            </a:r>
            <a:r>
              <a:rPr lang="de-DE" sz="1500" dirty="false">
                <a:solidFill>
                  <a:srgbClr val="CB2418"/>
                </a:solidFill>
                <a:latin typeface="Courier New" panose="02070309020205020404"/>
                <a:cs typeface="Courier New" panose="02070309020205020404"/>
              </a:rPr>
              <a:t>/* </a:t>
            </a:r>
            <a:r>
              <a:rPr lang="de-DE" sz="1500" dirty="false" err="true">
                <a:solidFill>
                  <a:srgbClr val="CB2418"/>
                </a:solidFill>
                <a:latin typeface="Courier New" panose="02070309020205020404"/>
                <a:cs typeface="Courier New" panose="02070309020205020404"/>
              </a:rPr>
              <a:t>Optionally</a:t>
            </a:r>
            <a:r>
              <a:rPr lang="de-DE" sz="1500" dirty="false">
                <a:solidFill>
                  <a:srgbClr val="CB2418"/>
                </a:solidFill>
                <a:latin typeface="Courier New" panose="02070309020205020404"/>
                <a:cs typeface="Courier New" panose="02070309020205020404"/>
              </a:rPr>
              <a:t> </a:t>
            </a:r>
            <a:r>
              <a:rPr lang="de-DE" sz="1500" dirty="false" err="true">
                <a:solidFill>
                  <a:srgbClr val="CB2418"/>
                </a:solidFill>
                <a:latin typeface="Courier New" panose="02070309020205020404"/>
                <a:cs typeface="Courier New" panose="02070309020205020404"/>
              </a:rPr>
              <a:t>unblock</a:t>
            </a:r>
            <a:r>
              <a:rPr lang="de-DE" sz="1500" dirty="false">
                <a:solidFill>
                  <a:srgbClr val="CB2418"/>
                </a:solidFill>
                <a:latin typeface="Courier New" panose="02070309020205020404"/>
                <a:cs typeface="Courier New" panose="02070309020205020404"/>
              </a:rPr>
              <a:t> SIGCHLD */</a:t>
            </a:r>
            <a:endParaRPr lang="de-DE" sz="1500" dirty="false">
              <a:solidFill>
                <a:srgbClr val="000000"/>
              </a:solidFill>
              <a:latin typeface="Courier New" panose="02070309020205020404"/>
              <a:cs typeface="Courier New" panose="02070309020205020404"/>
            </a:endParaRPr>
          </a:p>
          <a:p>
            <a:pPr/>
            <a:r>
              <a:rPr lang="de-DE" sz="1500" dirty="false">
                <a:solidFill>
                  <a:srgbClr val="000000"/>
                </a:solidFill>
                <a:latin typeface="Courier New" panose="02070309020205020404"/>
                <a:cs typeface="Courier New" panose="02070309020205020404"/>
              </a:rPr>
              <a:t>        </a:t>
            </a:r>
            <a:r>
              <a:rPr lang="de-DE" sz="1500" dirty="false" err="true">
                <a:solidFill>
                  <a:srgbClr val="000000"/>
                </a:solidFill>
                <a:latin typeface="Courier New" panose="02070309020205020404"/>
                <a:cs typeface="Courier New" panose="02070309020205020404"/>
              </a:rPr>
              <a:t>Sigprocmask</a:t>
            </a:r>
            <a:r>
              <a:rPr lang="de-DE" sz="1500" dirty="false">
                <a:solidFill>
                  <a:srgbClr val="000000"/>
                </a:solidFill>
                <a:latin typeface="Courier New" panose="02070309020205020404"/>
                <a:cs typeface="Courier New" panose="02070309020205020404"/>
              </a:rPr>
              <a:t>(SIG_SETMASK, &amp;</a:t>
            </a:r>
            <a:r>
              <a:rPr lang="de-DE" sz="1500" dirty="false" err="true">
                <a:solidFill>
                  <a:srgbClr val="000000"/>
                </a:solidFill>
                <a:latin typeface="Courier New" panose="02070309020205020404"/>
                <a:cs typeface="Courier New" panose="02070309020205020404"/>
              </a:rPr>
              <a:t>prev</a:t>
            </a:r>
            <a:r>
              <a:rPr lang="de-DE" sz="1500" dirty="false">
                <a:solidFill>
                  <a:srgbClr val="000000"/>
                </a:solidFill>
                <a:latin typeface="Courier New" panose="02070309020205020404"/>
                <a:cs typeface="Courier New" panose="02070309020205020404"/>
              </a:rPr>
              <a:t>, </a:t>
            </a:r>
            <a:r>
              <a:rPr lang="de-DE" sz="1500" dirty="false">
                <a:solidFill>
                  <a:srgbClr val="2C9290"/>
                </a:solidFill>
                <a:latin typeface="Courier New" panose="02070309020205020404"/>
                <a:cs typeface="Courier New" panose="02070309020205020404"/>
              </a:rPr>
              <a:t>NULL</a:t>
            </a:r>
            <a:r>
              <a:rPr lang="de-DE" sz="1500" dirty="false">
                <a:solidFill>
                  <a:srgbClr val="000000"/>
                </a:solidFill>
                <a:latin typeface="Courier New" panose="02070309020205020404"/>
                <a:cs typeface="Courier New" panose="02070309020205020404"/>
              </a:rPr>
              <a:t>);</a:t>
            </a:r>
            <a:endParaRPr/>
          </a:p>
          <a:p>
            <a:pPr/>
            <a:r>
              <a:rPr lang="de-DE" sz="1500" dirty="false">
                <a:solidFill>
                  <a:srgbClr val="000000"/>
                </a:solidFill>
                <a:latin typeface="Courier New" panose="02070309020205020404"/>
                <a:cs typeface="Courier New" panose="02070309020205020404"/>
              </a:rPr>
              <a:t>	</a:t>
            </a:r>
            <a:r>
              <a:rPr lang="de-DE" sz="1500" dirty="false">
                <a:solidFill>
                  <a:srgbClr val="CB2418"/>
                </a:solidFill>
                <a:latin typeface="Courier New" panose="02070309020205020404"/>
                <a:cs typeface="Courier New" panose="02070309020205020404"/>
              </a:rPr>
              <a:t>/* Do </a:t>
            </a:r>
            <a:r>
              <a:rPr lang="de-DE" sz="1500" dirty="false" err="true">
                <a:solidFill>
                  <a:srgbClr val="CB2418"/>
                </a:solidFill>
                <a:latin typeface="Courier New" panose="02070309020205020404"/>
                <a:cs typeface="Courier New" panose="02070309020205020404"/>
              </a:rPr>
              <a:t>some</a:t>
            </a:r>
            <a:r>
              <a:rPr lang="de-DE" sz="1500" dirty="false">
                <a:solidFill>
                  <a:srgbClr val="CB2418"/>
                </a:solidFill>
                <a:latin typeface="Courier New" panose="02070309020205020404"/>
                <a:cs typeface="Courier New" panose="02070309020205020404"/>
              </a:rPr>
              <a:t> </a:t>
            </a:r>
            <a:r>
              <a:rPr lang="de-DE" sz="1500" dirty="false" err="true">
                <a:solidFill>
                  <a:srgbClr val="CB2418"/>
                </a:solidFill>
                <a:latin typeface="Courier New" panose="02070309020205020404"/>
                <a:cs typeface="Courier New" panose="02070309020205020404"/>
              </a:rPr>
              <a:t>work</a:t>
            </a:r>
            <a:r>
              <a:rPr lang="de-DE" sz="1500" dirty="false">
                <a:solidFill>
                  <a:srgbClr val="CB2418"/>
                </a:solidFill>
                <a:latin typeface="Courier New" panose="02070309020205020404"/>
                <a:cs typeface="Courier New" panose="02070309020205020404"/>
              </a:rPr>
              <a:t> after </a:t>
            </a:r>
            <a:r>
              <a:rPr lang="de-DE" sz="1500" dirty="false" err="true">
                <a:solidFill>
                  <a:srgbClr val="CB2418"/>
                </a:solidFill>
                <a:latin typeface="Courier New" panose="02070309020205020404"/>
                <a:cs typeface="Courier New" panose="02070309020205020404"/>
              </a:rPr>
              <a:t>receiving</a:t>
            </a:r>
            <a:r>
              <a:rPr lang="de-DE" sz="1500" dirty="false">
                <a:solidFill>
                  <a:srgbClr val="CB2418"/>
                </a:solidFill>
                <a:latin typeface="Courier New" panose="02070309020205020404"/>
                <a:cs typeface="Courier New" panose="02070309020205020404"/>
              </a:rPr>
              <a:t> SIGCHLD */</a:t>
            </a:r>
            <a:endParaRPr lang="de-DE" sz="1500" dirty="false">
              <a:solidFill>
                <a:srgbClr val="000000"/>
              </a:solidFill>
              <a:latin typeface="Courier New" panose="02070309020205020404"/>
              <a:cs typeface="Courier New" panose="02070309020205020404"/>
            </a:endParaRPr>
          </a:p>
          <a:p>
            <a:pPr/>
            <a:r>
              <a:rPr lang="ro-RO" sz="1500" dirty="false">
                <a:solidFill>
                  <a:srgbClr val="000000"/>
                </a:solidFill>
                <a:latin typeface="Courier New" panose="02070309020205020404"/>
                <a:cs typeface="Courier New" panose="02070309020205020404"/>
              </a:rPr>
              <a:t>        printf(</a:t>
            </a:r>
            <a:r>
              <a:rPr lang="ro-RO" sz="1500" dirty="false">
                <a:solidFill>
                  <a:srgbClr val="9D206F"/>
                </a:solidFill>
                <a:latin typeface="Courier New" panose="02070309020205020404"/>
                <a:cs typeface="Courier New" panose="02070309020205020404"/>
              </a:rPr>
              <a:t>"."</a:t>
            </a:r>
            <a:r>
              <a:rPr lang="ro-RO" sz="1500" dirty="false">
                <a:solidFill>
                  <a:srgbClr val="000000"/>
                </a:solidFill>
                <a:latin typeface="Courier New" panose="02070309020205020404"/>
                <a:cs typeface="Courier New" panose="02070309020205020404"/>
              </a:rPr>
              <a:t>);</a:t>
            </a:r>
            <a:endParaRPr/>
          </a:p>
          <a:p>
            <a:pPr/>
            <a:r>
              <a:rPr lang="ro-RO" sz="1500" dirty="false">
                <a:solidFill>
                  <a:srgbClr val="000000"/>
                </a:solidFill>
                <a:latin typeface="Courier New" panose="02070309020205020404"/>
                <a:cs typeface="Courier New" panose="02070309020205020404"/>
              </a:rPr>
              <a:t>    }</a:t>
            </a:r>
            <a:endParaRPr/>
          </a:p>
          <a:p>
            <a:pPr/>
            <a:r>
              <a:rPr lang="ro-RO" sz="1500" dirty="false">
                <a:solidFill>
                  <a:srgbClr val="000000"/>
                </a:solidFill>
                <a:latin typeface="Courier New" panose="02070309020205020404"/>
                <a:cs typeface="Courier New" panose="02070309020205020404"/>
              </a:rPr>
              <a:t>    exit(0);</a:t>
            </a:r>
            <a:endParaRPr/>
          </a:p>
          <a:p>
            <a:pPr/>
            <a:r>
              <a:rPr lang="ro-RO" sz="1500" dirty="false">
                <a:solidFill>
                  <a:srgbClr val="000000"/>
                </a:solidFill>
                <a:latin typeface="Courier New" panose="02070309020205020404"/>
                <a:cs typeface="Courier New" panose="02070309020205020404"/>
              </a:rPr>
              <a:t>}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icfp99">
  <a:themeElements>
    <a:clrScheme name="icfp99 8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0000FF"/>
      </a:hlink>
      <a:folHlink>
        <a:srgbClr val="B2B2B2"/>
      </a:folHlink>
    </a:clrScheme>
    <a:fontScheme name="icfp99">
      <a:majorFont>
        <a:latin typeface="Comic Sans MS"/>
        <a:ea typeface=""/>
        <a:cs typeface=""/>
      </a:majorFont>
      <a:minorFont>
        <a:latin typeface="Comic Sans MS"/>
        <a:ea typeface=""/>
        <a:cs typeface=""/>
      </a:minorFont>
    </a:fontScheme>
    <a:fmtScheme name="Office">
      <a:fillStyleLst>
        <a:solidFill>
          <a:schemeClr val="phClr"/>
        </a:solidFill>
        <a:gradFill rotWithShape="true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true"/>
        </a:gradFill>
        <a:gradFill rotWithShape="true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false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false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false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false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true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true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name="Office 主题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true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true"/>
        </a:gradFill>
        <a:gradFill rotWithShape="true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false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false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false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false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true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true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app.xml><?xml version="1.0" encoding="utf-8"?>
<Properties xmlns:vt="http://schemas.openxmlformats.org/officeDocument/2006/docPropsVTypes" xmlns="http://schemas.openxmlformats.org/officeDocument/2006/extended-properties">
  <Application>Tencent office</Application>
</Properties>
</file>

<file path=docProps/core.xml><?xml version="1.0" encoding="utf-8"?>
<cp:coreProperties xmlns:xsi="http://www.w3.org/2001/XMLSchema-instance" xmlns:dcmitype="http://purl.org/dc/dcmitype/" xmlns:dcterms="http://purl.org/dc/terms/" xmlns:cp="http://schemas.openxmlformats.org/package/2006/metadata/core-properties" xmlns:dc="http://purl.org/dc/elements/1.1/">
  <dcterms:created xsi:type="dcterms:W3CDTF">2026-04-13T18:14:19Z</dcterms:created>
  <dcterms:modified xsi:type="dcterms:W3CDTF">2026-04-13T18:14:19Z</dcterms:modified>
</cp:coreProperties>
</file>